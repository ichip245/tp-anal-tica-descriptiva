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Roboto"/>
      <p:regular r:id="rId17"/>
      <p:bold r:id="rId18"/>
      <p:italic r:id="rId19"/>
      <p:boldItalic r:id="rId20"/>
    </p:embeddedFont>
    <p:embeddedFont>
      <p:font typeface="Fira Sans Extra Condensed Medium"/>
      <p:regular r:id="rId21"/>
      <p:bold r:id="rId22"/>
      <p:italic r:id="rId23"/>
      <p:boldItalic r:id="rId24"/>
    </p:embeddedFon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FiraSansExtraCondensedMedium-bold.fntdata"/><Relationship Id="rId21" Type="http://schemas.openxmlformats.org/officeDocument/2006/relationships/font" Target="fonts/FiraSansExtraCondensedMedium-regular.fntdata"/><Relationship Id="rId24" Type="http://schemas.openxmlformats.org/officeDocument/2006/relationships/font" Target="fonts/FiraSansExtraCondensedMedium-boldItalic.fntdata"/><Relationship Id="rId23" Type="http://schemas.openxmlformats.org/officeDocument/2006/relationships/font" Target="fonts/FiraSansExtraCondensed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slide" Target="slides/slide12.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8c4bd8d3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8c4bd8d3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8d44b15066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8d44b15066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 Contexto del mercado</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Mercado inmobiliario de Beijing </a:t>
            </a:r>
            <a:r>
              <a:rPr b="1" lang="en">
                <a:solidFill>
                  <a:schemeClr val="dk1"/>
                </a:solidFill>
              </a:rPr>
              <a:t>muy competitivo y heterogéneo</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Gran variabilidad en precios según </a:t>
            </a:r>
            <a:r>
              <a:rPr b="1" lang="en">
                <a:solidFill>
                  <a:schemeClr val="dk1"/>
                </a:solidFill>
              </a:rPr>
              <a:t>zona, superficie, renovación y tipo de edificio</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Usuarios con expectativas altas sobre </a:t>
            </a:r>
            <a:r>
              <a:rPr b="1" lang="en">
                <a:solidFill>
                  <a:schemeClr val="dk1"/>
                </a:solidFill>
              </a:rPr>
              <a:t>precio justo, velocidad de búsqueda y transparencia</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Problema para Lianjia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Miles de propiedades con </a:t>
            </a:r>
            <a:r>
              <a:rPr b="1" lang="en">
                <a:solidFill>
                  <a:schemeClr val="dk1"/>
                </a:solidFill>
              </a:rPr>
              <a:t>precios inconsistentes</a:t>
            </a:r>
            <a:r>
              <a:rPr lang="en">
                <a:solidFill>
                  <a:schemeClr val="dk1"/>
                </a:solidFill>
              </a:rPr>
              <a:t> → dificulta ordenar, recomendar y priorizar listings.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Publicaciones sobrevaluadas → </a:t>
            </a:r>
            <a:r>
              <a:rPr b="1" lang="en">
                <a:solidFill>
                  <a:schemeClr val="dk1"/>
                </a:solidFill>
              </a:rPr>
              <a:t>menos clics, menos consultas, más días en mercado</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Publicaciones subvaluadas → </a:t>
            </a:r>
            <a:r>
              <a:rPr b="1" lang="en">
                <a:solidFill>
                  <a:schemeClr val="dk1"/>
                </a:solidFill>
              </a:rPr>
              <a:t>pérdida directa de ingresos</a:t>
            </a:r>
            <a:r>
              <a:rPr lang="en">
                <a:solidFill>
                  <a:schemeClr val="dk1"/>
                </a:solidFill>
              </a:rPr>
              <a:t> para la plataforma.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Falta un modelo que combine </a:t>
            </a:r>
            <a:r>
              <a:rPr b="1" lang="en">
                <a:solidFill>
                  <a:schemeClr val="dk1"/>
                </a:solidFill>
              </a:rPr>
              <a:t>estructura, localización y comportamiento del usuario</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Relevancia del problema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Lianjia compite por </a:t>
            </a:r>
            <a:r>
              <a:rPr b="1" lang="en">
                <a:solidFill>
                  <a:schemeClr val="dk1"/>
                </a:solidFill>
              </a:rPr>
              <a:t>velocidad de venta, precisión de precios y calidad del feed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Mejorar pricing implica:</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Conversión.</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Clics y engagement.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 Tiempo en mercado.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 Pérdidas por precios incorrectos.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Optimizar el ordenamiento del feed </a:t>
            </a:r>
            <a:r>
              <a:rPr b="1" lang="en">
                <a:solidFill>
                  <a:schemeClr val="dk1"/>
                </a:solidFill>
              </a:rPr>
              <a:t>impacta directamente en la experiencia del usuario</a:t>
            </a:r>
            <a:r>
              <a:rPr lang="en">
                <a:solidFill>
                  <a:schemeClr val="dk1"/>
                </a:solidFill>
              </a:rPr>
              <a:t> y en los ingresos de la plataforma.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Una herramienta predictiva permite </a:t>
            </a:r>
            <a:r>
              <a:rPr b="1" lang="en">
                <a:solidFill>
                  <a:schemeClr val="dk1"/>
                </a:solidFill>
              </a:rPr>
              <a:t>automatizar decisiones</a:t>
            </a:r>
            <a:r>
              <a:rPr lang="en">
                <a:solidFill>
                  <a:schemeClr val="dk1"/>
                </a:solidFill>
              </a:rPr>
              <a:t>, reducir errores humanos y escalar análisis a miles de propiedades.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Oportunidad de negocio</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Desarrollar un sistema de analítica que </a:t>
            </a:r>
            <a:r>
              <a:rPr b="1" lang="en">
                <a:solidFill>
                  <a:schemeClr val="dk1"/>
                </a:solidFill>
              </a:rPr>
              <a:t>prediga precios</a:t>
            </a:r>
            <a:r>
              <a:rPr lang="en">
                <a:solidFill>
                  <a:schemeClr val="dk1"/>
                </a:solidFill>
              </a:rPr>
              <a:t>, identifique patrones y ayude a priorizar publicaciones.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Proveer a Lianjia insights para </a:t>
            </a:r>
            <a:r>
              <a:rPr b="1" lang="en">
                <a:solidFill>
                  <a:schemeClr val="dk1"/>
                </a:solidFill>
              </a:rPr>
              <a:t>mejorar visibilidad, conversión y rentabilidad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Crear una base para decisiones estratégicas de </a:t>
            </a:r>
            <a:r>
              <a:rPr b="1" lang="en">
                <a:solidFill>
                  <a:schemeClr val="dk1"/>
                </a:solidFill>
              </a:rPr>
              <a:t>desarrolladores y socios</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2400"/>
              </a:spcBef>
              <a:spcAft>
                <a:spcPts val="0"/>
              </a:spcAft>
              <a:buNone/>
            </a:pPr>
            <a:r>
              <a:rPr b="1" lang="en" sz="2300">
                <a:solidFill>
                  <a:schemeClr val="dk1"/>
                </a:solidFill>
              </a:rPr>
              <a:t>🗣️ Texto para decir (20–30 segundos)</a:t>
            </a:r>
            <a:endParaRPr b="1" sz="2300">
              <a:solidFill>
                <a:schemeClr val="dk1"/>
              </a:solidFill>
            </a:endParaRPr>
          </a:p>
          <a:p>
            <a:pPr indent="0" lvl="0" marL="0" rtl="0" algn="l">
              <a:lnSpc>
                <a:spcPct val="115000"/>
              </a:lnSpc>
              <a:spcBef>
                <a:spcPts val="1200"/>
              </a:spcBef>
              <a:spcAft>
                <a:spcPts val="0"/>
              </a:spcAft>
              <a:buNone/>
            </a:pPr>
            <a:r>
              <a:rPr lang="en">
                <a:solidFill>
                  <a:schemeClr val="dk1"/>
                </a:solidFill>
              </a:rPr>
              <a:t>“La relevancia de este problema para Lianjia es directa: el pricing correcto determina cuán rápido se vende una propiedad, cuánto gana la plataforma y qué tan buena es la experiencia del usuario. En un mercado tan heterogéneo como Beijing, la falta de un sistema basado en datos genera precios inconsistentes, listings que se quedan estancados y oportunidades de inversión que se pierden. Por eso este análisis es clave: permite mejorar la precisión del feed, automatizar decisiones y aumentar tanto la conversión como la rentabilidad.”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8d8e9c849d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8d8e9c849d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 Objetivo general</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Desarrollar un análisis integral que permita a Lianjia fijar precios más precisos, optimizar la visibilidad de los listings y mejorar la toma de decisiones comerciales.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400"/>
              </a:spcBef>
              <a:spcAft>
                <a:spcPts val="0"/>
              </a:spcAft>
              <a:buNone/>
            </a:pPr>
            <a:r>
              <a:rPr b="1" lang="en" sz="1300">
                <a:solidFill>
                  <a:schemeClr val="dk1"/>
                </a:solidFill>
              </a:rPr>
              <a:t>❓ ¿Qué buscamos responder?</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¿Qué variables explican mejor el precio total y el precio por m²?</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¿Cómo influyen la superficie, renovación, tipo de edificio, popularidad y cercanía al metro?</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¿Por qué algunas propiedades se venden más rápido que otras?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¿Se puede predecir el precio de una propiedad con un modelo confiable?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¿Qué zonas y tipos de propiedades tienen mayor potencial para la plataforma?</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400"/>
              </a:spcBef>
              <a:spcAft>
                <a:spcPts val="0"/>
              </a:spcAft>
              <a:buNone/>
            </a:pPr>
            <a:r>
              <a:rPr b="1" lang="en" sz="1300">
                <a:solidFill>
                  <a:schemeClr val="dk1"/>
                </a:solidFill>
              </a:rPr>
              <a:t>🔍 ¿Por qué era importante para Lianjia?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Para </a:t>
            </a:r>
            <a:r>
              <a:rPr b="1" lang="en">
                <a:solidFill>
                  <a:schemeClr val="dk1"/>
                </a:solidFill>
              </a:rPr>
              <a:t>reducir errores de pricing</a:t>
            </a:r>
            <a:r>
              <a:rPr lang="en">
                <a:solidFill>
                  <a:schemeClr val="dk1"/>
                </a:solidFill>
              </a:rPr>
              <a:t> y evitar propiedades mal valuadas.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Para </a:t>
            </a:r>
            <a:r>
              <a:rPr b="1" lang="en">
                <a:solidFill>
                  <a:schemeClr val="dk1"/>
                </a:solidFill>
              </a:rPr>
              <a:t>mejorar el ordenamiento del feed</a:t>
            </a:r>
            <a:r>
              <a:rPr lang="en">
                <a:solidFill>
                  <a:schemeClr val="dk1"/>
                </a:solidFill>
              </a:rPr>
              <a:t> y aumentar clics y conversiones.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Para </a:t>
            </a:r>
            <a:r>
              <a:rPr b="1" lang="en">
                <a:solidFill>
                  <a:schemeClr val="dk1"/>
                </a:solidFill>
              </a:rPr>
              <a:t>identificar oportunidades comerciales</a:t>
            </a:r>
            <a:r>
              <a:rPr lang="en">
                <a:solidFill>
                  <a:schemeClr val="dk1"/>
                </a:solidFill>
              </a:rPr>
              <a:t> dentro del mercado de Beijing.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Para </a:t>
            </a:r>
            <a:r>
              <a:rPr b="1" lang="en">
                <a:solidFill>
                  <a:schemeClr val="dk1"/>
                </a:solidFill>
              </a:rPr>
              <a:t>generar una herramienta predictiva</a:t>
            </a:r>
            <a:r>
              <a:rPr lang="en">
                <a:solidFill>
                  <a:schemeClr val="dk1"/>
                </a:solidFill>
              </a:rPr>
              <a:t> que automatice decisiones y escale a miles de propiedades.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Para </a:t>
            </a:r>
            <a:r>
              <a:rPr b="1" lang="en">
                <a:solidFill>
                  <a:schemeClr val="dk1"/>
                </a:solidFill>
              </a:rPr>
              <a:t>aumentar rentabilidad</a:t>
            </a:r>
            <a:r>
              <a:rPr lang="en">
                <a:solidFill>
                  <a:schemeClr val="dk1"/>
                </a:solidFill>
              </a:rPr>
              <a:t> tanto para la plataforma como para desarrolladores asociados.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2400"/>
              </a:spcBef>
              <a:spcAft>
                <a:spcPts val="0"/>
              </a:spcAft>
              <a:buNone/>
            </a:pPr>
            <a:r>
              <a:rPr b="1" lang="en" sz="2300">
                <a:solidFill>
                  <a:schemeClr val="dk1"/>
                </a:solidFill>
              </a:rPr>
              <a:t>🗣️ Texto para decir (30–40 segundos)</a:t>
            </a:r>
            <a:endParaRPr b="1" sz="2300">
              <a:solidFill>
                <a:schemeClr val="dk1"/>
              </a:solidFill>
            </a:endParaRPr>
          </a:p>
          <a:p>
            <a:pPr indent="0" lvl="0" marL="0" rtl="0" algn="l">
              <a:lnSpc>
                <a:spcPct val="115000"/>
              </a:lnSpc>
              <a:spcBef>
                <a:spcPts val="1200"/>
              </a:spcBef>
              <a:spcAft>
                <a:spcPts val="0"/>
              </a:spcAft>
              <a:buNone/>
            </a:pPr>
            <a:r>
              <a:rPr lang="en">
                <a:solidFill>
                  <a:schemeClr val="dk1"/>
                </a:solidFill>
              </a:rPr>
              <a:t>“En este análisis nos propusimos entender qué factores explican realmente el precio de las propiedades y cómo podemos usar esa información para mejorar las decisiones de Lianjia.</a:t>
            </a:r>
            <a:br>
              <a:rPr lang="en">
                <a:solidFill>
                  <a:schemeClr val="dk1"/>
                </a:solidFill>
              </a:rPr>
            </a:br>
            <a:r>
              <a:rPr lang="en">
                <a:solidFill>
                  <a:schemeClr val="dk1"/>
                </a:solidFill>
              </a:rPr>
              <a:t>Buscamos responder qué variables afectan más el precio, por qué algunos listings funcionan mejor que otros y si es posible predecir el valor de una propiedad con un modelo confiable.</a:t>
            </a:r>
            <a:br>
              <a:rPr lang="en">
                <a:solidFill>
                  <a:schemeClr val="dk1"/>
                </a:solidFill>
              </a:rPr>
            </a:br>
            <a:r>
              <a:rPr lang="en">
                <a:solidFill>
                  <a:schemeClr val="dk1"/>
                </a:solidFill>
              </a:rPr>
              <a:t>Este objetivo es clave para Lianjia porque impacta directamente en el pricing, en la eficiencia del feed, en la conversión y en la rentabilidad. En síntesis, el propósito del proyecto fue transformar datos en decisiones accionables para la plataforma.”</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t/>
            </a:r>
            <a:endParaRPr b="1" sz="13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58de4529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a58de4529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Fuentes de datos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Dataset principal:</a:t>
            </a:r>
            <a:r>
              <a:rPr lang="en">
                <a:solidFill>
                  <a:schemeClr val="dk1"/>
                </a:solidFill>
              </a:rPr>
              <a:t> </a:t>
            </a:r>
            <a:r>
              <a:rPr i="1" lang="en">
                <a:solidFill>
                  <a:schemeClr val="dk1"/>
                </a:solidFill>
              </a:rPr>
              <a:t>Housing Prices in Beijing</a:t>
            </a:r>
            <a:r>
              <a:rPr lang="en">
                <a:solidFill>
                  <a:schemeClr val="dk1"/>
                </a:solidFill>
              </a:rPr>
              <a:t> (Kaggle).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Datos complementarios:</a:t>
            </a:r>
            <a:r>
              <a:rPr lang="en">
                <a:solidFill>
                  <a:schemeClr val="dk1"/>
                </a:solidFill>
              </a:rPr>
              <a:t> Ubicación de estaciones de subte (scrapeo de GitHub).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Período:</a:t>
            </a:r>
            <a:r>
              <a:rPr lang="en">
                <a:solidFill>
                  <a:schemeClr val="dk1"/>
                </a:solidFill>
              </a:rPr>
              <a:t> 2011–2017.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Tipo de propiedades:</a:t>
            </a:r>
            <a:r>
              <a:rPr lang="en">
                <a:solidFill>
                  <a:schemeClr val="dk1"/>
                </a:solidFill>
              </a:rPr>
              <a:t> Solo ventas de inmuebles (no incluye alquileres).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Estructura del dataset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Variables estructurales:</a:t>
            </a:r>
            <a:r>
              <a:rPr lang="en">
                <a:solidFill>
                  <a:schemeClr val="dk1"/>
                </a:solidFill>
              </a:rPr>
              <a:t> superficie, cantidad de habitaciones, tipo de edificio, estado de renovación.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localización:</a:t>
            </a:r>
            <a:r>
              <a:rPr lang="en">
                <a:solidFill>
                  <a:schemeClr val="dk1"/>
                </a:solidFill>
              </a:rPr>
              <a:t> barrio/comunidad, distancia al subte (creada), población del distrito.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mercado:</a:t>
            </a:r>
            <a:r>
              <a:rPr lang="en">
                <a:solidFill>
                  <a:schemeClr val="dk1"/>
                </a:solidFill>
              </a:rPr>
              <a:t> precio total, precio por m², followers, días en mercado (DOM).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Registros:</a:t>
            </a:r>
            <a:r>
              <a:rPr lang="en">
                <a:solidFill>
                  <a:schemeClr val="dk1"/>
                </a:solidFill>
              </a:rPr>
              <a:t> miles de operaciones en Beijing (dataset completo &gt; tamaño permitido en GitHub).</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Principales transformaciones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Limpieza: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Eliminación de duplicados y filas con datos incoherentes.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Corrección de formatos y tipos de datos.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Recalculo de </a:t>
            </a:r>
            <a:r>
              <a:rPr lang="en">
                <a:solidFill>
                  <a:srgbClr val="188038"/>
                </a:solidFill>
                <a:latin typeface="Roboto Mono"/>
                <a:ea typeface="Roboto Mono"/>
                <a:cs typeface="Roboto Mono"/>
                <a:sym typeface="Roboto Mono"/>
              </a:rPr>
              <a:t>totalPrice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Tratamiento de outliers: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Conservación de outliers leves por ser representativos del mercado.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Ajuste/truncado de valores extremos no realistas.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Manejo de faltantes: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Identificación del mecanismo (Little’s Test → no MCAR; faltantes MAR).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Imputación KNN</a:t>
            </a:r>
            <a:r>
              <a:rPr lang="en">
                <a:solidFill>
                  <a:schemeClr val="dk1"/>
                </a:solidFill>
              </a:rPr>
              <a:t> preservando relaciones multivariadas.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Ajustes manuales (redondeos en variables categóricas).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Ingeniería de variables: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Creación de </a:t>
            </a:r>
            <a:r>
              <a:rPr b="1" lang="en">
                <a:solidFill>
                  <a:schemeClr val="dk1"/>
                </a:solidFill>
              </a:rPr>
              <a:t>distancia al subte</a:t>
            </a:r>
            <a:r>
              <a:rPr lang="en">
                <a:solidFill>
                  <a:schemeClr val="dk1"/>
                </a:solidFill>
              </a:rPr>
              <a:t> (geolocalización + Haversine).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Grupos de antigüedad, categorías de renovación y tipos de construcción.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Validación estadística: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Tests de normalidad, correlaciones, pruebas no paramétricas, regresiones.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1060cff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1060cff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chemeClr val="dk1"/>
                </a:solidFill>
              </a:rPr>
              <a:t>🏠 1. El mercado está fuertemente segmentado por tamaño</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Las propiedades pequeñas tienen </a:t>
            </a:r>
            <a:r>
              <a:rPr b="1" lang="en">
                <a:solidFill>
                  <a:schemeClr val="dk1"/>
                </a:solidFill>
              </a:rPr>
              <a:t>mayor precio por m²</a:t>
            </a:r>
            <a:r>
              <a:rPr lang="en">
                <a:solidFill>
                  <a:schemeClr val="dk1"/>
                </a:solidFill>
              </a:rPr>
              <a:t> y generan </a:t>
            </a:r>
            <a:r>
              <a:rPr b="1" lang="en">
                <a:solidFill>
                  <a:schemeClr val="dk1"/>
                </a:solidFill>
              </a:rPr>
              <a:t>más retorno</a:t>
            </a:r>
            <a:r>
              <a:rPr lang="en">
                <a:solidFill>
                  <a:schemeClr val="dk1"/>
                </a:solidFill>
              </a:rPr>
              <a:t> por unidad de superficie.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Implica que Lianjia debe </a:t>
            </a:r>
            <a:r>
              <a:rPr b="1" lang="en">
                <a:solidFill>
                  <a:schemeClr val="dk1"/>
                </a:solidFill>
              </a:rPr>
              <a:t>priorizar listings chicos y renovados</a:t>
            </a:r>
            <a:r>
              <a:rPr lang="en">
                <a:solidFill>
                  <a:schemeClr val="dk1"/>
                </a:solidFill>
              </a:rPr>
              <a:t> en visibilidad.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 2. La ubicación y accesibilidad explican una parte clave del valor</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 </a:t>
            </a:r>
            <a:r>
              <a:rPr b="1" lang="en">
                <a:solidFill>
                  <a:schemeClr val="dk1"/>
                </a:solidFill>
              </a:rPr>
              <a:t>cercanía al metro</a:t>
            </a:r>
            <a:r>
              <a:rPr lang="en">
                <a:solidFill>
                  <a:schemeClr val="dk1"/>
                </a:solidFill>
              </a:rPr>
              <a:t> aumenta significativamente el precio por m².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Explorar esta variable permite </a:t>
            </a:r>
            <a:r>
              <a:rPr b="1" lang="en">
                <a:solidFill>
                  <a:schemeClr val="dk1"/>
                </a:solidFill>
              </a:rPr>
              <a:t>mejorar la precisión del pricing</a:t>
            </a:r>
            <a:r>
              <a:rPr lang="en">
                <a:solidFill>
                  <a:schemeClr val="dk1"/>
                </a:solidFill>
              </a:rPr>
              <a:t> y el ordenamiento del feed.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 3. La calidad y el tipo de construcción determinan expectativas de precio</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Renovación, antigüedad y tipo de edificio están asociadas a </a:t>
            </a:r>
            <a:r>
              <a:rPr b="1" lang="en">
                <a:solidFill>
                  <a:schemeClr val="dk1"/>
                </a:solidFill>
              </a:rPr>
              <a:t>niveles de valor diferenciados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El mercado se organiza en clusters estructurales, útil para </a:t>
            </a:r>
            <a:r>
              <a:rPr b="1" lang="en">
                <a:solidFill>
                  <a:schemeClr val="dk1"/>
                </a:solidFill>
              </a:rPr>
              <a:t>segmentación y targeting</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 4. La popularidad del aviso (followers) refleja percepción de valor</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Más seguidores → mayor probabilidad de consultas y mayor precio por m².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Métrica clave para </a:t>
            </a:r>
            <a:r>
              <a:rPr b="1" lang="en">
                <a:solidFill>
                  <a:schemeClr val="dk1"/>
                </a:solidFill>
              </a:rPr>
              <a:t>destacar publicaciones con demanda latente</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 5. Las relaciones no son lineales: el modelo predictivo captura mejor el comportamiento real</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El Random Forest explicó </a:t>
            </a:r>
            <a:r>
              <a:rPr b="1" lang="en">
                <a:solidFill>
                  <a:schemeClr val="dk1"/>
                </a:solidFill>
              </a:rPr>
              <a:t>~94% del precio total</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Esto permite a Lianjia implementar </a:t>
            </a:r>
            <a:r>
              <a:rPr b="1" lang="en">
                <a:solidFill>
                  <a:schemeClr val="dk1"/>
                </a:solidFill>
              </a:rPr>
              <a:t>pricing asistido por modelo</a:t>
            </a:r>
            <a:r>
              <a:rPr lang="en">
                <a:solidFill>
                  <a:schemeClr val="dk1"/>
                </a:solidFill>
              </a:rPr>
              <a:t> con alto nivel de precisión.</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2400"/>
              </a:spcBef>
              <a:spcAft>
                <a:spcPts val="0"/>
              </a:spcAft>
              <a:buNone/>
            </a:pPr>
            <a:r>
              <a:rPr b="1" lang="en" sz="2300">
                <a:solidFill>
                  <a:schemeClr val="dk1"/>
                </a:solidFill>
              </a:rPr>
              <a:t>🗣️ Texto para decir (35–45 segundos)</a:t>
            </a:r>
            <a:endParaRPr b="1" sz="2300">
              <a:solidFill>
                <a:schemeClr val="dk1"/>
              </a:solidFill>
            </a:endParaRPr>
          </a:p>
          <a:p>
            <a:pPr indent="0" lvl="0" marL="0" rtl="0" algn="l">
              <a:lnSpc>
                <a:spcPct val="115000"/>
              </a:lnSpc>
              <a:spcBef>
                <a:spcPts val="1200"/>
              </a:spcBef>
              <a:spcAft>
                <a:spcPts val="0"/>
              </a:spcAft>
              <a:buNone/>
            </a:pPr>
            <a:r>
              <a:rPr lang="en">
                <a:solidFill>
                  <a:schemeClr val="dk1"/>
                </a:solidFill>
              </a:rPr>
              <a:t>“Al analizar los datos encontramos varios patrones muy relevantes para Lianjia.</a:t>
            </a:r>
            <a:br>
              <a:rPr lang="en">
                <a:solidFill>
                  <a:schemeClr val="dk1"/>
                </a:solidFill>
              </a:rPr>
            </a:br>
            <a:r>
              <a:rPr lang="en">
                <a:solidFill>
                  <a:schemeClr val="dk1"/>
                </a:solidFill>
              </a:rPr>
              <a:t>Primero, el mercado está claramente segmentado por tamaño: las propiedades más pequeñas generan un precio por metro cuadrado más alto, lo que las convierte en unidades de alto retorno para la plataforma.</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Segundo, la accesibilidad —especialmente la cercanía al metro— es uno de los determinantes más fuertes del precio, lo cual es clave para mejorar el algoritmo de pricing y el ordenamiento del feed.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También observamos que la calidad del edificio, su renovación y su antigüedad definen expectativas de valor bastante consistentes, lo que permite segmentar el stock de manera más estratégica.</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Otro insight es que la popularidad del aviso, medida por followers, está alineada con el valor percibido por el mercado. Esto es fundamental para identificar listings con demanda latente.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 por último, confirmamos que las relaciones entre variables no son lineales. Por eso un modelo como Random Forest funcionó muy bien y puede ser utilizado por Lianjia para predecir precios con alta precisión.”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67e2e120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a67e2e120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Fuentes de datos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Dataset principal:</a:t>
            </a:r>
            <a:r>
              <a:rPr lang="en">
                <a:solidFill>
                  <a:schemeClr val="dk1"/>
                </a:solidFill>
              </a:rPr>
              <a:t> </a:t>
            </a:r>
            <a:r>
              <a:rPr i="1" lang="en">
                <a:solidFill>
                  <a:schemeClr val="dk1"/>
                </a:solidFill>
              </a:rPr>
              <a:t>Housing Prices in Beijing</a:t>
            </a:r>
            <a:r>
              <a:rPr lang="en">
                <a:solidFill>
                  <a:schemeClr val="dk1"/>
                </a:solidFill>
              </a:rPr>
              <a:t> (Kaggle).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Datos complementarios:</a:t>
            </a:r>
            <a:r>
              <a:rPr lang="en">
                <a:solidFill>
                  <a:schemeClr val="dk1"/>
                </a:solidFill>
              </a:rPr>
              <a:t> Ubicación de estaciones de subte (scrapeo de GitHub).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Período:</a:t>
            </a:r>
            <a:r>
              <a:rPr lang="en">
                <a:solidFill>
                  <a:schemeClr val="dk1"/>
                </a:solidFill>
              </a:rPr>
              <a:t> 2011–2017.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Tipo de propiedades:</a:t>
            </a:r>
            <a:r>
              <a:rPr lang="en">
                <a:solidFill>
                  <a:schemeClr val="dk1"/>
                </a:solidFill>
              </a:rPr>
              <a:t> Solo ventas de inmuebles (no incluye alquileres).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Estructura del dataset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Variables estructurales:</a:t>
            </a:r>
            <a:r>
              <a:rPr lang="en">
                <a:solidFill>
                  <a:schemeClr val="dk1"/>
                </a:solidFill>
              </a:rPr>
              <a:t> superficie, cantidad de habitaciones, tipo de edificio, estado de renovación.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localización:</a:t>
            </a:r>
            <a:r>
              <a:rPr lang="en">
                <a:solidFill>
                  <a:schemeClr val="dk1"/>
                </a:solidFill>
              </a:rPr>
              <a:t> barrio/comunidad, distancia al subte (creada), población del distrito.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mercado:</a:t>
            </a:r>
            <a:r>
              <a:rPr lang="en">
                <a:solidFill>
                  <a:schemeClr val="dk1"/>
                </a:solidFill>
              </a:rPr>
              <a:t> precio total, precio por m², followers, días en mercado (DOM).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Registros:</a:t>
            </a:r>
            <a:r>
              <a:rPr lang="en">
                <a:solidFill>
                  <a:schemeClr val="dk1"/>
                </a:solidFill>
              </a:rPr>
              <a:t> miles de operaciones en Beijing (dataset completo &gt; tamaño permitido en GitHub).</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Principales transformaciones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Limpieza: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Eliminación de duplicados y filas con datos incoherentes.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Corrección de formatos y tipos de datos.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Recalculo de </a:t>
            </a:r>
            <a:r>
              <a:rPr lang="en">
                <a:solidFill>
                  <a:srgbClr val="188038"/>
                </a:solidFill>
                <a:latin typeface="Roboto Mono"/>
                <a:ea typeface="Roboto Mono"/>
                <a:cs typeface="Roboto Mono"/>
                <a:sym typeface="Roboto Mono"/>
              </a:rPr>
              <a:t>totalPrice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Tratamiento de outliers: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Conservación de outliers leves por ser representativos del mercado.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Ajuste/truncado de valores extremos no realistas.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Manejo de faltantes: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Identificación del mecanismo (Little’s Test → no MCAR; faltantes MAR).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Imputación KNN</a:t>
            </a:r>
            <a:r>
              <a:rPr lang="en">
                <a:solidFill>
                  <a:schemeClr val="dk1"/>
                </a:solidFill>
              </a:rPr>
              <a:t> preservando relaciones multivariadas.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Ajustes manuales (redondeos en variables categóricas).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Ingeniería de variables: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Creación de </a:t>
            </a:r>
            <a:r>
              <a:rPr b="1" lang="en">
                <a:solidFill>
                  <a:schemeClr val="dk1"/>
                </a:solidFill>
              </a:rPr>
              <a:t>distancia al subte</a:t>
            </a:r>
            <a:r>
              <a:rPr lang="en">
                <a:solidFill>
                  <a:schemeClr val="dk1"/>
                </a:solidFill>
              </a:rPr>
              <a:t> (geolocalización + Haversine).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Grupos de antigüedad, categorías de renovación y tipos de construcción.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Validación estadística: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Tests de normalidad, correlaciones, pruebas no paramétricas, regresiones.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67e2e1203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a67e2e1203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Fuentes de datos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Dataset principal:</a:t>
            </a:r>
            <a:r>
              <a:rPr lang="en">
                <a:solidFill>
                  <a:schemeClr val="dk1"/>
                </a:solidFill>
              </a:rPr>
              <a:t> </a:t>
            </a:r>
            <a:r>
              <a:rPr i="1" lang="en">
                <a:solidFill>
                  <a:schemeClr val="dk1"/>
                </a:solidFill>
              </a:rPr>
              <a:t>Housing Prices in Beijing</a:t>
            </a:r>
            <a:r>
              <a:rPr lang="en">
                <a:solidFill>
                  <a:schemeClr val="dk1"/>
                </a:solidFill>
              </a:rPr>
              <a:t> (Kaggle).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Datos complementarios:</a:t>
            </a:r>
            <a:r>
              <a:rPr lang="en">
                <a:solidFill>
                  <a:schemeClr val="dk1"/>
                </a:solidFill>
              </a:rPr>
              <a:t> Ubicación de estaciones de subte (scrapeo de GitHub).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Período:</a:t>
            </a:r>
            <a:r>
              <a:rPr lang="en">
                <a:solidFill>
                  <a:schemeClr val="dk1"/>
                </a:solidFill>
              </a:rPr>
              <a:t> 2011–2017.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Tipo de propiedades:</a:t>
            </a:r>
            <a:r>
              <a:rPr lang="en">
                <a:solidFill>
                  <a:schemeClr val="dk1"/>
                </a:solidFill>
              </a:rPr>
              <a:t> Solo ventas de inmuebles (no incluye alquileres).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Estructura del dataset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Variables estructurales:</a:t>
            </a:r>
            <a:r>
              <a:rPr lang="en">
                <a:solidFill>
                  <a:schemeClr val="dk1"/>
                </a:solidFill>
              </a:rPr>
              <a:t> superficie, cantidad de habitaciones, tipo de edificio, estado de renovación.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localización:</a:t>
            </a:r>
            <a:r>
              <a:rPr lang="en">
                <a:solidFill>
                  <a:schemeClr val="dk1"/>
                </a:solidFill>
              </a:rPr>
              <a:t> barrio/comunidad, distancia al subte (creada), población del distrito.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mercado:</a:t>
            </a:r>
            <a:r>
              <a:rPr lang="en">
                <a:solidFill>
                  <a:schemeClr val="dk1"/>
                </a:solidFill>
              </a:rPr>
              <a:t> precio total, precio por m², followers, días en mercado (DOM).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Registros:</a:t>
            </a:r>
            <a:r>
              <a:rPr lang="en">
                <a:solidFill>
                  <a:schemeClr val="dk1"/>
                </a:solidFill>
              </a:rPr>
              <a:t> miles de operaciones en Beijing (dataset completo &gt; tamaño permitido en GitHub).</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Principales transformaciones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Limpieza: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Eliminación de duplicados y filas con datos incoherentes.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Corrección de formatos y tipos de datos.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Recalculo de </a:t>
            </a:r>
            <a:r>
              <a:rPr lang="en">
                <a:solidFill>
                  <a:srgbClr val="188038"/>
                </a:solidFill>
                <a:latin typeface="Roboto Mono"/>
                <a:ea typeface="Roboto Mono"/>
                <a:cs typeface="Roboto Mono"/>
                <a:sym typeface="Roboto Mono"/>
              </a:rPr>
              <a:t>totalPrice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Tratamiento de outliers: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Conservación de outliers leves por ser representativos del mercado.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Ajuste/truncado de valores extremos no realistas.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Manejo de faltantes: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Identificación del mecanismo (Little’s Test → no MCAR; faltantes MAR).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Imputación KNN</a:t>
            </a:r>
            <a:r>
              <a:rPr lang="en">
                <a:solidFill>
                  <a:schemeClr val="dk1"/>
                </a:solidFill>
              </a:rPr>
              <a:t> preservando relaciones multivariadas.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Ajustes manuales (redondeos en variables categóricas).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Ingeniería de variables: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Creación de </a:t>
            </a:r>
            <a:r>
              <a:rPr b="1" lang="en">
                <a:solidFill>
                  <a:schemeClr val="dk1"/>
                </a:solidFill>
              </a:rPr>
              <a:t>distancia al subte</a:t>
            </a:r>
            <a:r>
              <a:rPr lang="en">
                <a:solidFill>
                  <a:schemeClr val="dk1"/>
                </a:solidFill>
              </a:rPr>
              <a:t> (geolocalización + Haversine).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Grupos de antigüedad, categorías de renovación y tipos de construcción.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Validación estadística: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Tests de normalidad, correlaciones, pruebas no paramétricas, regresiones.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67e2e120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a67e2e120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Fuentes de datos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Dataset principal:</a:t>
            </a:r>
            <a:r>
              <a:rPr lang="en">
                <a:solidFill>
                  <a:schemeClr val="dk1"/>
                </a:solidFill>
              </a:rPr>
              <a:t> </a:t>
            </a:r>
            <a:r>
              <a:rPr i="1" lang="en">
                <a:solidFill>
                  <a:schemeClr val="dk1"/>
                </a:solidFill>
              </a:rPr>
              <a:t>Housing Prices in Beijing</a:t>
            </a:r>
            <a:r>
              <a:rPr lang="en">
                <a:solidFill>
                  <a:schemeClr val="dk1"/>
                </a:solidFill>
              </a:rPr>
              <a:t> (Kaggle).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Datos complementarios:</a:t>
            </a:r>
            <a:r>
              <a:rPr lang="en">
                <a:solidFill>
                  <a:schemeClr val="dk1"/>
                </a:solidFill>
              </a:rPr>
              <a:t> Ubicación de estaciones de subte (scrapeo de GitHub).</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Período:</a:t>
            </a:r>
            <a:r>
              <a:rPr lang="en">
                <a:solidFill>
                  <a:schemeClr val="dk1"/>
                </a:solidFill>
              </a:rPr>
              <a:t> 2011–2017.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Tipo de propiedades:</a:t>
            </a:r>
            <a:r>
              <a:rPr lang="en">
                <a:solidFill>
                  <a:schemeClr val="dk1"/>
                </a:solidFill>
              </a:rPr>
              <a:t> Solo ventas de inmuebles (no incluye alquileres).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Estructura del dataset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Variables estructurales:</a:t>
            </a:r>
            <a:r>
              <a:rPr lang="en">
                <a:solidFill>
                  <a:schemeClr val="dk1"/>
                </a:solidFill>
              </a:rPr>
              <a:t> superficie, cantidad de habitaciones, tipo de edificio, estado de renovación.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localización:</a:t>
            </a:r>
            <a:r>
              <a:rPr lang="en">
                <a:solidFill>
                  <a:schemeClr val="dk1"/>
                </a:solidFill>
              </a:rPr>
              <a:t> barrio/comunidad, distancia al subte (creada), población del distrito.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Variables de mercado:</a:t>
            </a:r>
            <a:r>
              <a:rPr lang="en">
                <a:solidFill>
                  <a:schemeClr val="dk1"/>
                </a:solidFill>
              </a:rPr>
              <a:t> precio total, precio por m², followers, días en mercado (DOM).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Registros:</a:t>
            </a:r>
            <a:r>
              <a:rPr lang="en">
                <a:solidFill>
                  <a:schemeClr val="dk1"/>
                </a:solidFill>
              </a:rPr>
              <a:t> miles de operaciones en Beijing (dataset completo &gt; tamaño permitido en GitHub).</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Principales transformaciones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Limpieza: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Eliminación de duplicados y filas con datos incoherentes.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Corrección de formatos y tipos de datos.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Recalculo de </a:t>
            </a:r>
            <a:r>
              <a:rPr lang="en">
                <a:solidFill>
                  <a:srgbClr val="188038"/>
                </a:solidFill>
                <a:latin typeface="Roboto Mono"/>
                <a:ea typeface="Roboto Mono"/>
                <a:cs typeface="Roboto Mono"/>
                <a:sym typeface="Roboto Mono"/>
              </a:rPr>
              <a:t>totalPrice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Tratamiento de outliers: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Conservación de outliers leves por ser representativos del mercado.</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Ajuste/truncado de valores extremos no realistas.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Manejo de faltantes: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Identificación del mecanismo (Little’s Test → no MCAR; faltantes MAR).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Imputación KNN</a:t>
            </a:r>
            <a:r>
              <a:rPr lang="en">
                <a:solidFill>
                  <a:schemeClr val="dk1"/>
                </a:solidFill>
              </a:rPr>
              <a:t> preservando relaciones multivariadas.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Ajustes manuales (redondeos en variables categóricas).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Ingeniería de variables: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Creación de </a:t>
            </a:r>
            <a:r>
              <a:rPr b="1" lang="en">
                <a:solidFill>
                  <a:schemeClr val="dk1"/>
                </a:solidFill>
              </a:rPr>
              <a:t>distancia al subte</a:t>
            </a:r>
            <a:r>
              <a:rPr lang="en">
                <a:solidFill>
                  <a:schemeClr val="dk1"/>
                </a:solidFill>
              </a:rPr>
              <a:t> (geolocalización + Haversine).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Grupos de antigüedad, categorías de renovación y tipos de construcción.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Validación estadística: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Tests de normalidad, correlaciones, pruebas no paramétricas, regresiones.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58de45294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58de45294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8d8e9c849d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8d8e9c849d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8d44b15066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8d44b15066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8badc59791_2_2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8badc59791_2_2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1. Integrar el modelo de pricing en la plataforma</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Implementar </a:t>
            </a:r>
            <a:r>
              <a:rPr b="1" lang="en">
                <a:solidFill>
                  <a:schemeClr val="dk1"/>
                </a:solidFill>
              </a:rPr>
              <a:t>pricing sugerido</a:t>
            </a:r>
            <a:r>
              <a:rPr lang="en">
                <a:solidFill>
                  <a:schemeClr val="dk1"/>
                </a:solidFill>
              </a:rPr>
              <a:t> dentro del flujo de alta de una propiedad.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Alertas automáticas para listings </a:t>
            </a:r>
            <a:r>
              <a:rPr b="1" lang="en">
                <a:solidFill>
                  <a:schemeClr val="dk1"/>
                </a:solidFill>
              </a:rPr>
              <a:t>sobrevaluados / subvaluados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Comparativa en tiempo real con propiedades similares.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2. Monitoreo continuo del mercado</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Actualizar el modelo con datos </a:t>
            </a:r>
            <a:r>
              <a:rPr b="1" lang="en">
                <a:solidFill>
                  <a:schemeClr val="dk1"/>
                </a:solidFill>
              </a:rPr>
              <a:t>diarios/semanales</a:t>
            </a:r>
            <a:r>
              <a:rPr lang="en">
                <a:solidFill>
                  <a:schemeClr val="dk1"/>
                </a:solidFill>
              </a:rPr>
              <a:t> del mercado.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Detectar </a:t>
            </a:r>
            <a:r>
              <a:rPr b="1" lang="en">
                <a:solidFill>
                  <a:schemeClr val="dk1"/>
                </a:solidFill>
              </a:rPr>
              <a:t>cambios de tendencia</a:t>
            </a:r>
            <a:r>
              <a:rPr lang="en">
                <a:solidFill>
                  <a:schemeClr val="dk1"/>
                </a:solidFill>
              </a:rPr>
              <a:t> en precio, demanda y popularidad.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Dashboard interno con indicadores clave para el equipo comercial.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3. Mejorar el modelo predictivo</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Incluir variables adicionales: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terminaciones / amenities,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fotos (visión por computadora),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texto del anuncio (NLP).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Probar modelos híbridos y variantes de XGBoost / LightGBM.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Validación cruzada por distrito.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4. Profundizar análisis geoespacial</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Mapas de calor de valor por m² en distintas horas y épocas.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Identificación de </a:t>
            </a:r>
            <a:r>
              <a:rPr b="1" lang="en">
                <a:solidFill>
                  <a:schemeClr val="dk1"/>
                </a:solidFill>
              </a:rPr>
              <a:t>microzonas</a:t>
            </a:r>
            <a:r>
              <a:rPr lang="en">
                <a:solidFill>
                  <a:schemeClr val="dk1"/>
                </a:solidFill>
              </a:rPr>
              <a:t> emergentes alrededor del metro.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Modelos de accesibilidad extendida (autobús, bicisenda, puntos de interés).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5. Incorporar comportamiento del usuario</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Modelar probabilidad de clic, guardado y consulta.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Integrar </a:t>
            </a:r>
            <a:r>
              <a:rPr b="1" lang="en">
                <a:solidFill>
                  <a:schemeClr val="dk1"/>
                </a:solidFill>
              </a:rPr>
              <a:t>demanda real</a:t>
            </a:r>
            <a:r>
              <a:rPr lang="en">
                <a:solidFill>
                  <a:schemeClr val="dk1"/>
                </a:solidFill>
              </a:rPr>
              <a:t> al algoritmo de ordenamiento.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Medir elasticidad del precio según engagement.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 6. Colaboración con desarrolladores y agentes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Proveer reportes automáticos de </a:t>
            </a:r>
            <a:r>
              <a:rPr b="1" lang="en">
                <a:solidFill>
                  <a:schemeClr val="dk1"/>
                </a:solidFill>
              </a:rPr>
              <a:t>zonas prioritarias</a:t>
            </a:r>
            <a:r>
              <a:rPr lang="en">
                <a:solidFill>
                  <a:schemeClr val="dk1"/>
                </a:solidFill>
              </a:rPr>
              <a:t> para nuevas obras.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Recomendaciones de </a:t>
            </a:r>
            <a:r>
              <a:rPr b="1" lang="en">
                <a:solidFill>
                  <a:schemeClr val="dk1"/>
                </a:solidFill>
              </a:rPr>
              <a:t>tipologías óptimas</a:t>
            </a:r>
            <a:r>
              <a:rPr lang="en">
                <a:solidFill>
                  <a:schemeClr val="dk1"/>
                </a:solidFill>
              </a:rPr>
              <a:t> según rentabilidad.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Integrar el modelo en la app interna de agentes.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 Texto para decir (40–50 segundos)</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“Como próximos pasos, proponemos integrar el modelo de pricing directamente en la plataforma de Lianjia para sugerir precios en tiempo real y alertar sobre propiedades mal valuadas.</a:t>
            </a:r>
            <a:br>
              <a:rPr lang="en">
                <a:solidFill>
                  <a:schemeClr val="dk1"/>
                </a:solidFill>
              </a:rPr>
            </a:br>
            <a:r>
              <a:rPr lang="en">
                <a:solidFill>
                  <a:schemeClr val="dk1"/>
                </a:solidFill>
              </a:rPr>
              <a:t>También es clave mantener un monitoreo continuo del mercado, porque Beijing cambia todo el tiempo y las tendencias deben actualizarse de forma dinámica.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Otra línea futura es mejorar el modelo predictivo incorporando nuevas fuentes de datos: análisis de imágenes, texto del anuncio, amenities y variables geoespaciales más ricas.</a:t>
            </a:r>
            <a:br>
              <a:rPr lang="en">
                <a:solidFill>
                  <a:schemeClr val="dk1"/>
                </a:solidFill>
              </a:rPr>
            </a:br>
            <a:r>
              <a:rPr lang="en">
                <a:solidFill>
                  <a:schemeClr val="dk1"/>
                </a:solidFill>
              </a:rPr>
              <a:t>Además, podemos avanzar en el modelado del comportamiento del usuario, lo que permitiría un feed más inteligente, basado en probabilidad de clic y demanda real.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Por último, estos resultados abren oportunidades de colaboración con desarrolladores para identificar zonas con potencial y optimizar nuevos proyectos.</a:t>
            </a:r>
            <a:br>
              <a:rPr lang="en">
                <a:solidFill>
                  <a:schemeClr val="dk1"/>
                </a:solidFill>
              </a:rPr>
            </a:br>
            <a:r>
              <a:rPr lang="en">
                <a:solidFill>
                  <a:schemeClr val="dk1"/>
                </a:solidFill>
              </a:rPr>
              <a:t>En conjunto, estos pasos permiten que Lianjia evolucione hacia una plataforma cada vez más basada en datos y decisiones inteligentes.”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5704691" y="1476452"/>
            <a:ext cx="2723700" cy="12714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5200"/>
              <a:buNone/>
              <a:defRPr sz="4000">
                <a:solidFill>
                  <a:schemeClr val="dk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5704585" y="2713552"/>
            <a:ext cx="2723700" cy="69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solidFill>
                  <a:schemeClr val="dk1"/>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710275" y="536650"/>
            <a:ext cx="7723500" cy="4812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4"/>
          <p:cNvSpPr txBox="1"/>
          <p:nvPr>
            <p:ph idx="1" type="body"/>
          </p:nvPr>
        </p:nvSpPr>
        <p:spPr>
          <a:xfrm>
            <a:off x="710275" y="1152475"/>
            <a:ext cx="7723500" cy="345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1600"/>
              </a:spcBef>
              <a:spcAft>
                <a:spcPts val="0"/>
              </a:spcAft>
              <a:buSzPts val="1200"/>
              <a:buChar char="○"/>
              <a:defRPr/>
            </a:lvl2pPr>
            <a:lvl3pPr indent="-304800" lvl="2" marL="1371600">
              <a:spcBef>
                <a:spcPts val="1600"/>
              </a:spcBef>
              <a:spcAft>
                <a:spcPts val="0"/>
              </a:spcAft>
              <a:buSzPts val="1200"/>
              <a:buChar char="■"/>
              <a:defRPr/>
            </a:lvl3pPr>
            <a:lvl4pPr indent="-304800" lvl="3" marL="1828800">
              <a:spcBef>
                <a:spcPts val="1600"/>
              </a:spcBef>
              <a:spcAft>
                <a:spcPts val="0"/>
              </a:spcAft>
              <a:buSzPts val="1200"/>
              <a:buChar char="●"/>
              <a:defRPr/>
            </a:lvl4pPr>
            <a:lvl5pPr indent="-304800" lvl="4" marL="2286000">
              <a:spcBef>
                <a:spcPts val="1600"/>
              </a:spcBef>
              <a:spcAft>
                <a:spcPts val="0"/>
              </a:spcAft>
              <a:buSzPts val="1200"/>
              <a:buChar char="○"/>
              <a:defRPr/>
            </a:lvl5pPr>
            <a:lvl6pPr indent="-304800" lvl="5" marL="2743200">
              <a:spcBef>
                <a:spcPts val="1600"/>
              </a:spcBef>
              <a:spcAft>
                <a:spcPts val="0"/>
              </a:spcAft>
              <a:buSzPts val="1200"/>
              <a:buChar char="■"/>
              <a:defRPr/>
            </a:lvl6pPr>
            <a:lvl7pPr indent="-304800" lvl="6" marL="3200400">
              <a:spcBef>
                <a:spcPts val="1600"/>
              </a:spcBef>
              <a:spcAft>
                <a:spcPts val="0"/>
              </a:spcAft>
              <a:buSzPts val="1200"/>
              <a:buChar char="●"/>
              <a:defRPr/>
            </a:lvl7pPr>
            <a:lvl8pPr indent="-304800" lvl="7" marL="3657600">
              <a:spcBef>
                <a:spcPts val="1600"/>
              </a:spcBef>
              <a:spcAft>
                <a:spcPts val="0"/>
              </a:spcAft>
              <a:buSzPts val="1200"/>
              <a:buChar char="○"/>
              <a:defRPr/>
            </a:lvl8pPr>
            <a:lvl9pPr indent="-304800" lvl="8" marL="4114800">
              <a:spcBef>
                <a:spcPts val="1600"/>
              </a:spcBef>
              <a:spcAft>
                <a:spcPts val="1600"/>
              </a:spcAft>
              <a:buSzPts val="1200"/>
              <a:buChar char="■"/>
              <a:defRPr/>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710275" y="536650"/>
            <a:ext cx="7723500" cy="4812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1" name="Google Shape;21;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2" name="Google Shape;2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2857489" y="536650"/>
            <a:ext cx="3429000" cy="481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dk1"/>
                </a:solidFill>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 name="Google Shape;27;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 name="Google Shape;35;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1600"/>
              </a:spcBef>
              <a:spcAft>
                <a:spcPts val="0"/>
              </a:spcAft>
              <a:buSzPts val="1200"/>
              <a:buChar char="○"/>
              <a:defRPr/>
            </a:lvl2pPr>
            <a:lvl3pPr indent="-304800" lvl="2" marL="1371600">
              <a:spcBef>
                <a:spcPts val="1600"/>
              </a:spcBef>
              <a:spcAft>
                <a:spcPts val="0"/>
              </a:spcAft>
              <a:buSzPts val="1200"/>
              <a:buChar char="■"/>
              <a:defRPr/>
            </a:lvl3pPr>
            <a:lvl4pPr indent="-304800" lvl="3" marL="1828800">
              <a:spcBef>
                <a:spcPts val="1600"/>
              </a:spcBef>
              <a:spcAft>
                <a:spcPts val="0"/>
              </a:spcAft>
              <a:buSzPts val="1200"/>
              <a:buChar char="●"/>
              <a:defRPr/>
            </a:lvl4pPr>
            <a:lvl5pPr indent="-304800" lvl="4" marL="2286000">
              <a:spcBef>
                <a:spcPts val="1600"/>
              </a:spcBef>
              <a:spcAft>
                <a:spcPts val="0"/>
              </a:spcAft>
              <a:buSzPts val="1200"/>
              <a:buChar char="○"/>
              <a:defRPr/>
            </a:lvl5pPr>
            <a:lvl6pPr indent="-304800" lvl="5" marL="2743200">
              <a:spcBef>
                <a:spcPts val="1600"/>
              </a:spcBef>
              <a:spcAft>
                <a:spcPts val="0"/>
              </a:spcAft>
              <a:buSzPts val="1200"/>
              <a:buChar char="■"/>
              <a:defRPr/>
            </a:lvl6pPr>
            <a:lvl7pPr indent="-304800" lvl="6" marL="3200400">
              <a:spcBef>
                <a:spcPts val="1600"/>
              </a:spcBef>
              <a:spcAft>
                <a:spcPts val="0"/>
              </a:spcAft>
              <a:buSzPts val="1200"/>
              <a:buChar char="●"/>
              <a:defRPr/>
            </a:lvl7pPr>
            <a:lvl8pPr indent="-304800" lvl="7" marL="3657600">
              <a:spcBef>
                <a:spcPts val="1600"/>
              </a:spcBef>
              <a:spcAft>
                <a:spcPts val="0"/>
              </a:spcAft>
              <a:buSzPts val="1200"/>
              <a:buChar char="○"/>
              <a:defRPr/>
            </a:lvl8pPr>
            <a:lvl9pPr indent="-304800" lvl="8" marL="4114800">
              <a:spcBef>
                <a:spcPts val="1600"/>
              </a:spcBef>
              <a:spcAft>
                <a:spcPts val="1600"/>
              </a:spcAft>
              <a:buSzPts val="1200"/>
              <a:buChar char="■"/>
              <a:defRPr/>
            </a:lvl9pPr>
          </a:lstStyle>
          <a:p/>
        </p:txBody>
      </p:sp>
      <p:sp>
        <p:nvSpPr>
          <p:cNvPr id="37" name="Google Shape;3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1600"/>
              </a:spcBef>
              <a:spcAft>
                <a:spcPts val="0"/>
              </a:spcAft>
              <a:buSzPts val="1200"/>
              <a:buChar char="○"/>
              <a:defRPr/>
            </a:lvl2pPr>
            <a:lvl3pPr indent="-304800" lvl="2" marL="1371600" algn="ctr">
              <a:spcBef>
                <a:spcPts val="1600"/>
              </a:spcBef>
              <a:spcAft>
                <a:spcPts val="0"/>
              </a:spcAft>
              <a:buSzPts val="1200"/>
              <a:buChar char="■"/>
              <a:defRPr/>
            </a:lvl3pPr>
            <a:lvl4pPr indent="-304800" lvl="3" marL="1828800" algn="ctr">
              <a:spcBef>
                <a:spcPts val="1600"/>
              </a:spcBef>
              <a:spcAft>
                <a:spcPts val="0"/>
              </a:spcAft>
              <a:buSzPts val="1200"/>
              <a:buChar char="●"/>
              <a:defRPr/>
            </a:lvl4pPr>
            <a:lvl5pPr indent="-304800" lvl="4" marL="2286000" algn="ctr">
              <a:spcBef>
                <a:spcPts val="1600"/>
              </a:spcBef>
              <a:spcAft>
                <a:spcPts val="0"/>
              </a:spcAft>
              <a:buSzPts val="1200"/>
              <a:buChar char="○"/>
              <a:defRPr/>
            </a:lvl5pPr>
            <a:lvl6pPr indent="-304800" lvl="5" marL="2743200" algn="ctr">
              <a:spcBef>
                <a:spcPts val="1600"/>
              </a:spcBef>
              <a:spcAft>
                <a:spcPts val="0"/>
              </a:spcAft>
              <a:buSzPts val="1200"/>
              <a:buChar char="■"/>
              <a:defRPr/>
            </a:lvl6pPr>
            <a:lvl7pPr indent="-304800" lvl="6" marL="3200400" algn="ctr">
              <a:spcBef>
                <a:spcPts val="1600"/>
              </a:spcBef>
              <a:spcAft>
                <a:spcPts val="0"/>
              </a:spcAft>
              <a:buSzPts val="1200"/>
              <a:buChar char="●"/>
              <a:defRPr/>
            </a:lvl7pPr>
            <a:lvl8pPr indent="-304800" lvl="7" marL="3657600" algn="ctr">
              <a:spcBef>
                <a:spcPts val="1600"/>
              </a:spcBef>
              <a:spcAft>
                <a:spcPts val="0"/>
              </a:spcAft>
              <a:buSzPts val="1200"/>
              <a:buChar char="○"/>
              <a:defRPr/>
            </a:lvl8pPr>
            <a:lvl9pPr indent="-304800" lvl="8" marL="4114800" algn="ctr">
              <a:spcBef>
                <a:spcPts val="1600"/>
              </a:spcBef>
              <a:spcAft>
                <a:spcPts val="1600"/>
              </a:spcAft>
              <a:buSzPts val="12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One Column 1">
  <p:cSld name="CUSTOM">
    <p:spTree>
      <p:nvGrpSpPr>
        <p:cNvPr id="46" name="Shape 46"/>
        <p:cNvGrpSpPr/>
        <p:nvPr/>
      </p:nvGrpSpPr>
      <p:grpSpPr>
        <a:xfrm>
          <a:off x="0" y="0"/>
          <a:ext cx="0" cy="0"/>
          <a:chOff x="0" y="0"/>
          <a:chExt cx="0" cy="0"/>
        </a:xfrm>
      </p:grpSpPr>
      <p:sp>
        <p:nvSpPr>
          <p:cNvPr id="47" name="Google Shape;47;p13"/>
          <p:cNvSpPr txBox="1"/>
          <p:nvPr>
            <p:ph type="title"/>
          </p:nvPr>
        </p:nvSpPr>
        <p:spPr>
          <a:xfrm>
            <a:off x="5985575" y="1492063"/>
            <a:ext cx="2484300" cy="848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8" name="Google Shape;48;p13"/>
          <p:cNvSpPr txBox="1"/>
          <p:nvPr>
            <p:ph idx="1" type="subTitle"/>
          </p:nvPr>
        </p:nvSpPr>
        <p:spPr>
          <a:xfrm>
            <a:off x="5971000" y="2449313"/>
            <a:ext cx="2513400" cy="12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One Column 2">
  <p:cSld name="CUSTOM_1">
    <p:spTree>
      <p:nvGrpSpPr>
        <p:cNvPr id="49" name="Shape 49"/>
        <p:cNvGrpSpPr/>
        <p:nvPr/>
      </p:nvGrpSpPr>
      <p:grpSpPr>
        <a:xfrm>
          <a:off x="0" y="0"/>
          <a:ext cx="0" cy="0"/>
          <a:chOff x="0" y="0"/>
          <a:chExt cx="0" cy="0"/>
        </a:xfrm>
      </p:grpSpPr>
      <p:sp>
        <p:nvSpPr>
          <p:cNvPr id="50" name="Google Shape;50;p14"/>
          <p:cNvSpPr txBox="1"/>
          <p:nvPr>
            <p:ph type="title"/>
          </p:nvPr>
        </p:nvSpPr>
        <p:spPr>
          <a:xfrm>
            <a:off x="673375" y="1645813"/>
            <a:ext cx="2484300" cy="848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1" name="Google Shape;51;p14"/>
          <p:cNvSpPr txBox="1"/>
          <p:nvPr>
            <p:ph idx="1" type="subTitle"/>
          </p:nvPr>
        </p:nvSpPr>
        <p:spPr>
          <a:xfrm>
            <a:off x="658800" y="2603072"/>
            <a:ext cx="2513400" cy="89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2"/>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0275" y="536650"/>
            <a:ext cx="7723500" cy="481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1pPr>
            <a:lvl2pPr lvl="1">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2pPr>
            <a:lvl3pPr lvl="2">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3pPr>
            <a:lvl4pPr lvl="3">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4pPr>
            <a:lvl5pPr lvl="4">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5pPr>
            <a:lvl6pPr lvl="5">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6pPr>
            <a:lvl7pPr lvl="6">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7pPr>
            <a:lvl8pPr lvl="7">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8pPr>
            <a:lvl9pPr lvl="8">
              <a:spcBef>
                <a:spcPts val="0"/>
              </a:spcBef>
              <a:spcAft>
                <a:spcPts val="0"/>
              </a:spcAft>
              <a:buClr>
                <a:srgbClr val="434343"/>
              </a:buClr>
              <a:buSzPts val="2800"/>
              <a:buFont typeface="Fira Sans Extra Condensed Medium"/>
              <a:buNone/>
              <a:defRPr sz="2800">
                <a:solidFill>
                  <a:srgbClr val="434343"/>
                </a:solidFill>
                <a:latin typeface="Fira Sans Extra Condensed Medium"/>
                <a:ea typeface="Fira Sans Extra Condensed Medium"/>
                <a:cs typeface="Fira Sans Extra Condensed Medium"/>
                <a:sym typeface="Fira Sans Extra Condensed Medium"/>
              </a:defRPr>
            </a:lvl9pPr>
          </a:lstStyle>
          <a:p/>
        </p:txBody>
      </p:sp>
      <p:sp>
        <p:nvSpPr>
          <p:cNvPr id="7" name="Google Shape;7;p1"/>
          <p:cNvSpPr txBox="1"/>
          <p:nvPr>
            <p:ph idx="1" type="body"/>
          </p:nvPr>
        </p:nvSpPr>
        <p:spPr>
          <a:xfrm>
            <a:off x="710275" y="1152475"/>
            <a:ext cx="7723500" cy="34545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434343"/>
              </a:buClr>
              <a:buSzPts val="1200"/>
              <a:buFont typeface="Roboto"/>
              <a:buChar char="●"/>
              <a:defRPr sz="1200">
                <a:solidFill>
                  <a:srgbClr val="434343"/>
                </a:solidFill>
                <a:latin typeface="Roboto"/>
                <a:ea typeface="Roboto"/>
                <a:cs typeface="Roboto"/>
                <a:sym typeface="Roboto"/>
              </a:defRPr>
            </a:lvl1pPr>
            <a:lvl2pPr indent="-304800" lvl="1" marL="9144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2pPr>
            <a:lvl3pPr indent="-304800" lvl="2" marL="13716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3pPr>
            <a:lvl4pPr indent="-304800" lvl="3" marL="18288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4pPr>
            <a:lvl5pPr indent="-304800" lvl="4" marL="22860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5pPr>
            <a:lvl6pPr indent="-304800" lvl="5" marL="27432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6pPr>
            <a:lvl7pPr indent="-304800" lvl="6" marL="32004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7pPr>
            <a:lvl8pPr indent="-304800" lvl="7" marL="3657600">
              <a:lnSpc>
                <a:spcPct val="115000"/>
              </a:lnSpc>
              <a:spcBef>
                <a:spcPts val="1600"/>
              </a:spcBef>
              <a:spcAft>
                <a:spcPts val="0"/>
              </a:spcAft>
              <a:buClr>
                <a:srgbClr val="434343"/>
              </a:buClr>
              <a:buSzPts val="1200"/>
              <a:buFont typeface="Roboto"/>
              <a:buChar char="○"/>
              <a:defRPr sz="1200">
                <a:solidFill>
                  <a:srgbClr val="434343"/>
                </a:solidFill>
                <a:latin typeface="Roboto"/>
                <a:ea typeface="Roboto"/>
                <a:cs typeface="Roboto"/>
                <a:sym typeface="Roboto"/>
              </a:defRPr>
            </a:lvl8pPr>
            <a:lvl9pPr indent="-304800" lvl="8" marL="4114800">
              <a:lnSpc>
                <a:spcPct val="115000"/>
              </a:lnSpc>
              <a:spcBef>
                <a:spcPts val="1600"/>
              </a:spcBef>
              <a:spcAft>
                <a:spcPts val="1600"/>
              </a:spcAft>
              <a:buClr>
                <a:srgbClr val="434343"/>
              </a:buClr>
              <a:buSzPts val="1200"/>
              <a:buFont typeface="Roboto"/>
              <a:buChar char="■"/>
              <a:defRPr sz="1200">
                <a:solidFill>
                  <a:srgbClr val="434343"/>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15">
          <p15:clr>
            <a:srgbClr val="EA4335"/>
          </p15:clr>
        </p15:guide>
        <p15:guide id="2" orient="horz" pos="415">
          <p15:clr>
            <a:srgbClr val="EA4335"/>
          </p15:clr>
        </p15:guide>
        <p15:guide id="3" pos="5345">
          <p15:clr>
            <a:srgbClr val="EA4335"/>
          </p15:clr>
        </p15:guide>
        <p15:guide id="4" orient="horz" pos="2825">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app.fabric.microsoft.com/links/j33VUFUqXf?ctid=a1f50a97-21c0-49a7-a9d4-f244ebb42da7&amp;pbi_source=linkShare"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5"/>
          <p:cNvSpPr/>
          <p:nvPr/>
        </p:nvSpPr>
        <p:spPr>
          <a:xfrm rot="-900191">
            <a:off x="-834583" y="1353506"/>
            <a:ext cx="6109566" cy="6109566"/>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5"/>
          <p:cNvSpPr txBox="1"/>
          <p:nvPr>
            <p:ph type="ctrTitle"/>
          </p:nvPr>
        </p:nvSpPr>
        <p:spPr>
          <a:xfrm>
            <a:off x="3627024" y="1273550"/>
            <a:ext cx="5367000" cy="1271400"/>
          </a:xfrm>
          <a:prstGeom prst="rect">
            <a:avLst/>
          </a:prstGeom>
        </p:spPr>
        <p:txBody>
          <a:bodyPr anchorCtr="0" anchor="b" bIns="91425" lIns="91425" spcFirstLastPara="1" rIns="91425" wrap="square" tIns="91425">
            <a:noAutofit/>
          </a:bodyPr>
          <a:lstStyle/>
          <a:p>
            <a:pPr indent="0" lvl="0" marL="0" rtl="0" algn="r">
              <a:lnSpc>
                <a:spcPct val="115000"/>
              </a:lnSpc>
              <a:spcBef>
                <a:spcPts val="0"/>
              </a:spcBef>
              <a:spcAft>
                <a:spcPts val="0"/>
              </a:spcAft>
              <a:buNone/>
            </a:pPr>
            <a:r>
              <a:rPr lang="en"/>
              <a:t>Análisis y Predicción de Precios Inmobiliarios en Beijing </a:t>
            </a:r>
            <a:endParaRPr/>
          </a:p>
        </p:txBody>
      </p:sp>
      <p:sp>
        <p:nvSpPr>
          <p:cNvPr id="58" name="Google Shape;58;p15"/>
          <p:cNvSpPr txBox="1"/>
          <p:nvPr>
            <p:ph idx="1" type="subTitle"/>
          </p:nvPr>
        </p:nvSpPr>
        <p:spPr>
          <a:xfrm>
            <a:off x="6270335" y="4137302"/>
            <a:ext cx="2723700" cy="69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Isidro Perasso </a:t>
            </a:r>
            <a:endParaRPr/>
          </a:p>
          <a:p>
            <a:pPr indent="0" lvl="0" marL="0" rtl="0" algn="r">
              <a:spcBef>
                <a:spcPts val="0"/>
              </a:spcBef>
              <a:spcAft>
                <a:spcPts val="0"/>
              </a:spcAft>
              <a:buClr>
                <a:schemeClr val="dk1"/>
              </a:buClr>
              <a:buSzPts val="1100"/>
              <a:buFont typeface="Arial"/>
              <a:buNone/>
            </a:pPr>
            <a:r>
              <a:rPr lang="en"/>
              <a:t>Nazareno Ohanian</a:t>
            </a:r>
            <a:endParaRPr/>
          </a:p>
          <a:p>
            <a:pPr indent="0" lvl="0" marL="0" rtl="0" algn="r">
              <a:spcBef>
                <a:spcPts val="0"/>
              </a:spcBef>
              <a:spcAft>
                <a:spcPts val="0"/>
              </a:spcAft>
              <a:buClr>
                <a:schemeClr val="dk1"/>
              </a:buClr>
              <a:buSzPts val="1100"/>
              <a:buFont typeface="Arial"/>
              <a:buNone/>
            </a:pPr>
            <a:r>
              <a:rPr lang="en"/>
              <a:t>Andres Glauberman</a:t>
            </a:r>
            <a:endParaRPr/>
          </a:p>
          <a:p>
            <a:pPr indent="0" lvl="0" marL="0" rtl="0" algn="l">
              <a:spcBef>
                <a:spcPts val="0"/>
              </a:spcBef>
              <a:spcAft>
                <a:spcPts val="0"/>
              </a:spcAft>
              <a:buNone/>
            </a:pPr>
            <a:r>
              <a:t/>
            </a:r>
            <a:endParaRPr/>
          </a:p>
        </p:txBody>
      </p:sp>
      <p:grpSp>
        <p:nvGrpSpPr>
          <p:cNvPr id="59" name="Google Shape;59;p15"/>
          <p:cNvGrpSpPr/>
          <p:nvPr/>
        </p:nvGrpSpPr>
        <p:grpSpPr>
          <a:xfrm flipH="1">
            <a:off x="-9280" y="-4191038"/>
            <a:ext cx="1495763" cy="8207149"/>
            <a:chOff x="7139615" y="1617320"/>
            <a:chExt cx="429163" cy="2354790"/>
          </a:xfrm>
        </p:grpSpPr>
        <p:sp>
          <p:nvSpPr>
            <p:cNvPr id="60" name="Google Shape;60;p15"/>
            <p:cNvSpPr/>
            <p:nvPr/>
          </p:nvSpPr>
          <p:spPr>
            <a:xfrm>
              <a:off x="7140610" y="2696598"/>
              <a:ext cx="428168" cy="247277"/>
            </a:xfrm>
            <a:custGeom>
              <a:rect b="b" l="l" r="r" t="t"/>
              <a:pathLst>
                <a:path extrusionOk="0" h="24852" w="43032">
                  <a:moveTo>
                    <a:pt x="21449" y="1"/>
                  </a:moveTo>
                  <a:lnTo>
                    <a:pt x="1" y="12376"/>
                  </a:lnTo>
                  <a:lnTo>
                    <a:pt x="21583" y="24852"/>
                  </a:lnTo>
                  <a:lnTo>
                    <a:pt x="43031" y="12476"/>
                  </a:lnTo>
                  <a:lnTo>
                    <a:pt x="21449" y="1"/>
                  </a:lnTo>
                  <a:close/>
                </a:path>
              </a:pathLst>
            </a:cu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7139615" y="2820387"/>
              <a:ext cx="214084" cy="1151722"/>
            </a:xfrm>
            <a:custGeom>
              <a:rect b="b" l="l" r="r" t="t"/>
              <a:pathLst>
                <a:path extrusionOk="0" h="115751" w="21516">
                  <a:moveTo>
                    <a:pt x="1" y="1"/>
                  </a:moveTo>
                  <a:lnTo>
                    <a:pt x="1" y="103375"/>
                  </a:lnTo>
                  <a:lnTo>
                    <a:pt x="21516" y="115750"/>
                  </a:lnTo>
                  <a:lnTo>
                    <a:pt x="21516" y="12343"/>
                  </a:lnTo>
                  <a:lnTo>
                    <a:pt x="1"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7353673" y="2820387"/>
              <a:ext cx="214423" cy="1151722"/>
            </a:xfrm>
            <a:custGeom>
              <a:rect b="b" l="l" r="r" t="t"/>
              <a:pathLst>
                <a:path extrusionOk="0" h="115751" w="21550">
                  <a:moveTo>
                    <a:pt x="21550" y="1"/>
                  </a:moveTo>
                  <a:lnTo>
                    <a:pt x="1" y="12343"/>
                  </a:lnTo>
                  <a:lnTo>
                    <a:pt x="1" y="115750"/>
                  </a:lnTo>
                  <a:lnTo>
                    <a:pt x="21550" y="103375"/>
                  </a:lnTo>
                  <a:lnTo>
                    <a:pt x="21550" y="1"/>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7380895" y="2927591"/>
              <a:ext cx="40168" cy="1028910"/>
            </a:xfrm>
            <a:custGeom>
              <a:rect b="b" l="l" r="r" t="t"/>
              <a:pathLst>
                <a:path extrusionOk="0" h="103408" w="4037">
                  <a:moveTo>
                    <a:pt x="4036" y="0"/>
                  </a:moveTo>
                  <a:lnTo>
                    <a:pt x="0" y="2335"/>
                  </a:lnTo>
                  <a:lnTo>
                    <a:pt x="0" y="103408"/>
                  </a:lnTo>
                  <a:lnTo>
                    <a:pt x="4036" y="101073"/>
                  </a:lnTo>
                  <a:lnTo>
                    <a:pt x="40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7440958" y="2893077"/>
              <a:ext cx="39840" cy="1028581"/>
            </a:xfrm>
            <a:custGeom>
              <a:rect b="b" l="l" r="r" t="t"/>
              <a:pathLst>
                <a:path extrusionOk="0" h="103375" w="4004">
                  <a:moveTo>
                    <a:pt x="4004" y="0"/>
                  </a:moveTo>
                  <a:lnTo>
                    <a:pt x="1" y="2335"/>
                  </a:lnTo>
                  <a:lnTo>
                    <a:pt x="1" y="103374"/>
                  </a:lnTo>
                  <a:lnTo>
                    <a:pt x="4004" y="101072"/>
                  </a:lnTo>
                  <a:lnTo>
                    <a:pt x="40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7500704" y="2858553"/>
              <a:ext cx="40168" cy="1028581"/>
            </a:xfrm>
            <a:custGeom>
              <a:rect b="b" l="l" r="r" t="t"/>
              <a:pathLst>
                <a:path extrusionOk="0" h="103375" w="4037">
                  <a:moveTo>
                    <a:pt x="4036" y="1"/>
                  </a:moveTo>
                  <a:lnTo>
                    <a:pt x="0" y="2303"/>
                  </a:lnTo>
                  <a:lnTo>
                    <a:pt x="0" y="103375"/>
                  </a:lnTo>
                  <a:lnTo>
                    <a:pt x="4036" y="101073"/>
                  </a:lnTo>
                  <a:lnTo>
                    <a:pt x="403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7139615" y="2239270"/>
              <a:ext cx="215418" cy="142066"/>
            </a:xfrm>
            <a:custGeom>
              <a:rect b="b" l="l" r="r" t="t"/>
              <a:pathLst>
                <a:path extrusionOk="0" h="14278" w="21650">
                  <a:moveTo>
                    <a:pt x="1" y="0"/>
                  </a:moveTo>
                  <a:lnTo>
                    <a:pt x="1" y="1768"/>
                  </a:lnTo>
                  <a:lnTo>
                    <a:pt x="21649" y="14277"/>
                  </a:lnTo>
                  <a:lnTo>
                    <a:pt x="21649" y="12476"/>
                  </a:lnTo>
                  <a:lnTo>
                    <a:pt x="1" y="0"/>
                  </a:lnTo>
                  <a:close/>
                </a:path>
              </a:pathLst>
            </a:custGeom>
            <a:solidFill>
              <a:srgbClr val="9F9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7355007" y="2239936"/>
              <a:ext cx="213756" cy="141399"/>
            </a:xfrm>
            <a:custGeom>
              <a:rect b="b" l="l" r="r" t="t"/>
              <a:pathLst>
                <a:path extrusionOk="0" h="14211" w="21483">
                  <a:moveTo>
                    <a:pt x="21482" y="0"/>
                  </a:moveTo>
                  <a:lnTo>
                    <a:pt x="0" y="12409"/>
                  </a:lnTo>
                  <a:lnTo>
                    <a:pt x="0" y="14210"/>
                  </a:lnTo>
                  <a:lnTo>
                    <a:pt x="21482" y="1801"/>
                  </a:lnTo>
                  <a:lnTo>
                    <a:pt x="21482" y="0"/>
                  </a:lnTo>
                  <a:close/>
                </a:path>
              </a:pathLst>
            </a:custGeom>
            <a:solidFill>
              <a:srgbClr val="D6D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a:off x="7355007" y="2240593"/>
              <a:ext cx="204124" cy="684063"/>
            </a:xfrm>
            <a:custGeom>
              <a:rect b="b" l="l" r="r" t="t"/>
              <a:pathLst>
                <a:path extrusionOk="0" h="68750" w="20515">
                  <a:moveTo>
                    <a:pt x="20515" y="1"/>
                  </a:moveTo>
                  <a:lnTo>
                    <a:pt x="0" y="11776"/>
                  </a:lnTo>
                  <a:lnTo>
                    <a:pt x="0" y="68750"/>
                  </a:lnTo>
                  <a:lnTo>
                    <a:pt x="20515" y="56975"/>
                  </a:lnTo>
                  <a:lnTo>
                    <a:pt x="20515" y="1"/>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15"/>
            <p:cNvGrpSpPr/>
            <p:nvPr/>
          </p:nvGrpSpPr>
          <p:grpSpPr>
            <a:xfrm>
              <a:off x="7375582" y="2288051"/>
              <a:ext cx="166961" cy="587455"/>
              <a:chOff x="7375582" y="2288051"/>
              <a:chExt cx="166961" cy="587455"/>
            </a:xfrm>
          </p:grpSpPr>
          <p:sp>
            <p:nvSpPr>
              <p:cNvPr id="70" name="Google Shape;70;p15"/>
              <p:cNvSpPr/>
              <p:nvPr/>
            </p:nvSpPr>
            <p:spPr>
              <a:xfrm>
                <a:off x="7375582" y="2741400"/>
                <a:ext cx="166961" cy="134106"/>
              </a:xfrm>
              <a:custGeom>
                <a:rect b="b" l="l" r="r" t="t"/>
                <a:pathLst>
                  <a:path extrusionOk="0" h="13478" w="16780">
                    <a:moveTo>
                      <a:pt x="16779" y="1"/>
                    </a:moveTo>
                    <a:lnTo>
                      <a:pt x="1" y="9708"/>
                    </a:lnTo>
                    <a:lnTo>
                      <a:pt x="1" y="13477"/>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7375582" y="2288051"/>
                <a:ext cx="166961" cy="134106"/>
              </a:xfrm>
              <a:custGeom>
                <a:rect b="b" l="l" r="r" t="t"/>
                <a:pathLst>
                  <a:path extrusionOk="0" h="13478" w="16780">
                    <a:moveTo>
                      <a:pt x="16779" y="1"/>
                    </a:moveTo>
                    <a:lnTo>
                      <a:pt x="1" y="9675"/>
                    </a:lnTo>
                    <a:lnTo>
                      <a:pt x="1" y="13477"/>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7375582" y="2344473"/>
                <a:ext cx="166961" cy="134434"/>
              </a:xfrm>
              <a:custGeom>
                <a:rect b="b" l="l" r="r" t="t"/>
                <a:pathLst>
                  <a:path extrusionOk="0" h="13511" w="16780">
                    <a:moveTo>
                      <a:pt x="16779" y="1"/>
                    </a:moveTo>
                    <a:lnTo>
                      <a:pt x="1" y="9708"/>
                    </a:lnTo>
                    <a:lnTo>
                      <a:pt x="1" y="13510"/>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7375582" y="2457975"/>
                <a:ext cx="166961" cy="134106"/>
              </a:xfrm>
              <a:custGeom>
                <a:rect b="b" l="l" r="r" t="t"/>
                <a:pathLst>
                  <a:path extrusionOk="0" h="13478" w="16780">
                    <a:moveTo>
                      <a:pt x="16779" y="1"/>
                    </a:moveTo>
                    <a:lnTo>
                      <a:pt x="1" y="9674"/>
                    </a:lnTo>
                    <a:lnTo>
                      <a:pt x="1" y="13477"/>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a:off x="7375582" y="2401224"/>
                <a:ext cx="166961" cy="134096"/>
              </a:xfrm>
              <a:custGeom>
                <a:rect b="b" l="l" r="r" t="t"/>
                <a:pathLst>
                  <a:path extrusionOk="0" h="13477" w="16780">
                    <a:moveTo>
                      <a:pt x="16779" y="1"/>
                    </a:moveTo>
                    <a:lnTo>
                      <a:pt x="1" y="9708"/>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7375582" y="2514726"/>
                <a:ext cx="166961" cy="134106"/>
              </a:xfrm>
              <a:custGeom>
                <a:rect b="b" l="l" r="r" t="t"/>
                <a:pathLst>
                  <a:path extrusionOk="0" h="13478" w="16780">
                    <a:moveTo>
                      <a:pt x="16779" y="1"/>
                    </a:moveTo>
                    <a:lnTo>
                      <a:pt x="1" y="9674"/>
                    </a:lnTo>
                    <a:lnTo>
                      <a:pt x="1" y="13477"/>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7375582" y="2571476"/>
                <a:ext cx="166961" cy="134106"/>
              </a:xfrm>
              <a:custGeom>
                <a:rect b="b" l="l" r="r" t="t"/>
                <a:pathLst>
                  <a:path extrusionOk="0" h="13478" w="16780">
                    <a:moveTo>
                      <a:pt x="16779" y="1"/>
                    </a:moveTo>
                    <a:lnTo>
                      <a:pt x="1" y="9675"/>
                    </a:lnTo>
                    <a:lnTo>
                      <a:pt x="1" y="13477"/>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7375582" y="2628237"/>
                <a:ext cx="166961" cy="134096"/>
              </a:xfrm>
              <a:custGeom>
                <a:rect b="b" l="l" r="r" t="t"/>
                <a:pathLst>
                  <a:path extrusionOk="0" h="13477" w="16780">
                    <a:moveTo>
                      <a:pt x="16779" y="0"/>
                    </a:moveTo>
                    <a:lnTo>
                      <a:pt x="1" y="9674"/>
                    </a:lnTo>
                    <a:lnTo>
                      <a:pt x="1" y="13476"/>
                    </a:lnTo>
                    <a:lnTo>
                      <a:pt x="16779" y="3769"/>
                    </a:lnTo>
                    <a:lnTo>
                      <a:pt x="167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7375582" y="2684649"/>
                <a:ext cx="166961" cy="134434"/>
              </a:xfrm>
              <a:custGeom>
                <a:rect b="b" l="l" r="r" t="t"/>
                <a:pathLst>
                  <a:path extrusionOk="0" h="13511" w="16780">
                    <a:moveTo>
                      <a:pt x="16779" y="1"/>
                    </a:moveTo>
                    <a:lnTo>
                      <a:pt x="1" y="9708"/>
                    </a:lnTo>
                    <a:lnTo>
                      <a:pt x="1" y="13510"/>
                    </a:lnTo>
                    <a:lnTo>
                      <a:pt x="16779" y="3804"/>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15"/>
            <p:cNvSpPr/>
            <p:nvPr/>
          </p:nvSpPr>
          <p:spPr>
            <a:xfrm>
              <a:off x="7150897" y="2240593"/>
              <a:ext cx="204134" cy="684063"/>
            </a:xfrm>
            <a:custGeom>
              <a:rect b="b" l="l" r="r" t="t"/>
              <a:pathLst>
                <a:path extrusionOk="0" h="68750" w="20516">
                  <a:moveTo>
                    <a:pt x="1" y="1"/>
                  </a:moveTo>
                  <a:lnTo>
                    <a:pt x="1" y="56975"/>
                  </a:lnTo>
                  <a:lnTo>
                    <a:pt x="20515" y="68750"/>
                  </a:lnTo>
                  <a:lnTo>
                    <a:pt x="20515" y="11776"/>
                  </a:lnTo>
                  <a:lnTo>
                    <a:pt x="1"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7139615" y="2115809"/>
              <a:ext cx="429163" cy="247606"/>
            </a:xfrm>
            <a:custGeom>
              <a:rect b="b" l="l" r="r" t="t"/>
              <a:pathLst>
                <a:path extrusionOk="0" h="24885" w="43132">
                  <a:moveTo>
                    <a:pt x="21516" y="1"/>
                  </a:moveTo>
                  <a:lnTo>
                    <a:pt x="1" y="12409"/>
                  </a:lnTo>
                  <a:lnTo>
                    <a:pt x="21649" y="24885"/>
                  </a:lnTo>
                  <a:lnTo>
                    <a:pt x="43131" y="12476"/>
                  </a:lnTo>
                  <a:lnTo>
                    <a:pt x="21516" y="1"/>
                  </a:lnTo>
                  <a:close/>
                </a:path>
              </a:pathLst>
            </a:cu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 name="Google Shape;81;p15"/>
            <p:cNvGrpSpPr/>
            <p:nvPr/>
          </p:nvGrpSpPr>
          <p:grpSpPr>
            <a:xfrm>
              <a:off x="7167493" y="2288051"/>
              <a:ext cx="166961" cy="587455"/>
              <a:chOff x="7167493" y="2288051"/>
              <a:chExt cx="166961" cy="587455"/>
            </a:xfrm>
          </p:grpSpPr>
          <p:sp>
            <p:nvSpPr>
              <p:cNvPr id="82" name="Google Shape;82;p15"/>
              <p:cNvSpPr/>
              <p:nvPr/>
            </p:nvSpPr>
            <p:spPr>
              <a:xfrm>
                <a:off x="7167493" y="2741400"/>
                <a:ext cx="166961" cy="134106"/>
              </a:xfrm>
              <a:custGeom>
                <a:rect b="b" l="l" r="r" t="t"/>
                <a:pathLst>
                  <a:path extrusionOk="0" h="13478" w="16780">
                    <a:moveTo>
                      <a:pt x="1" y="1"/>
                    </a:moveTo>
                    <a:lnTo>
                      <a:pt x="1" y="3804"/>
                    </a:lnTo>
                    <a:lnTo>
                      <a:pt x="16779" y="13477"/>
                    </a:lnTo>
                    <a:lnTo>
                      <a:pt x="16779" y="9708"/>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167493" y="2288051"/>
                <a:ext cx="166961" cy="134106"/>
              </a:xfrm>
              <a:custGeom>
                <a:rect b="b" l="l" r="r" t="t"/>
                <a:pathLst>
                  <a:path extrusionOk="0" h="13478" w="16780">
                    <a:moveTo>
                      <a:pt x="1" y="1"/>
                    </a:moveTo>
                    <a:lnTo>
                      <a:pt x="1" y="3804"/>
                    </a:lnTo>
                    <a:lnTo>
                      <a:pt x="16779" y="13477"/>
                    </a:lnTo>
                    <a:lnTo>
                      <a:pt x="16779" y="9675"/>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7167493" y="2344473"/>
                <a:ext cx="166961" cy="134434"/>
              </a:xfrm>
              <a:custGeom>
                <a:rect b="b" l="l" r="r" t="t"/>
                <a:pathLst>
                  <a:path extrusionOk="0" h="13511" w="16780">
                    <a:moveTo>
                      <a:pt x="1" y="1"/>
                    </a:moveTo>
                    <a:lnTo>
                      <a:pt x="1" y="3803"/>
                    </a:lnTo>
                    <a:lnTo>
                      <a:pt x="16779" y="13510"/>
                    </a:lnTo>
                    <a:lnTo>
                      <a:pt x="16779" y="9708"/>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7167493" y="2457975"/>
                <a:ext cx="166961" cy="134106"/>
              </a:xfrm>
              <a:custGeom>
                <a:rect b="b" l="l" r="r" t="t"/>
                <a:pathLst>
                  <a:path extrusionOk="0" h="13478" w="16780">
                    <a:moveTo>
                      <a:pt x="1" y="1"/>
                    </a:moveTo>
                    <a:lnTo>
                      <a:pt x="1" y="3804"/>
                    </a:lnTo>
                    <a:lnTo>
                      <a:pt x="16779" y="13477"/>
                    </a:lnTo>
                    <a:lnTo>
                      <a:pt x="16779" y="9674"/>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7167493" y="2401224"/>
                <a:ext cx="166961" cy="134096"/>
              </a:xfrm>
              <a:custGeom>
                <a:rect b="b" l="l" r="r" t="t"/>
                <a:pathLst>
                  <a:path extrusionOk="0" h="13477" w="16780">
                    <a:moveTo>
                      <a:pt x="1" y="1"/>
                    </a:moveTo>
                    <a:lnTo>
                      <a:pt x="1" y="3803"/>
                    </a:lnTo>
                    <a:lnTo>
                      <a:pt x="16779" y="13477"/>
                    </a:lnTo>
                    <a:lnTo>
                      <a:pt x="16779" y="9708"/>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7167493" y="2514726"/>
                <a:ext cx="166961" cy="134106"/>
              </a:xfrm>
              <a:custGeom>
                <a:rect b="b" l="l" r="r" t="t"/>
                <a:pathLst>
                  <a:path extrusionOk="0" h="13478" w="16780">
                    <a:moveTo>
                      <a:pt x="1" y="1"/>
                    </a:moveTo>
                    <a:lnTo>
                      <a:pt x="1" y="3804"/>
                    </a:lnTo>
                    <a:lnTo>
                      <a:pt x="16779" y="13477"/>
                    </a:lnTo>
                    <a:lnTo>
                      <a:pt x="16779" y="9674"/>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7167493" y="2571476"/>
                <a:ext cx="166961" cy="134106"/>
              </a:xfrm>
              <a:custGeom>
                <a:rect b="b" l="l" r="r" t="t"/>
                <a:pathLst>
                  <a:path extrusionOk="0" h="13478" w="16780">
                    <a:moveTo>
                      <a:pt x="1" y="1"/>
                    </a:moveTo>
                    <a:lnTo>
                      <a:pt x="1" y="3804"/>
                    </a:lnTo>
                    <a:lnTo>
                      <a:pt x="16779" y="13477"/>
                    </a:lnTo>
                    <a:lnTo>
                      <a:pt x="16779" y="9675"/>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7167493" y="2628237"/>
                <a:ext cx="166961" cy="134096"/>
              </a:xfrm>
              <a:custGeom>
                <a:rect b="b" l="l" r="r" t="t"/>
                <a:pathLst>
                  <a:path extrusionOk="0" h="13477" w="16780">
                    <a:moveTo>
                      <a:pt x="1" y="0"/>
                    </a:moveTo>
                    <a:lnTo>
                      <a:pt x="1" y="3769"/>
                    </a:lnTo>
                    <a:lnTo>
                      <a:pt x="16779" y="13476"/>
                    </a:lnTo>
                    <a:lnTo>
                      <a:pt x="16779" y="9674"/>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167493" y="2684649"/>
                <a:ext cx="166961" cy="134434"/>
              </a:xfrm>
              <a:custGeom>
                <a:rect b="b" l="l" r="r" t="t"/>
                <a:pathLst>
                  <a:path extrusionOk="0" h="13511" w="16780">
                    <a:moveTo>
                      <a:pt x="1" y="1"/>
                    </a:moveTo>
                    <a:lnTo>
                      <a:pt x="1" y="3804"/>
                    </a:lnTo>
                    <a:lnTo>
                      <a:pt x="16779" y="13510"/>
                    </a:lnTo>
                    <a:lnTo>
                      <a:pt x="16779" y="9708"/>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5"/>
            <p:cNvSpPr/>
            <p:nvPr/>
          </p:nvSpPr>
          <p:spPr>
            <a:xfrm>
              <a:off x="7178447" y="2027201"/>
              <a:ext cx="353155" cy="203796"/>
            </a:xfrm>
            <a:custGeom>
              <a:rect b="b" l="l" r="r" t="t"/>
              <a:pathLst>
                <a:path extrusionOk="0" h="20482" w="35493">
                  <a:moveTo>
                    <a:pt x="17680" y="0"/>
                  </a:moveTo>
                  <a:lnTo>
                    <a:pt x="0" y="10207"/>
                  </a:lnTo>
                  <a:lnTo>
                    <a:pt x="17813" y="20481"/>
                  </a:lnTo>
                  <a:lnTo>
                    <a:pt x="35492" y="10274"/>
                  </a:lnTo>
                  <a:lnTo>
                    <a:pt x="17680" y="0"/>
                  </a:lnTo>
                  <a:close/>
                </a:path>
              </a:pathLst>
            </a:cu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7177780" y="2129081"/>
              <a:ext cx="176583" cy="211766"/>
            </a:xfrm>
            <a:custGeom>
              <a:rect b="b" l="l" r="r" t="t"/>
              <a:pathLst>
                <a:path extrusionOk="0" h="21283" w="17747">
                  <a:moveTo>
                    <a:pt x="1" y="1"/>
                  </a:moveTo>
                  <a:lnTo>
                    <a:pt x="1" y="11109"/>
                  </a:lnTo>
                  <a:lnTo>
                    <a:pt x="17747" y="21283"/>
                  </a:lnTo>
                  <a:lnTo>
                    <a:pt x="17747" y="10175"/>
                  </a:lnTo>
                  <a:lnTo>
                    <a:pt x="1"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7298923" y="2217700"/>
              <a:ext cx="32865" cy="110196"/>
            </a:xfrm>
            <a:custGeom>
              <a:rect b="b" l="l" r="r" t="t"/>
              <a:pathLst>
                <a:path extrusionOk="0" h="11075" w="3303">
                  <a:moveTo>
                    <a:pt x="0" y="0"/>
                  </a:moveTo>
                  <a:lnTo>
                    <a:pt x="0" y="9173"/>
                  </a:lnTo>
                  <a:lnTo>
                    <a:pt x="3302" y="11075"/>
                  </a:lnTo>
                  <a:lnTo>
                    <a:pt x="3302" y="1902"/>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7249465" y="2189155"/>
              <a:ext cx="32875" cy="110196"/>
            </a:xfrm>
            <a:custGeom>
              <a:rect b="b" l="l" r="r" t="t"/>
              <a:pathLst>
                <a:path extrusionOk="0" h="11075" w="3304">
                  <a:moveTo>
                    <a:pt x="1" y="0"/>
                  </a:moveTo>
                  <a:lnTo>
                    <a:pt x="1" y="9174"/>
                  </a:lnTo>
                  <a:lnTo>
                    <a:pt x="3303" y="11075"/>
                  </a:lnTo>
                  <a:lnTo>
                    <a:pt x="3303" y="1902"/>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7200017" y="2160611"/>
              <a:ext cx="33203" cy="110206"/>
            </a:xfrm>
            <a:custGeom>
              <a:rect b="b" l="l" r="r" t="t"/>
              <a:pathLst>
                <a:path extrusionOk="0" h="11076" w="3337">
                  <a:moveTo>
                    <a:pt x="1" y="1"/>
                  </a:moveTo>
                  <a:lnTo>
                    <a:pt x="1" y="9174"/>
                  </a:lnTo>
                  <a:lnTo>
                    <a:pt x="3336" y="11075"/>
                  </a:lnTo>
                  <a:lnTo>
                    <a:pt x="3336" y="1902"/>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7354340" y="2129081"/>
              <a:ext cx="176583" cy="211766"/>
            </a:xfrm>
            <a:custGeom>
              <a:rect b="b" l="l" r="r" t="t"/>
              <a:pathLst>
                <a:path extrusionOk="0" h="21283" w="17747">
                  <a:moveTo>
                    <a:pt x="17747" y="1"/>
                  </a:moveTo>
                  <a:lnTo>
                    <a:pt x="1" y="10175"/>
                  </a:lnTo>
                  <a:lnTo>
                    <a:pt x="1" y="21283"/>
                  </a:lnTo>
                  <a:lnTo>
                    <a:pt x="17747" y="11109"/>
                  </a:lnTo>
                  <a:lnTo>
                    <a:pt x="17747" y="1"/>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7376577" y="2217700"/>
              <a:ext cx="32865" cy="110196"/>
            </a:xfrm>
            <a:custGeom>
              <a:rect b="b" l="l" r="r" t="t"/>
              <a:pathLst>
                <a:path extrusionOk="0" h="11075" w="3303">
                  <a:moveTo>
                    <a:pt x="3303" y="0"/>
                  </a:moveTo>
                  <a:lnTo>
                    <a:pt x="1" y="1902"/>
                  </a:lnTo>
                  <a:lnTo>
                    <a:pt x="1" y="11075"/>
                  </a:lnTo>
                  <a:lnTo>
                    <a:pt x="3303" y="9173"/>
                  </a:lnTo>
                  <a:lnTo>
                    <a:pt x="33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7426024" y="2189155"/>
              <a:ext cx="32875" cy="110196"/>
            </a:xfrm>
            <a:custGeom>
              <a:rect b="b" l="l" r="r" t="t"/>
              <a:pathLst>
                <a:path extrusionOk="0" h="11075" w="3304">
                  <a:moveTo>
                    <a:pt x="3303" y="0"/>
                  </a:moveTo>
                  <a:lnTo>
                    <a:pt x="1" y="1902"/>
                  </a:lnTo>
                  <a:lnTo>
                    <a:pt x="1" y="11075"/>
                  </a:lnTo>
                  <a:lnTo>
                    <a:pt x="3303" y="9174"/>
                  </a:lnTo>
                  <a:lnTo>
                    <a:pt x="33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7475482" y="2160611"/>
              <a:ext cx="32865" cy="110206"/>
            </a:xfrm>
            <a:custGeom>
              <a:rect b="b" l="l" r="r" t="t"/>
              <a:pathLst>
                <a:path extrusionOk="0" h="11076" w="3303">
                  <a:moveTo>
                    <a:pt x="3302" y="1"/>
                  </a:moveTo>
                  <a:lnTo>
                    <a:pt x="0" y="1902"/>
                  </a:lnTo>
                  <a:lnTo>
                    <a:pt x="0" y="11075"/>
                  </a:lnTo>
                  <a:lnTo>
                    <a:pt x="3302" y="9174"/>
                  </a:lnTo>
                  <a:lnTo>
                    <a:pt x="33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7216284" y="2011929"/>
              <a:ext cx="276481" cy="159329"/>
            </a:xfrm>
            <a:custGeom>
              <a:rect b="b" l="l" r="r" t="t"/>
              <a:pathLst>
                <a:path extrusionOk="0" h="16013" w="27787">
                  <a:moveTo>
                    <a:pt x="13843" y="1"/>
                  </a:moveTo>
                  <a:lnTo>
                    <a:pt x="0" y="7973"/>
                  </a:lnTo>
                  <a:lnTo>
                    <a:pt x="13943" y="16012"/>
                  </a:lnTo>
                  <a:lnTo>
                    <a:pt x="27787" y="8040"/>
                  </a:lnTo>
                  <a:lnTo>
                    <a:pt x="13843" y="1"/>
                  </a:lnTo>
                  <a:close/>
                </a:path>
              </a:pathLst>
            </a:cu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7215617" y="2091583"/>
              <a:ext cx="138414" cy="117500"/>
            </a:xfrm>
            <a:custGeom>
              <a:rect b="b" l="l" r="r" t="t"/>
              <a:pathLst>
                <a:path extrusionOk="0" h="11809" w="13911">
                  <a:moveTo>
                    <a:pt x="0" y="0"/>
                  </a:moveTo>
                  <a:lnTo>
                    <a:pt x="0" y="3837"/>
                  </a:lnTo>
                  <a:lnTo>
                    <a:pt x="13910" y="11809"/>
                  </a:lnTo>
                  <a:lnTo>
                    <a:pt x="13910" y="7973"/>
                  </a:lnTo>
                  <a:lnTo>
                    <a:pt x="0" y="0"/>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7354012" y="2091583"/>
              <a:ext cx="138076" cy="117500"/>
            </a:xfrm>
            <a:custGeom>
              <a:rect b="b" l="l" r="r" t="t"/>
              <a:pathLst>
                <a:path extrusionOk="0" h="11809" w="13877">
                  <a:moveTo>
                    <a:pt x="13877" y="0"/>
                  </a:moveTo>
                  <a:lnTo>
                    <a:pt x="0" y="7973"/>
                  </a:lnTo>
                  <a:lnTo>
                    <a:pt x="0" y="11809"/>
                  </a:lnTo>
                  <a:lnTo>
                    <a:pt x="13877" y="3837"/>
                  </a:lnTo>
                  <a:lnTo>
                    <a:pt x="13877" y="0"/>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7315180" y="1855287"/>
              <a:ext cx="78008" cy="45143"/>
            </a:xfrm>
            <a:custGeom>
              <a:rect b="b" l="l" r="r" t="t"/>
              <a:pathLst>
                <a:path extrusionOk="0" h="4537" w="7840">
                  <a:moveTo>
                    <a:pt x="3903" y="0"/>
                  </a:moveTo>
                  <a:lnTo>
                    <a:pt x="1" y="2268"/>
                  </a:lnTo>
                  <a:lnTo>
                    <a:pt x="3903" y="4537"/>
                  </a:lnTo>
                  <a:lnTo>
                    <a:pt x="7839" y="2268"/>
                  </a:lnTo>
                  <a:lnTo>
                    <a:pt x="3903" y="0"/>
                  </a:lnTo>
                  <a:close/>
                </a:path>
              </a:pathLst>
            </a:cu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7325796" y="1861585"/>
              <a:ext cx="56436" cy="32537"/>
            </a:xfrm>
            <a:custGeom>
              <a:rect b="b" l="l" r="r" t="t"/>
              <a:pathLst>
                <a:path extrusionOk="0" h="3270" w="5672">
                  <a:moveTo>
                    <a:pt x="2836" y="1"/>
                  </a:moveTo>
                  <a:lnTo>
                    <a:pt x="1" y="1635"/>
                  </a:lnTo>
                  <a:lnTo>
                    <a:pt x="2836" y="3270"/>
                  </a:lnTo>
                  <a:lnTo>
                    <a:pt x="5672" y="1635"/>
                  </a:lnTo>
                  <a:lnTo>
                    <a:pt x="2836" y="1"/>
                  </a:lnTo>
                  <a:close/>
                </a:path>
              </a:pathLst>
            </a:custGeom>
            <a:solidFill>
              <a:srgbClr val="9F9F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7314851" y="1877852"/>
              <a:ext cx="39173" cy="234999"/>
            </a:xfrm>
            <a:custGeom>
              <a:rect b="b" l="l" r="r" t="t"/>
              <a:pathLst>
                <a:path extrusionOk="0" h="23618" w="3937">
                  <a:moveTo>
                    <a:pt x="0" y="0"/>
                  </a:moveTo>
                  <a:lnTo>
                    <a:pt x="0" y="21382"/>
                  </a:lnTo>
                  <a:lnTo>
                    <a:pt x="3936" y="23617"/>
                  </a:lnTo>
                  <a:lnTo>
                    <a:pt x="3936" y="2235"/>
                  </a:lnTo>
                  <a:lnTo>
                    <a:pt x="0" y="0"/>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7354012" y="1877852"/>
              <a:ext cx="38845" cy="234999"/>
            </a:xfrm>
            <a:custGeom>
              <a:rect b="b" l="l" r="r" t="t"/>
              <a:pathLst>
                <a:path extrusionOk="0" h="23618" w="3904">
                  <a:moveTo>
                    <a:pt x="3903" y="0"/>
                  </a:moveTo>
                  <a:lnTo>
                    <a:pt x="0" y="2235"/>
                  </a:lnTo>
                  <a:lnTo>
                    <a:pt x="0" y="23617"/>
                  </a:lnTo>
                  <a:lnTo>
                    <a:pt x="3903" y="21382"/>
                  </a:lnTo>
                  <a:lnTo>
                    <a:pt x="3903" y="0"/>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7325796" y="1617320"/>
              <a:ext cx="28228" cy="276819"/>
            </a:xfrm>
            <a:custGeom>
              <a:rect b="b" l="l" r="r" t="t"/>
              <a:pathLst>
                <a:path extrusionOk="0" h="27821" w="2837">
                  <a:moveTo>
                    <a:pt x="2836" y="1"/>
                  </a:moveTo>
                  <a:lnTo>
                    <a:pt x="1" y="26186"/>
                  </a:lnTo>
                  <a:lnTo>
                    <a:pt x="2836" y="27821"/>
                  </a:lnTo>
                  <a:lnTo>
                    <a:pt x="2836"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7354012" y="1617320"/>
              <a:ext cx="28218" cy="276819"/>
            </a:xfrm>
            <a:custGeom>
              <a:rect b="b" l="l" r="r" t="t"/>
              <a:pathLst>
                <a:path extrusionOk="0" h="27821" w="2836">
                  <a:moveTo>
                    <a:pt x="0" y="1"/>
                  </a:moveTo>
                  <a:lnTo>
                    <a:pt x="0" y="27821"/>
                  </a:lnTo>
                  <a:lnTo>
                    <a:pt x="2836" y="26186"/>
                  </a:lnTo>
                  <a:lnTo>
                    <a:pt x="0" y="1"/>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 name="Google Shape;109;p15"/>
          <p:cNvGrpSpPr/>
          <p:nvPr/>
        </p:nvGrpSpPr>
        <p:grpSpPr>
          <a:xfrm flipH="1">
            <a:off x="1017864" y="98962"/>
            <a:ext cx="1494619" cy="4508206"/>
            <a:chOff x="6845236" y="2848204"/>
            <a:chExt cx="428835" cy="1293491"/>
          </a:xfrm>
        </p:grpSpPr>
        <p:grpSp>
          <p:nvGrpSpPr>
            <p:cNvPr id="110" name="Google Shape;110;p15"/>
            <p:cNvGrpSpPr/>
            <p:nvPr/>
          </p:nvGrpSpPr>
          <p:grpSpPr>
            <a:xfrm>
              <a:off x="6845236" y="2848204"/>
              <a:ext cx="428835" cy="1293491"/>
              <a:chOff x="6845236" y="2848204"/>
              <a:chExt cx="428835" cy="1293491"/>
            </a:xfrm>
          </p:grpSpPr>
          <p:sp>
            <p:nvSpPr>
              <p:cNvPr id="111" name="Google Shape;111;p15"/>
              <p:cNvSpPr/>
              <p:nvPr/>
            </p:nvSpPr>
            <p:spPr>
              <a:xfrm>
                <a:off x="6845902" y="2867118"/>
                <a:ext cx="428168" cy="247277"/>
              </a:xfrm>
              <a:custGeom>
                <a:rect b="b" l="l" r="r" t="t"/>
                <a:pathLst>
                  <a:path extrusionOk="0" h="24852" w="43032">
                    <a:moveTo>
                      <a:pt x="21449" y="1"/>
                    </a:moveTo>
                    <a:lnTo>
                      <a:pt x="1" y="12376"/>
                    </a:lnTo>
                    <a:lnTo>
                      <a:pt x="21583" y="24852"/>
                    </a:lnTo>
                    <a:lnTo>
                      <a:pt x="43031" y="12443"/>
                    </a:lnTo>
                    <a:lnTo>
                      <a:pt x="21449" y="1"/>
                    </a:lnTo>
                    <a:close/>
                  </a:path>
                </a:pathLst>
              </a:custGeom>
              <a:solidFill>
                <a:srgbClr val="DB79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6845236" y="2989983"/>
                <a:ext cx="214094" cy="1151713"/>
              </a:xfrm>
              <a:custGeom>
                <a:rect b="b" l="l" r="r" t="t"/>
                <a:pathLst>
                  <a:path extrusionOk="0" h="115750" w="21517">
                    <a:moveTo>
                      <a:pt x="1" y="0"/>
                    </a:moveTo>
                    <a:lnTo>
                      <a:pt x="1" y="103408"/>
                    </a:lnTo>
                    <a:lnTo>
                      <a:pt x="21516" y="115750"/>
                    </a:lnTo>
                    <a:lnTo>
                      <a:pt x="21516" y="12376"/>
                    </a:lnTo>
                    <a:lnTo>
                      <a:pt x="1" y="0"/>
                    </a:lnTo>
                    <a:close/>
                  </a:path>
                </a:pathLst>
              </a:custGeom>
              <a:solidFill>
                <a:srgbClr val="A737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7059304" y="2989983"/>
                <a:ext cx="214084" cy="1151713"/>
              </a:xfrm>
              <a:custGeom>
                <a:rect b="b" l="l" r="r" t="t"/>
                <a:pathLst>
                  <a:path extrusionOk="0" h="115750" w="21516">
                    <a:moveTo>
                      <a:pt x="21516" y="0"/>
                    </a:moveTo>
                    <a:lnTo>
                      <a:pt x="0" y="12376"/>
                    </a:lnTo>
                    <a:lnTo>
                      <a:pt x="0" y="115750"/>
                    </a:lnTo>
                    <a:lnTo>
                      <a:pt x="21516" y="103408"/>
                    </a:lnTo>
                    <a:lnTo>
                      <a:pt x="215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7086515" y="3097515"/>
                <a:ext cx="39840" cy="1028581"/>
              </a:xfrm>
              <a:custGeom>
                <a:rect b="b" l="l" r="r" t="t"/>
                <a:pathLst>
                  <a:path extrusionOk="0" h="103375" w="4004">
                    <a:moveTo>
                      <a:pt x="4003" y="0"/>
                    </a:moveTo>
                    <a:lnTo>
                      <a:pt x="0" y="2302"/>
                    </a:lnTo>
                    <a:lnTo>
                      <a:pt x="0" y="103374"/>
                    </a:lnTo>
                    <a:lnTo>
                      <a:pt x="4003" y="101039"/>
                    </a:lnTo>
                    <a:lnTo>
                      <a:pt x="40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6892037" y="2848204"/>
                <a:ext cx="335225" cy="193836"/>
              </a:xfrm>
              <a:custGeom>
                <a:rect b="b" l="l" r="r" t="t"/>
                <a:pathLst>
                  <a:path extrusionOk="0" h="19481" w="33691">
                    <a:moveTo>
                      <a:pt x="16779" y="0"/>
                    </a:moveTo>
                    <a:lnTo>
                      <a:pt x="0" y="9707"/>
                    </a:lnTo>
                    <a:lnTo>
                      <a:pt x="16879" y="19481"/>
                    </a:lnTo>
                    <a:lnTo>
                      <a:pt x="33691" y="9774"/>
                    </a:lnTo>
                    <a:lnTo>
                      <a:pt x="16779" y="0"/>
                    </a:lnTo>
                    <a:close/>
                  </a:path>
                </a:pathLst>
              </a:custGeom>
              <a:solidFill>
                <a:srgbClr val="DB79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6891370" y="2944515"/>
                <a:ext cx="167618" cy="142394"/>
              </a:xfrm>
              <a:custGeom>
                <a:rect b="b" l="l" r="r" t="t"/>
                <a:pathLst>
                  <a:path extrusionOk="0" h="14311" w="16846">
                    <a:moveTo>
                      <a:pt x="0" y="0"/>
                    </a:moveTo>
                    <a:lnTo>
                      <a:pt x="0" y="4637"/>
                    </a:lnTo>
                    <a:lnTo>
                      <a:pt x="16846" y="14311"/>
                    </a:lnTo>
                    <a:lnTo>
                      <a:pt x="16846" y="9674"/>
                    </a:lnTo>
                    <a:lnTo>
                      <a:pt x="0" y="0"/>
                    </a:lnTo>
                    <a:close/>
                  </a:path>
                </a:pathLst>
              </a:custGeom>
              <a:solidFill>
                <a:srgbClr val="A737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7058966" y="2944515"/>
                <a:ext cx="167628" cy="142394"/>
              </a:xfrm>
              <a:custGeom>
                <a:rect b="b" l="l" r="r" t="t"/>
                <a:pathLst>
                  <a:path extrusionOk="0" h="14311" w="16847">
                    <a:moveTo>
                      <a:pt x="16846" y="0"/>
                    </a:moveTo>
                    <a:lnTo>
                      <a:pt x="1" y="9674"/>
                    </a:lnTo>
                    <a:lnTo>
                      <a:pt x="1" y="14311"/>
                    </a:lnTo>
                    <a:lnTo>
                      <a:pt x="16846" y="4637"/>
                    </a:lnTo>
                    <a:lnTo>
                      <a:pt x="1684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15"/>
            <p:cNvGrpSpPr/>
            <p:nvPr/>
          </p:nvGrpSpPr>
          <p:grpSpPr>
            <a:xfrm>
              <a:off x="7146251" y="3028148"/>
              <a:ext cx="99914" cy="1063424"/>
              <a:chOff x="7146251" y="3028148"/>
              <a:chExt cx="99914" cy="1063424"/>
            </a:xfrm>
          </p:grpSpPr>
          <p:sp>
            <p:nvSpPr>
              <p:cNvPr id="119" name="Google Shape;119;p15"/>
              <p:cNvSpPr/>
              <p:nvPr/>
            </p:nvSpPr>
            <p:spPr>
              <a:xfrm>
                <a:off x="7146251" y="3063001"/>
                <a:ext cx="39840" cy="1028571"/>
              </a:xfrm>
              <a:custGeom>
                <a:rect b="b" l="l" r="r" t="t"/>
                <a:pathLst>
                  <a:path extrusionOk="0" h="103374" w="4004">
                    <a:moveTo>
                      <a:pt x="4004" y="0"/>
                    </a:moveTo>
                    <a:lnTo>
                      <a:pt x="1" y="2302"/>
                    </a:lnTo>
                    <a:lnTo>
                      <a:pt x="1" y="103374"/>
                    </a:lnTo>
                    <a:lnTo>
                      <a:pt x="4004" y="101039"/>
                    </a:lnTo>
                    <a:lnTo>
                      <a:pt x="40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7206325" y="3028148"/>
                <a:ext cx="39840" cy="1028581"/>
              </a:xfrm>
              <a:custGeom>
                <a:rect b="b" l="l" r="r" t="t"/>
                <a:pathLst>
                  <a:path extrusionOk="0" h="103375" w="4004">
                    <a:moveTo>
                      <a:pt x="4003" y="0"/>
                    </a:moveTo>
                    <a:lnTo>
                      <a:pt x="0" y="2336"/>
                    </a:lnTo>
                    <a:lnTo>
                      <a:pt x="0" y="103374"/>
                    </a:lnTo>
                    <a:lnTo>
                      <a:pt x="4003" y="101073"/>
                    </a:lnTo>
                    <a:lnTo>
                      <a:pt x="40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1" name="Google Shape;121;p15"/>
          <p:cNvGrpSpPr/>
          <p:nvPr/>
        </p:nvGrpSpPr>
        <p:grpSpPr>
          <a:xfrm flipH="1">
            <a:off x="2011476" y="1310029"/>
            <a:ext cx="1495763" cy="3876530"/>
            <a:chOff x="6559821" y="3195683"/>
            <a:chExt cx="429163" cy="1112251"/>
          </a:xfrm>
        </p:grpSpPr>
        <p:sp>
          <p:nvSpPr>
            <p:cNvPr id="122" name="Google Shape;122;p15"/>
            <p:cNvSpPr/>
            <p:nvPr/>
          </p:nvSpPr>
          <p:spPr>
            <a:xfrm>
              <a:off x="6559821" y="3622548"/>
              <a:ext cx="215418" cy="203468"/>
            </a:xfrm>
            <a:custGeom>
              <a:rect b="b" l="l" r="r" t="t"/>
              <a:pathLst>
                <a:path extrusionOk="0" h="20449" w="21650">
                  <a:moveTo>
                    <a:pt x="1" y="0"/>
                  </a:moveTo>
                  <a:lnTo>
                    <a:pt x="1" y="7939"/>
                  </a:lnTo>
                  <a:lnTo>
                    <a:pt x="21649" y="20448"/>
                  </a:lnTo>
                  <a:lnTo>
                    <a:pt x="21649" y="12476"/>
                  </a:lnTo>
                  <a:lnTo>
                    <a:pt x="1" y="0"/>
                  </a:lnTo>
                  <a:close/>
                </a:path>
              </a:pathLst>
            </a:custGeom>
            <a:solidFill>
              <a:srgbClr val="D68A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6775213" y="3623872"/>
              <a:ext cx="203796" cy="684063"/>
            </a:xfrm>
            <a:custGeom>
              <a:rect b="b" l="l" r="r" t="t"/>
              <a:pathLst>
                <a:path extrusionOk="0" h="68750" w="20482">
                  <a:moveTo>
                    <a:pt x="20482" y="1"/>
                  </a:moveTo>
                  <a:lnTo>
                    <a:pt x="0" y="11776"/>
                  </a:lnTo>
                  <a:lnTo>
                    <a:pt x="0" y="68750"/>
                  </a:lnTo>
                  <a:lnTo>
                    <a:pt x="20482" y="56975"/>
                  </a:lnTo>
                  <a:lnTo>
                    <a:pt x="204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6795788" y="4124679"/>
              <a:ext cx="166961" cy="134096"/>
            </a:xfrm>
            <a:custGeom>
              <a:rect b="b" l="l" r="r" t="t"/>
              <a:pathLst>
                <a:path extrusionOk="0" h="13477" w="16780">
                  <a:moveTo>
                    <a:pt x="16779" y="1"/>
                  </a:moveTo>
                  <a:lnTo>
                    <a:pt x="1" y="9674"/>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6795788" y="3727752"/>
              <a:ext cx="166961" cy="134096"/>
            </a:xfrm>
            <a:custGeom>
              <a:rect b="b" l="l" r="r" t="t"/>
              <a:pathLst>
                <a:path extrusionOk="0" h="13477" w="16780">
                  <a:moveTo>
                    <a:pt x="16779" y="0"/>
                  </a:moveTo>
                  <a:lnTo>
                    <a:pt x="1" y="9674"/>
                  </a:lnTo>
                  <a:lnTo>
                    <a:pt x="1" y="13477"/>
                  </a:lnTo>
                  <a:lnTo>
                    <a:pt x="16779" y="3803"/>
                  </a:lnTo>
                  <a:lnTo>
                    <a:pt x="167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6795788" y="3841254"/>
              <a:ext cx="166961" cy="134096"/>
            </a:xfrm>
            <a:custGeom>
              <a:rect b="b" l="l" r="r" t="t"/>
              <a:pathLst>
                <a:path extrusionOk="0" h="13477" w="16780">
                  <a:moveTo>
                    <a:pt x="16779" y="1"/>
                  </a:moveTo>
                  <a:lnTo>
                    <a:pt x="1" y="9674"/>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6795788" y="3784503"/>
              <a:ext cx="166961" cy="134096"/>
            </a:xfrm>
            <a:custGeom>
              <a:rect b="b" l="l" r="r" t="t"/>
              <a:pathLst>
                <a:path extrusionOk="0" h="13477" w="16780">
                  <a:moveTo>
                    <a:pt x="16779" y="1"/>
                  </a:moveTo>
                  <a:lnTo>
                    <a:pt x="1" y="9674"/>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6795788" y="3898004"/>
              <a:ext cx="166961" cy="134106"/>
            </a:xfrm>
            <a:custGeom>
              <a:rect b="b" l="l" r="r" t="t"/>
              <a:pathLst>
                <a:path extrusionOk="0" h="13478" w="16780">
                  <a:moveTo>
                    <a:pt x="16779" y="1"/>
                  </a:moveTo>
                  <a:lnTo>
                    <a:pt x="1" y="9674"/>
                  </a:lnTo>
                  <a:lnTo>
                    <a:pt x="1" y="13477"/>
                  </a:lnTo>
                  <a:lnTo>
                    <a:pt x="16779" y="3770"/>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a:off x="6795788" y="3954427"/>
              <a:ext cx="166961" cy="134096"/>
            </a:xfrm>
            <a:custGeom>
              <a:rect b="b" l="l" r="r" t="t"/>
              <a:pathLst>
                <a:path extrusionOk="0" h="13477" w="16780">
                  <a:moveTo>
                    <a:pt x="16779" y="0"/>
                  </a:moveTo>
                  <a:lnTo>
                    <a:pt x="1" y="9707"/>
                  </a:lnTo>
                  <a:lnTo>
                    <a:pt x="1" y="13477"/>
                  </a:lnTo>
                  <a:lnTo>
                    <a:pt x="16779" y="3803"/>
                  </a:lnTo>
                  <a:lnTo>
                    <a:pt x="167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6795788" y="4011177"/>
              <a:ext cx="166961" cy="134096"/>
            </a:xfrm>
            <a:custGeom>
              <a:rect b="b" l="l" r="r" t="t"/>
              <a:pathLst>
                <a:path extrusionOk="0" h="13477" w="16780">
                  <a:moveTo>
                    <a:pt x="16779" y="1"/>
                  </a:moveTo>
                  <a:lnTo>
                    <a:pt x="1" y="9707"/>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6795788" y="4067928"/>
              <a:ext cx="166961" cy="134096"/>
            </a:xfrm>
            <a:custGeom>
              <a:rect b="b" l="l" r="r" t="t"/>
              <a:pathLst>
                <a:path extrusionOk="0" h="13477" w="16780">
                  <a:moveTo>
                    <a:pt x="16779" y="1"/>
                  </a:moveTo>
                  <a:lnTo>
                    <a:pt x="1" y="9674"/>
                  </a:lnTo>
                  <a:lnTo>
                    <a:pt x="1" y="13477"/>
                  </a:lnTo>
                  <a:lnTo>
                    <a:pt x="16779" y="3803"/>
                  </a:lnTo>
                  <a:lnTo>
                    <a:pt x="167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6571103" y="3623872"/>
              <a:ext cx="204134" cy="684063"/>
            </a:xfrm>
            <a:custGeom>
              <a:rect b="b" l="l" r="r" t="t"/>
              <a:pathLst>
                <a:path extrusionOk="0" h="68750" w="20516">
                  <a:moveTo>
                    <a:pt x="1" y="1"/>
                  </a:moveTo>
                  <a:lnTo>
                    <a:pt x="1" y="56975"/>
                  </a:lnTo>
                  <a:lnTo>
                    <a:pt x="20515" y="68750"/>
                  </a:lnTo>
                  <a:lnTo>
                    <a:pt x="20515" y="11776"/>
                  </a:lnTo>
                  <a:lnTo>
                    <a:pt x="1" y="1"/>
                  </a:lnTo>
                  <a:close/>
                </a:path>
              </a:pathLst>
            </a:custGeom>
            <a:solidFill>
              <a:srgbClr val="E25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6559821" y="3499088"/>
              <a:ext cx="429163" cy="247606"/>
            </a:xfrm>
            <a:custGeom>
              <a:rect b="b" l="l" r="r" t="t"/>
              <a:pathLst>
                <a:path extrusionOk="0" h="24885" w="43132">
                  <a:moveTo>
                    <a:pt x="21483" y="0"/>
                  </a:moveTo>
                  <a:lnTo>
                    <a:pt x="1" y="12409"/>
                  </a:lnTo>
                  <a:lnTo>
                    <a:pt x="21649" y="24885"/>
                  </a:lnTo>
                  <a:lnTo>
                    <a:pt x="43131" y="12476"/>
                  </a:lnTo>
                  <a:lnTo>
                    <a:pt x="21483" y="0"/>
                  </a:lnTo>
                  <a:close/>
                </a:path>
              </a:pathLst>
            </a:custGeom>
            <a:solidFill>
              <a:srgbClr val="F9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6598653" y="3195683"/>
              <a:ext cx="352817" cy="203796"/>
            </a:xfrm>
            <a:custGeom>
              <a:rect b="b" l="l" r="r" t="t"/>
              <a:pathLst>
                <a:path extrusionOk="0" h="20482" w="35459">
                  <a:moveTo>
                    <a:pt x="17680" y="0"/>
                  </a:moveTo>
                  <a:lnTo>
                    <a:pt x="0" y="10207"/>
                  </a:lnTo>
                  <a:lnTo>
                    <a:pt x="17780" y="20482"/>
                  </a:lnTo>
                  <a:lnTo>
                    <a:pt x="35459" y="10274"/>
                  </a:lnTo>
                  <a:lnTo>
                    <a:pt x="17680" y="0"/>
                  </a:lnTo>
                  <a:close/>
                </a:path>
              </a:pathLst>
            </a:custGeom>
            <a:solidFill>
              <a:srgbClr val="F9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6597986" y="3296968"/>
              <a:ext cx="176583" cy="427173"/>
            </a:xfrm>
            <a:custGeom>
              <a:rect b="b" l="l" r="r" t="t"/>
              <a:pathLst>
                <a:path extrusionOk="0" h="42932" w="17747">
                  <a:moveTo>
                    <a:pt x="1" y="1"/>
                  </a:moveTo>
                  <a:lnTo>
                    <a:pt x="1" y="32724"/>
                  </a:lnTo>
                  <a:lnTo>
                    <a:pt x="17747" y="42932"/>
                  </a:lnTo>
                  <a:lnTo>
                    <a:pt x="17747" y="10175"/>
                  </a:lnTo>
                  <a:lnTo>
                    <a:pt x="1" y="1"/>
                  </a:lnTo>
                  <a:close/>
                </a:path>
              </a:pathLst>
            </a:custGeom>
            <a:solidFill>
              <a:srgbClr val="E25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6669671" y="3357042"/>
              <a:ext cx="32875" cy="325604"/>
            </a:xfrm>
            <a:custGeom>
              <a:rect b="b" l="l" r="r" t="t"/>
              <a:pathLst>
                <a:path extrusionOk="0" h="32724" w="3304">
                  <a:moveTo>
                    <a:pt x="1" y="0"/>
                  </a:moveTo>
                  <a:lnTo>
                    <a:pt x="1" y="30789"/>
                  </a:lnTo>
                  <a:lnTo>
                    <a:pt x="3303" y="32724"/>
                  </a:lnTo>
                  <a:lnTo>
                    <a:pt x="3303" y="1902"/>
                  </a:lnTo>
                  <a:lnTo>
                    <a:pt x="1" y="0"/>
                  </a:lnTo>
                  <a:close/>
                </a:path>
              </a:pathLst>
            </a:custGeom>
            <a:solidFill>
              <a:srgbClr val="F9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6774546" y="3296968"/>
              <a:ext cx="176254" cy="427173"/>
            </a:xfrm>
            <a:custGeom>
              <a:rect b="b" l="l" r="r" t="t"/>
              <a:pathLst>
                <a:path extrusionOk="0" h="42932" w="17714">
                  <a:moveTo>
                    <a:pt x="17713" y="1"/>
                  </a:moveTo>
                  <a:lnTo>
                    <a:pt x="1" y="10175"/>
                  </a:lnTo>
                  <a:lnTo>
                    <a:pt x="1" y="42932"/>
                  </a:lnTo>
                  <a:lnTo>
                    <a:pt x="17713" y="32724"/>
                  </a:lnTo>
                  <a:lnTo>
                    <a:pt x="1771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6846231" y="3357042"/>
              <a:ext cx="32875" cy="325604"/>
            </a:xfrm>
            <a:custGeom>
              <a:rect b="b" l="l" r="r" t="t"/>
              <a:pathLst>
                <a:path extrusionOk="0" h="32724" w="3304">
                  <a:moveTo>
                    <a:pt x="3303" y="0"/>
                  </a:moveTo>
                  <a:lnTo>
                    <a:pt x="1" y="1902"/>
                  </a:lnTo>
                  <a:lnTo>
                    <a:pt x="1" y="32724"/>
                  </a:lnTo>
                  <a:lnTo>
                    <a:pt x="3303" y="30789"/>
                  </a:lnTo>
                  <a:lnTo>
                    <a:pt x="3303" y="0"/>
                  </a:lnTo>
                  <a:close/>
                </a:path>
              </a:pathLst>
            </a:custGeom>
            <a:solidFill>
              <a:srgbClr val="F9B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15"/>
          <p:cNvGrpSpPr/>
          <p:nvPr/>
        </p:nvGrpSpPr>
        <p:grpSpPr>
          <a:xfrm flipH="1">
            <a:off x="2981959" y="2424148"/>
            <a:ext cx="1495729" cy="3323473"/>
            <a:chOff x="6281380" y="3515345"/>
            <a:chExt cx="429153" cy="953569"/>
          </a:xfrm>
        </p:grpSpPr>
        <p:sp>
          <p:nvSpPr>
            <p:cNvPr id="140" name="Google Shape;140;p15"/>
            <p:cNvSpPr/>
            <p:nvPr/>
          </p:nvSpPr>
          <p:spPr>
            <a:xfrm>
              <a:off x="6496434" y="3647770"/>
              <a:ext cx="199816" cy="821144"/>
            </a:xfrm>
            <a:custGeom>
              <a:rect b="b" l="l" r="r" t="t"/>
              <a:pathLst>
                <a:path extrusionOk="0" h="82527" w="20082">
                  <a:moveTo>
                    <a:pt x="20081" y="0"/>
                  </a:moveTo>
                  <a:lnTo>
                    <a:pt x="0" y="11609"/>
                  </a:lnTo>
                  <a:lnTo>
                    <a:pt x="0" y="82526"/>
                  </a:lnTo>
                  <a:lnTo>
                    <a:pt x="20081" y="70918"/>
                  </a:lnTo>
                  <a:lnTo>
                    <a:pt x="2008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6296643" y="3647770"/>
              <a:ext cx="199816" cy="821144"/>
            </a:xfrm>
            <a:custGeom>
              <a:rect b="b" l="l" r="r" t="t"/>
              <a:pathLst>
                <a:path extrusionOk="0" h="82527" w="20082">
                  <a:moveTo>
                    <a:pt x="0" y="0"/>
                  </a:moveTo>
                  <a:lnTo>
                    <a:pt x="0" y="70918"/>
                  </a:lnTo>
                  <a:lnTo>
                    <a:pt x="20081" y="82526"/>
                  </a:lnTo>
                  <a:lnTo>
                    <a:pt x="20081" y="11609"/>
                  </a:lnTo>
                  <a:lnTo>
                    <a:pt x="0" y="0"/>
                  </a:lnTo>
                  <a:close/>
                </a:path>
              </a:pathLst>
            </a:custGeom>
            <a:solidFill>
              <a:srgbClr val="C975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6496434" y="3646061"/>
              <a:ext cx="214084" cy="141071"/>
            </a:xfrm>
            <a:custGeom>
              <a:rect b="b" l="l" r="r" t="t"/>
              <a:pathLst>
                <a:path extrusionOk="0" h="14178" w="21516">
                  <a:moveTo>
                    <a:pt x="21516" y="0"/>
                  </a:moveTo>
                  <a:lnTo>
                    <a:pt x="0" y="12409"/>
                  </a:lnTo>
                  <a:lnTo>
                    <a:pt x="0" y="14177"/>
                  </a:lnTo>
                  <a:lnTo>
                    <a:pt x="21516" y="1768"/>
                  </a:lnTo>
                  <a:lnTo>
                    <a:pt x="21516"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6496434" y="3791477"/>
              <a:ext cx="73023" cy="95261"/>
            </a:xfrm>
            <a:custGeom>
              <a:rect b="b" l="l" r="r" t="t"/>
              <a:pathLst>
                <a:path extrusionOk="0" h="9574" w="7339">
                  <a:moveTo>
                    <a:pt x="7339" y="0"/>
                  </a:moveTo>
                  <a:lnTo>
                    <a:pt x="0" y="4236"/>
                  </a:lnTo>
                  <a:lnTo>
                    <a:pt x="0" y="9574"/>
                  </a:lnTo>
                  <a:lnTo>
                    <a:pt x="7339" y="5337"/>
                  </a:lnTo>
                  <a:lnTo>
                    <a:pt x="73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6496434" y="3862167"/>
              <a:ext cx="73023" cy="94933"/>
            </a:xfrm>
            <a:custGeom>
              <a:rect b="b" l="l" r="r" t="t"/>
              <a:pathLst>
                <a:path extrusionOk="0" h="9541" w="7339">
                  <a:moveTo>
                    <a:pt x="7339" y="0"/>
                  </a:moveTo>
                  <a:lnTo>
                    <a:pt x="0" y="4237"/>
                  </a:lnTo>
                  <a:lnTo>
                    <a:pt x="0" y="9540"/>
                  </a:lnTo>
                  <a:lnTo>
                    <a:pt x="7339" y="5304"/>
                  </a:lnTo>
                  <a:lnTo>
                    <a:pt x="73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6496434" y="3932518"/>
              <a:ext cx="73023" cy="95271"/>
            </a:xfrm>
            <a:custGeom>
              <a:rect b="b" l="l" r="r" t="t"/>
              <a:pathLst>
                <a:path extrusionOk="0" h="9575" w="7339">
                  <a:moveTo>
                    <a:pt x="7339" y="1"/>
                  </a:moveTo>
                  <a:lnTo>
                    <a:pt x="0" y="4271"/>
                  </a:lnTo>
                  <a:lnTo>
                    <a:pt x="0" y="9574"/>
                  </a:lnTo>
                  <a:lnTo>
                    <a:pt x="7339" y="5338"/>
                  </a:lnTo>
                  <a:lnTo>
                    <a:pt x="7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6496434" y="4003208"/>
              <a:ext cx="73023" cy="94943"/>
            </a:xfrm>
            <a:custGeom>
              <a:rect b="b" l="l" r="r" t="t"/>
              <a:pathLst>
                <a:path extrusionOk="0" h="9542" w="7339">
                  <a:moveTo>
                    <a:pt x="7339" y="1"/>
                  </a:moveTo>
                  <a:lnTo>
                    <a:pt x="0" y="4237"/>
                  </a:lnTo>
                  <a:lnTo>
                    <a:pt x="0" y="9541"/>
                  </a:lnTo>
                  <a:lnTo>
                    <a:pt x="7339" y="5305"/>
                  </a:lnTo>
                  <a:lnTo>
                    <a:pt x="7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6496434" y="4073908"/>
              <a:ext cx="73023" cy="94933"/>
            </a:xfrm>
            <a:custGeom>
              <a:rect b="b" l="l" r="r" t="t"/>
              <a:pathLst>
                <a:path extrusionOk="0" h="9541" w="7339">
                  <a:moveTo>
                    <a:pt x="7339" y="0"/>
                  </a:moveTo>
                  <a:lnTo>
                    <a:pt x="0" y="4236"/>
                  </a:lnTo>
                  <a:lnTo>
                    <a:pt x="0" y="9540"/>
                  </a:lnTo>
                  <a:lnTo>
                    <a:pt x="7339" y="5304"/>
                  </a:lnTo>
                  <a:lnTo>
                    <a:pt x="73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6496434" y="4144259"/>
              <a:ext cx="73023" cy="95271"/>
            </a:xfrm>
            <a:custGeom>
              <a:rect b="b" l="l" r="r" t="t"/>
              <a:pathLst>
                <a:path extrusionOk="0" h="9575" w="7339">
                  <a:moveTo>
                    <a:pt x="7339" y="1"/>
                  </a:moveTo>
                  <a:lnTo>
                    <a:pt x="0" y="4237"/>
                  </a:lnTo>
                  <a:lnTo>
                    <a:pt x="0" y="9574"/>
                  </a:lnTo>
                  <a:lnTo>
                    <a:pt x="7339" y="5338"/>
                  </a:lnTo>
                  <a:lnTo>
                    <a:pt x="7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6496434" y="4214949"/>
              <a:ext cx="73023" cy="94933"/>
            </a:xfrm>
            <a:custGeom>
              <a:rect b="b" l="l" r="r" t="t"/>
              <a:pathLst>
                <a:path extrusionOk="0" h="9541" w="7339">
                  <a:moveTo>
                    <a:pt x="7339" y="1"/>
                  </a:moveTo>
                  <a:lnTo>
                    <a:pt x="0" y="4237"/>
                  </a:lnTo>
                  <a:lnTo>
                    <a:pt x="0" y="9541"/>
                  </a:lnTo>
                  <a:lnTo>
                    <a:pt x="7339" y="5305"/>
                  </a:lnTo>
                  <a:lnTo>
                    <a:pt x="7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6496434" y="4285310"/>
              <a:ext cx="73023" cy="95271"/>
            </a:xfrm>
            <a:custGeom>
              <a:rect b="b" l="l" r="r" t="t"/>
              <a:pathLst>
                <a:path extrusionOk="0" h="9575" w="7339">
                  <a:moveTo>
                    <a:pt x="7339" y="1"/>
                  </a:moveTo>
                  <a:lnTo>
                    <a:pt x="0" y="4237"/>
                  </a:lnTo>
                  <a:lnTo>
                    <a:pt x="0" y="9574"/>
                  </a:lnTo>
                  <a:lnTo>
                    <a:pt x="7339" y="5338"/>
                  </a:lnTo>
                  <a:lnTo>
                    <a:pt x="7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6581062" y="3767241"/>
              <a:ext cx="30875" cy="70715"/>
            </a:xfrm>
            <a:custGeom>
              <a:rect b="b" l="l" r="r" t="t"/>
              <a:pathLst>
                <a:path extrusionOk="0" h="7107" w="3103">
                  <a:moveTo>
                    <a:pt x="3103" y="1"/>
                  </a:moveTo>
                  <a:lnTo>
                    <a:pt x="1" y="1769"/>
                  </a:lnTo>
                  <a:lnTo>
                    <a:pt x="1" y="7106"/>
                  </a:lnTo>
                  <a:lnTo>
                    <a:pt x="3103" y="5305"/>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6623208" y="3742686"/>
              <a:ext cx="30875" cy="70705"/>
            </a:xfrm>
            <a:custGeom>
              <a:rect b="b" l="l" r="r" t="t"/>
              <a:pathLst>
                <a:path extrusionOk="0" h="7106" w="3103">
                  <a:moveTo>
                    <a:pt x="3103" y="1"/>
                  </a:moveTo>
                  <a:lnTo>
                    <a:pt x="1" y="1802"/>
                  </a:lnTo>
                  <a:lnTo>
                    <a:pt x="1" y="7106"/>
                  </a:lnTo>
                  <a:lnTo>
                    <a:pt x="3103" y="5338"/>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6665691" y="3718460"/>
              <a:ext cx="30546" cy="70376"/>
            </a:xfrm>
            <a:custGeom>
              <a:rect b="b" l="l" r="r" t="t"/>
              <a:pathLst>
                <a:path extrusionOk="0" h="7073" w="3070">
                  <a:moveTo>
                    <a:pt x="3069" y="0"/>
                  </a:moveTo>
                  <a:lnTo>
                    <a:pt x="1" y="1768"/>
                  </a:lnTo>
                  <a:lnTo>
                    <a:pt x="1" y="7072"/>
                  </a:lnTo>
                  <a:lnTo>
                    <a:pt x="3069" y="5304"/>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6581062" y="3837602"/>
              <a:ext cx="30875" cy="70705"/>
            </a:xfrm>
            <a:custGeom>
              <a:rect b="b" l="l" r="r" t="t"/>
              <a:pathLst>
                <a:path extrusionOk="0" h="7106" w="3103">
                  <a:moveTo>
                    <a:pt x="3103" y="1"/>
                  </a:moveTo>
                  <a:lnTo>
                    <a:pt x="1" y="1802"/>
                  </a:lnTo>
                  <a:lnTo>
                    <a:pt x="1" y="7106"/>
                  </a:lnTo>
                  <a:lnTo>
                    <a:pt x="3103" y="5338"/>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6623208" y="3813376"/>
              <a:ext cx="30875" cy="70705"/>
            </a:xfrm>
            <a:custGeom>
              <a:rect b="b" l="l" r="r" t="t"/>
              <a:pathLst>
                <a:path extrusionOk="0" h="7106" w="3103">
                  <a:moveTo>
                    <a:pt x="3103" y="1"/>
                  </a:moveTo>
                  <a:lnTo>
                    <a:pt x="1" y="1769"/>
                  </a:lnTo>
                  <a:lnTo>
                    <a:pt x="1" y="7106"/>
                  </a:lnTo>
                  <a:lnTo>
                    <a:pt x="3103" y="5304"/>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6665691" y="3788821"/>
              <a:ext cx="30546" cy="70705"/>
            </a:xfrm>
            <a:custGeom>
              <a:rect b="b" l="l" r="r" t="t"/>
              <a:pathLst>
                <a:path extrusionOk="0" h="7106" w="3070">
                  <a:moveTo>
                    <a:pt x="3069" y="0"/>
                  </a:moveTo>
                  <a:lnTo>
                    <a:pt x="1" y="1801"/>
                  </a:lnTo>
                  <a:lnTo>
                    <a:pt x="1" y="7105"/>
                  </a:lnTo>
                  <a:lnTo>
                    <a:pt x="3069" y="5337"/>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6581062" y="3908292"/>
              <a:ext cx="30875" cy="70705"/>
            </a:xfrm>
            <a:custGeom>
              <a:rect b="b" l="l" r="r" t="t"/>
              <a:pathLst>
                <a:path extrusionOk="0" h="7106" w="3103">
                  <a:moveTo>
                    <a:pt x="3103" y="1"/>
                  </a:moveTo>
                  <a:lnTo>
                    <a:pt x="1" y="1769"/>
                  </a:lnTo>
                  <a:lnTo>
                    <a:pt x="1" y="7106"/>
                  </a:lnTo>
                  <a:lnTo>
                    <a:pt x="3103" y="5305"/>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6623208" y="3883737"/>
              <a:ext cx="30875" cy="70705"/>
            </a:xfrm>
            <a:custGeom>
              <a:rect b="b" l="l" r="r" t="t"/>
              <a:pathLst>
                <a:path extrusionOk="0" h="7106" w="3103">
                  <a:moveTo>
                    <a:pt x="3103" y="0"/>
                  </a:moveTo>
                  <a:lnTo>
                    <a:pt x="1" y="1802"/>
                  </a:lnTo>
                  <a:lnTo>
                    <a:pt x="1" y="7105"/>
                  </a:lnTo>
                  <a:lnTo>
                    <a:pt x="3103" y="5338"/>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6665691" y="3859511"/>
              <a:ext cx="30546" cy="70705"/>
            </a:xfrm>
            <a:custGeom>
              <a:rect b="b" l="l" r="r" t="t"/>
              <a:pathLst>
                <a:path extrusionOk="0" h="7106" w="3070">
                  <a:moveTo>
                    <a:pt x="3069" y="0"/>
                  </a:moveTo>
                  <a:lnTo>
                    <a:pt x="1" y="1768"/>
                  </a:lnTo>
                  <a:lnTo>
                    <a:pt x="1" y="7105"/>
                  </a:lnTo>
                  <a:lnTo>
                    <a:pt x="3069" y="5304"/>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6581062" y="3978653"/>
              <a:ext cx="30875" cy="71033"/>
            </a:xfrm>
            <a:custGeom>
              <a:rect b="b" l="l" r="r" t="t"/>
              <a:pathLst>
                <a:path extrusionOk="0" h="7139" w="3103">
                  <a:moveTo>
                    <a:pt x="3103" y="1"/>
                  </a:moveTo>
                  <a:lnTo>
                    <a:pt x="1" y="1802"/>
                  </a:lnTo>
                  <a:lnTo>
                    <a:pt x="1" y="7139"/>
                  </a:lnTo>
                  <a:lnTo>
                    <a:pt x="3103" y="5338"/>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6623208" y="3954427"/>
              <a:ext cx="30875" cy="70705"/>
            </a:xfrm>
            <a:custGeom>
              <a:rect b="b" l="l" r="r" t="t"/>
              <a:pathLst>
                <a:path extrusionOk="0" h="7106" w="3103">
                  <a:moveTo>
                    <a:pt x="3103" y="0"/>
                  </a:moveTo>
                  <a:lnTo>
                    <a:pt x="1" y="1768"/>
                  </a:lnTo>
                  <a:lnTo>
                    <a:pt x="1" y="7106"/>
                  </a:lnTo>
                  <a:lnTo>
                    <a:pt x="3103" y="5304"/>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6665691" y="3929872"/>
              <a:ext cx="30546" cy="70705"/>
            </a:xfrm>
            <a:custGeom>
              <a:rect b="b" l="l" r="r" t="t"/>
              <a:pathLst>
                <a:path extrusionOk="0" h="7106" w="3070">
                  <a:moveTo>
                    <a:pt x="3069" y="0"/>
                  </a:moveTo>
                  <a:lnTo>
                    <a:pt x="1" y="1801"/>
                  </a:lnTo>
                  <a:lnTo>
                    <a:pt x="1" y="7105"/>
                  </a:lnTo>
                  <a:lnTo>
                    <a:pt x="3069" y="5337"/>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6581062" y="4049343"/>
              <a:ext cx="30875" cy="70705"/>
            </a:xfrm>
            <a:custGeom>
              <a:rect b="b" l="l" r="r" t="t"/>
              <a:pathLst>
                <a:path extrusionOk="0" h="7106" w="3103">
                  <a:moveTo>
                    <a:pt x="3103" y="1"/>
                  </a:moveTo>
                  <a:lnTo>
                    <a:pt x="1" y="1802"/>
                  </a:lnTo>
                  <a:lnTo>
                    <a:pt x="1" y="7106"/>
                  </a:lnTo>
                  <a:lnTo>
                    <a:pt x="3103" y="5338"/>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6623208" y="4025116"/>
              <a:ext cx="30875" cy="70376"/>
            </a:xfrm>
            <a:custGeom>
              <a:rect b="b" l="l" r="r" t="t"/>
              <a:pathLst>
                <a:path extrusionOk="0" h="7073" w="3103">
                  <a:moveTo>
                    <a:pt x="3103" y="1"/>
                  </a:moveTo>
                  <a:lnTo>
                    <a:pt x="1" y="1768"/>
                  </a:lnTo>
                  <a:lnTo>
                    <a:pt x="1" y="7072"/>
                  </a:lnTo>
                  <a:lnTo>
                    <a:pt x="3103" y="5304"/>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6665691" y="4000562"/>
              <a:ext cx="30546" cy="70705"/>
            </a:xfrm>
            <a:custGeom>
              <a:rect b="b" l="l" r="r" t="t"/>
              <a:pathLst>
                <a:path extrusionOk="0" h="7106" w="3070">
                  <a:moveTo>
                    <a:pt x="3069" y="0"/>
                  </a:moveTo>
                  <a:lnTo>
                    <a:pt x="1" y="1801"/>
                  </a:lnTo>
                  <a:lnTo>
                    <a:pt x="1" y="7105"/>
                  </a:lnTo>
                  <a:lnTo>
                    <a:pt x="3069" y="5304"/>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6581062" y="4120033"/>
              <a:ext cx="30875" cy="70705"/>
            </a:xfrm>
            <a:custGeom>
              <a:rect b="b" l="l" r="r" t="t"/>
              <a:pathLst>
                <a:path extrusionOk="0" h="7106" w="3103">
                  <a:moveTo>
                    <a:pt x="3103" y="1"/>
                  </a:moveTo>
                  <a:lnTo>
                    <a:pt x="1" y="1769"/>
                  </a:lnTo>
                  <a:lnTo>
                    <a:pt x="1" y="7106"/>
                  </a:lnTo>
                  <a:lnTo>
                    <a:pt x="3103" y="5305"/>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6623208" y="4095478"/>
              <a:ext cx="30875" cy="70705"/>
            </a:xfrm>
            <a:custGeom>
              <a:rect b="b" l="l" r="r" t="t"/>
              <a:pathLst>
                <a:path extrusionOk="0" h="7106" w="3103">
                  <a:moveTo>
                    <a:pt x="3103" y="0"/>
                  </a:moveTo>
                  <a:lnTo>
                    <a:pt x="1" y="1802"/>
                  </a:lnTo>
                  <a:lnTo>
                    <a:pt x="1" y="7105"/>
                  </a:lnTo>
                  <a:lnTo>
                    <a:pt x="3103" y="5337"/>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6665691" y="4071251"/>
              <a:ext cx="30546" cy="70705"/>
            </a:xfrm>
            <a:custGeom>
              <a:rect b="b" l="l" r="r" t="t"/>
              <a:pathLst>
                <a:path extrusionOk="0" h="7106" w="3070">
                  <a:moveTo>
                    <a:pt x="3069" y="0"/>
                  </a:moveTo>
                  <a:lnTo>
                    <a:pt x="1" y="1768"/>
                  </a:lnTo>
                  <a:lnTo>
                    <a:pt x="1" y="7105"/>
                  </a:lnTo>
                  <a:lnTo>
                    <a:pt x="3069" y="5304"/>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6581062" y="4190394"/>
              <a:ext cx="30875" cy="70705"/>
            </a:xfrm>
            <a:custGeom>
              <a:rect b="b" l="l" r="r" t="t"/>
              <a:pathLst>
                <a:path extrusionOk="0" h="7106" w="3103">
                  <a:moveTo>
                    <a:pt x="3103" y="0"/>
                  </a:moveTo>
                  <a:lnTo>
                    <a:pt x="1" y="1802"/>
                  </a:lnTo>
                  <a:lnTo>
                    <a:pt x="1" y="7106"/>
                  </a:lnTo>
                  <a:lnTo>
                    <a:pt x="3103" y="5338"/>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6623208" y="4166167"/>
              <a:ext cx="30875" cy="70705"/>
            </a:xfrm>
            <a:custGeom>
              <a:rect b="b" l="l" r="r" t="t"/>
              <a:pathLst>
                <a:path extrusionOk="0" h="7106" w="3103">
                  <a:moveTo>
                    <a:pt x="3103" y="0"/>
                  </a:moveTo>
                  <a:lnTo>
                    <a:pt x="1" y="1768"/>
                  </a:lnTo>
                  <a:lnTo>
                    <a:pt x="1" y="7105"/>
                  </a:lnTo>
                  <a:lnTo>
                    <a:pt x="3103" y="5304"/>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6665691" y="4141603"/>
              <a:ext cx="30546" cy="70705"/>
            </a:xfrm>
            <a:custGeom>
              <a:rect b="b" l="l" r="r" t="t"/>
              <a:pathLst>
                <a:path extrusionOk="0" h="7106" w="3070">
                  <a:moveTo>
                    <a:pt x="3069" y="1"/>
                  </a:moveTo>
                  <a:lnTo>
                    <a:pt x="1" y="1802"/>
                  </a:lnTo>
                  <a:lnTo>
                    <a:pt x="1" y="7106"/>
                  </a:lnTo>
                  <a:lnTo>
                    <a:pt x="3069" y="5338"/>
                  </a:lnTo>
                  <a:lnTo>
                    <a:pt x="306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6581062" y="4261084"/>
              <a:ext cx="30875" cy="70705"/>
            </a:xfrm>
            <a:custGeom>
              <a:rect b="b" l="l" r="r" t="t"/>
              <a:pathLst>
                <a:path extrusionOk="0" h="7106" w="3103">
                  <a:moveTo>
                    <a:pt x="3103" y="1"/>
                  </a:moveTo>
                  <a:lnTo>
                    <a:pt x="1" y="1768"/>
                  </a:lnTo>
                  <a:lnTo>
                    <a:pt x="1" y="7106"/>
                  </a:lnTo>
                  <a:lnTo>
                    <a:pt x="3103" y="5304"/>
                  </a:lnTo>
                  <a:lnTo>
                    <a:pt x="3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6623208" y="4236529"/>
              <a:ext cx="30875" cy="70705"/>
            </a:xfrm>
            <a:custGeom>
              <a:rect b="b" l="l" r="r" t="t"/>
              <a:pathLst>
                <a:path extrusionOk="0" h="7106" w="3103">
                  <a:moveTo>
                    <a:pt x="3103" y="0"/>
                  </a:moveTo>
                  <a:lnTo>
                    <a:pt x="1" y="1801"/>
                  </a:lnTo>
                  <a:lnTo>
                    <a:pt x="1" y="7105"/>
                  </a:lnTo>
                  <a:lnTo>
                    <a:pt x="3103" y="5337"/>
                  </a:lnTo>
                  <a:lnTo>
                    <a:pt x="31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6665691" y="4212302"/>
              <a:ext cx="30546" cy="70705"/>
            </a:xfrm>
            <a:custGeom>
              <a:rect b="b" l="l" r="r" t="t"/>
              <a:pathLst>
                <a:path extrusionOk="0" h="7106" w="3070">
                  <a:moveTo>
                    <a:pt x="3069" y="0"/>
                  </a:moveTo>
                  <a:lnTo>
                    <a:pt x="1" y="1768"/>
                  </a:lnTo>
                  <a:lnTo>
                    <a:pt x="1" y="7105"/>
                  </a:lnTo>
                  <a:lnTo>
                    <a:pt x="3069" y="5304"/>
                  </a:lnTo>
                  <a:lnTo>
                    <a:pt x="30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6281380" y="3532935"/>
              <a:ext cx="429153" cy="247944"/>
            </a:xfrm>
            <a:custGeom>
              <a:rect b="b" l="l" r="r" t="t"/>
              <a:pathLst>
                <a:path extrusionOk="0" h="24919" w="43131">
                  <a:moveTo>
                    <a:pt x="21482" y="1"/>
                  </a:moveTo>
                  <a:lnTo>
                    <a:pt x="0" y="12410"/>
                  </a:lnTo>
                  <a:lnTo>
                    <a:pt x="21615" y="24919"/>
                  </a:lnTo>
                  <a:lnTo>
                    <a:pt x="43131" y="12510"/>
                  </a:lnTo>
                  <a:lnTo>
                    <a:pt x="21482" y="1"/>
                  </a:lnTo>
                  <a:close/>
                </a:path>
              </a:pathLst>
            </a:custGeom>
            <a:solidFill>
              <a:srgbClr val="FBE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6281380" y="3515345"/>
              <a:ext cx="429153" cy="247616"/>
            </a:xfrm>
            <a:custGeom>
              <a:rect b="b" l="l" r="r" t="t"/>
              <a:pathLst>
                <a:path extrusionOk="0" h="24886" w="43131">
                  <a:moveTo>
                    <a:pt x="21482" y="1"/>
                  </a:moveTo>
                  <a:lnTo>
                    <a:pt x="0" y="12410"/>
                  </a:lnTo>
                  <a:lnTo>
                    <a:pt x="21615" y="24885"/>
                  </a:lnTo>
                  <a:lnTo>
                    <a:pt x="43131" y="12476"/>
                  </a:lnTo>
                  <a:lnTo>
                    <a:pt x="21482" y="1"/>
                  </a:lnTo>
                  <a:close/>
                </a:path>
              </a:pathLst>
            </a:custGeom>
            <a:solidFill>
              <a:srgbClr val="FBE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6316889" y="3535930"/>
              <a:ext cx="358130" cy="206781"/>
            </a:xfrm>
            <a:custGeom>
              <a:rect b="b" l="l" r="r" t="t"/>
              <a:pathLst>
                <a:path extrusionOk="0" h="20782" w="35993">
                  <a:moveTo>
                    <a:pt x="17913" y="0"/>
                  </a:moveTo>
                  <a:lnTo>
                    <a:pt x="0" y="10341"/>
                  </a:lnTo>
                  <a:lnTo>
                    <a:pt x="18046" y="20782"/>
                  </a:lnTo>
                  <a:lnTo>
                    <a:pt x="35993" y="10407"/>
                  </a:lnTo>
                  <a:lnTo>
                    <a:pt x="179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6281380" y="3638806"/>
              <a:ext cx="215079" cy="142066"/>
            </a:xfrm>
            <a:custGeom>
              <a:rect b="b" l="l" r="r" t="t"/>
              <a:pathLst>
                <a:path extrusionOk="0" h="14278" w="21616">
                  <a:moveTo>
                    <a:pt x="0" y="1"/>
                  </a:moveTo>
                  <a:lnTo>
                    <a:pt x="0" y="1769"/>
                  </a:lnTo>
                  <a:lnTo>
                    <a:pt x="21615" y="14278"/>
                  </a:lnTo>
                  <a:lnTo>
                    <a:pt x="21615" y="12476"/>
                  </a:lnTo>
                  <a:lnTo>
                    <a:pt x="0"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6496434" y="3639472"/>
              <a:ext cx="214084" cy="141399"/>
            </a:xfrm>
            <a:custGeom>
              <a:rect b="b" l="l" r="r" t="t"/>
              <a:pathLst>
                <a:path extrusionOk="0" h="14211" w="21516">
                  <a:moveTo>
                    <a:pt x="21516" y="0"/>
                  </a:moveTo>
                  <a:lnTo>
                    <a:pt x="0" y="12409"/>
                  </a:lnTo>
                  <a:lnTo>
                    <a:pt x="0" y="14211"/>
                  </a:lnTo>
                  <a:lnTo>
                    <a:pt x="21516" y="1802"/>
                  </a:lnTo>
                  <a:lnTo>
                    <a:pt x="2151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6342439" y="3594332"/>
              <a:ext cx="153678" cy="140743"/>
            </a:xfrm>
            <a:custGeom>
              <a:rect b="b" l="l" r="r" t="t"/>
              <a:pathLst>
                <a:path extrusionOk="0" h="14145" w="15445">
                  <a:moveTo>
                    <a:pt x="1" y="1"/>
                  </a:moveTo>
                  <a:lnTo>
                    <a:pt x="1" y="5238"/>
                  </a:lnTo>
                  <a:lnTo>
                    <a:pt x="15445" y="14144"/>
                  </a:lnTo>
                  <a:lnTo>
                    <a:pt x="15445" y="8907"/>
                  </a:lnTo>
                  <a:lnTo>
                    <a:pt x="1" y="1"/>
                  </a:lnTo>
                  <a:close/>
                </a:path>
              </a:pathLst>
            </a:custGeom>
            <a:solidFill>
              <a:srgbClr val="F4C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6342439" y="3594332"/>
              <a:ext cx="153678" cy="140743"/>
            </a:xfrm>
            <a:custGeom>
              <a:rect b="b" l="l" r="r" t="t"/>
              <a:pathLst>
                <a:path extrusionOk="0" h="14145" w="15445">
                  <a:moveTo>
                    <a:pt x="1" y="1"/>
                  </a:moveTo>
                  <a:lnTo>
                    <a:pt x="1" y="5238"/>
                  </a:lnTo>
                  <a:lnTo>
                    <a:pt x="15445" y="14144"/>
                  </a:lnTo>
                  <a:lnTo>
                    <a:pt x="15445" y="8907"/>
                  </a:lnTo>
                  <a:lnTo>
                    <a:pt x="1" y="1"/>
                  </a:lnTo>
                  <a:close/>
                </a:path>
              </a:pathLst>
            </a:custGeom>
            <a:solidFill>
              <a:srgbClr val="C975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6342777" y="3563808"/>
              <a:ext cx="306679" cy="118823"/>
            </a:xfrm>
            <a:custGeom>
              <a:rect b="b" l="l" r="r" t="t"/>
              <a:pathLst>
                <a:path extrusionOk="0" h="11942" w="30822">
                  <a:moveTo>
                    <a:pt x="15344" y="0"/>
                  </a:moveTo>
                  <a:lnTo>
                    <a:pt x="0" y="3036"/>
                  </a:lnTo>
                  <a:lnTo>
                    <a:pt x="15444" y="11942"/>
                  </a:lnTo>
                  <a:lnTo>
                    <a:pt x="30822" y="8906"/>
                  </a:lnTo>
                  <a:lnTo>
                    <a:pt x="15344" y="0"/>
                  </a:lnTo>
                  <a:close/>
                </a:path>
              </a:pathLst>
            </a:custGeom>
            <a:solidFill>
              <a:srgbClr val="FBEB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6495439" y="3647151"/>
              <a:ext cx="154006" cy="88635"/>
            </a:xfrm>
            <a:custGeom>
              <a:rect b="b" l="l" r="r" t="t"/>
              <a:pathLst>
                <a:path extrusionOk="0" h="8908" w="15478">
                  <a:moveTo>
                    <a:pt x="15478" y="1"/>
                  </a:moveTo>
                  <a:lnTo>
                    <a:pt x="13966" y="871"/>
                  </a:lnTo>
                  <a:lnTo>
                    <a:pt x="13966" y="871"/>
                  </a:lnTo>
                  <a:lnTo>
                    <a:pt x="15478" y="568"/>
                  </a:lnTo>
                  <a:lnTo>
                    <a:pt x="15478" y="1"/>
                  </a:lnTo>
                  <a:close/>
                  <a:moveTo>
                    <a:pt x="13966" y="871"/>
                  </a:moveTo>
                  <a:lnTo>
                    <a:pt x="0" y="3670"/>
                  </a:lnTo>
                  <a:lnTo>
                    <a:pt x="0" y="8907"/>
                  </a:lnTo>
                  <a:lnTo>
                    <a:pt x="13966" y="87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5"/>
          <p:cNvGrpSpPr/>
          <p:nvPr/>
        </p:nvGrpSpPr>
        <p:grpSpPr>
          <a:xfrm flipH="1">
            <a:off x="4011426" y="3564684"/>
            <a:ext cx="1495729" cy="2777424"/>
            <a:chOff x="5986006" y="3842587"/>
            <a:chExt cx="429153" cy="796897"/>
          </a:xfrm>
        </p:grpSpPr>
        <p:sp>
          <p:nvSpPr>
            <p:cNvPr id="185" name="Google Shape;185;p15"/>
            <p:cNvSpPr/>
            <p:nvPr/>
          </p:nvSpPr>
          <p:spPr>
            <a:xfrm>
              <a:off x="6296643" y="3929872"/>
              <a:ext cx="73023" cy="95261"/>
            </a:xfrm>
            <a:custGeom>
              <a:rect b="b" l="l" r="r" t="t"/>
              <a:pathLst>
                <a:path extrusionOk="0" h="9574" w="7339">
                  <a:moveTo>
                    <a:pt x="0" y="0"/>
                  </a:moveTo>
                  <a:lnTo>
                    <a:pt x="0" y="5337"/>
                  </a:lnTo>
                  <a:lnTo>
                    <a:pt x="7339" y="9574"/>
                  </a:lnTo>
                  <a:lnTo>
                    <a:pt x="7339" y="4236"/>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6296643" y="3929872"/>
              <a:ext cx="73023" cy="45810"/>
            </a:xfrm>
            <a:custGeom>
              <a:rect b="b" l="l" r="r" t="t"/>
              <a:pathLst>
                <a:path extrusionOk="0" h="4604" w="7339">
                  <a:moveTo>
                    <a:pt x="0" y="0"/>
                  </a:moveTo>
                  <a:lnTo>
                    <a:pt x="0" y="367"/>
                  </a:lnTo>
                  <a:lnTo>
                    <a:pt x="301" y="534"/>
                  </a:lnTo>
                  <a:lnTo>
                    <a:pt x="7339" y="4603"/>
                  </a:lnTo>
                  <a:lnTo>
                    <a:pt x="7339" y="4236"/>
                  </a:lnTo>
                  <a:lnTo>
                    <a:pt x="301" y="200"/>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6296643" y="4000562"/>
              <a:ext cx="73023" cy="94933"/>
            </a:xfrm>
            <a:custGeom>
              <a:rect b="b" l="l" r="r" t="t"/>
              <a:pathLst>
                <a:path extrusionOk="0" h="9541" w="7339">
                  <a:moveTo>
                    <a:pt x="0" y="0"/>
                  </a:moveTo>
                  <a:lnTo>
                    <a:pt x="0" y="5304"/>
                  </a:lnTo>
                  <a:lnTo>
                    <a:pt x="7339" y="9540"/>
                  </a:lnTo>
                  <a:lnTo>
                    <a:pt x="7339" y="4236"/>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6296643" y="4000562"/>
              <a:ext cx="73023" cy="45810"/>
            </a:xfrm>
            <a:custGeom>
              <a:rect b="b" l="l" r="r" t="t"/>
              <a:pathLst>
                <a:path extrusionOk="0" h="4604" w="7339">
                  <a:moveTo>
                    <a:pt x="0" y="0"/>
                  </a:moveTo>
                  <a:lnTo>
                    <a:pt x="0" y="367"/>
                  </a:lnTo>
                  <a:lnTo>
                    <a:pt x="301" y="534"/>
                  </a:lnTo>
                  <a:lnTo>
                    <a:pt x="7339" y="4603"/>
                  </a:lnTo>
                  <a:lnTo>
                    <a:pt x="7339" y="4236"/>
                  </a:lnTo>
                  <a:lnTo>
                    <a:pt x="301" y="167"/>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6296643" y="4071251"/>
              <a:ext cx="73023" cy="94933"/>
            </a:xfrm>
            <a:custGeom>
              <a:rect b="b" l="l" r="r" t="t"/>
              <a:pathLst>
                <a:path extrusionOk="0" h="9541" w="7339">
                  <a:moveTo>
                    <a:pt x="0" y="0"/>
                  </a:moveTo>
                  <a:lnTo>
                    <a:pt x="0" y="5304"/>
                  </a:lnTo>
                  <a:lnTo>
                    <a:pt x="7339" y="9540"/>
                  </a:lnTo>
                  <a:lnTo>
                    <a:pt x="7339" y="4237"/>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6296643" y="4071251"/>
              <a:ext cx="73023" cy="45481"/>
            </a:xfrm>
            <a:custGeom>
              <a:rect b="b" l="l" r="r" t="t"/>
              <a:pathLst>
                <a:path extrusionOk="0" h="4571" w="7339">
                  <a:moveTo>
                    <a:pt x="0" y="0"/>
                  </a:moveTo>
                  <a:lnTo>
                    <a:pt x="0" y="334"/>
                  </a:lnTo>
                  <a:lnTo>
                    <a:pt x="301" y="534"/>
                  </a:lnTo>
                  <a:lnTo>
                    <a:pt x="7339" y="4570"/>
                  </a:lnTo>
                  <a:lnTo>
                    <a:pt x="7339" y="4237"/>
                  </a:lnTo>
                  <a:lnTo>
                    <a:pt x="301" y="167"/>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6296643" y="4141603"/>
              <a:ext cx="73023" cy="95271"/>
            </a:xfrm>
            <a:custGeom>
              <a:rect b="b" l="l" r="r" t="t"/>
              <a:pathLst>
                <a:path extrusionOk="0" h="9575" w="7339">
                  <a:moveTo>
                    <a:pt x="0" y="1"/>
                  </a:moveTo>
                  <a:lnTo>
                    <a:pt x="0" y="5338"/>
                  </a:lnTo>
                  <a:lnTo>
                    <a:pt x="7339" y="9574"/>
                  </a:lnTo>
                  <a:lnTo>
                    <a:pt x="7339" y="4237"/>
                  </a:lnTo>
                  <a:lnTo>
                    <a:pt x="0"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6296643" y="4141603"/>
              <a:ext cx="73023" cy="45820"/>
            </a:xfrm>
            <a:custGeom>
              <a:rect b="b" l="l" r="r" t="t"/>
              <a:pathLst>
                <a:path extrusionOk="0" h="4605" w="7339">
                  <a:moveTo>
                    <a:pt x="0" y="1"/>
                  </a:moveTo>
                  <a:lnTo>
                    <a:pt x="0" y="368"/>
                  </a:lnTo>
                  <a:lnTo>
                    <a:pt x="301" y="535"/>
                  </a:lnTo>
                  <a:lnTo>
                    <a:pt x="7339" y="4604"/>
                  </a:lnTo>
                  <a:lnTo>
                    <a:pt x="7339" y="4237"/>
                  </a:lnTo>
                  <a:lnTo>
                    <a:pt x="301" y="201"/>
                  </a:lnTo>
                  <a:lnTo>
                    <a:pt x="0"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6296643" y="4212302"/>
              <a:ext cx="73023" cy="94933"/>
            </a:xfrm>
            <a:custGeom>
              <a:rect b="b" l="l" r="r" t="t"/>
              <a:pathLst>
                <a:path extrusionOk="0" h="9541" w="7339">
                  <a:moveTo>
                    <a:pt x="0" y="0"/>
                  </a:moveTo>
                  <a:lnTo>
                    <a:pt x="0" y="5304"/>
                  </a:lnTo>
                  <a:lnTo>
                    <a:pt x="7339" y="9540"/>
                  </a:lnTo>
                  <a:lnTo>
                    <a:pt x="7339" y="4236"/>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6296643" y="4212302"/>
              <a:ext cx="73023" cy="45810"/>
            </a:xfrm>
            <a:custGeom>
              <a:rect b="b" l="l" r="r" t="t"/>
              <a:pathLst>
                <a:path extrusionOk="0" h="4604" w="7339">
                  <a:moveTo>
                    <a:pt x="0" y="0"/>
                  </a:moveTo>
                  <a:lnTo>
                    <a:pt x="0" y="334"/>
                  </a:lnTo>
                  <a:lnTo>
                    <a:pt x="301" y="534"/>
                  </a:lnTo>
                  <a:lnTo>
                    <a:pt x="7339" y="4603"/>
                  </a:lnTo>
                  <a:lnTo>
                    <a:pt x="7339" y="4236"/>
                  </a:lnTo>
                  <a:lnTo>
                    <a:pt x="301" y="167"/>
                  </a:lnTo>
                  <a:lnTo>
                    <a:pt x="0"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6381271" y="3978653"/>
              <a:ext cx="30546" cy="71033"/>
            </a:xfrm>
            <a:custGeom>
              <a:rect b="b" l="l" r="r" t="t"/>
              <a:pathLst>
                <a:path extrusionOk="0" h="7139" w="3070">
                  <a:moveTo>
                    <a:pt x="1" y="1"/>
                  </a:moveTo>
                  <a:lnTo>
                    <a:pt x="1" y="5338"/>
                  </a:lnTo>
                  <a:lnTo>
                    <a:pt x="3069" y="7139"/>
                  </a:lnTo>
                  <a:lnTo>
                    <a:pt x="3069" y="1802"/>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6381271" y="3978653"/>
              <a:ext cx="30546" cy="54775"/>
            </a:xfrm>
            <a:custGeom>
              <a:rect b="b" l="l" r="r" t="t"/>
              <a:pathLst>
                <a:path extrusionOk="0" h="5505" w="3070">
                  <a:moveTo>
                    <a:pt x="1" y="1"/>
                  </a:moveTo>
                  <a:lnTo>
                    <a:pt x="1" y="367"/>
                  </a:lnTo>
                  <a:lnTo>
                    <a:pt x="1" y="5338"/>
                  </a:lnTo>
                  <a:lnTo>
                    <a:pt x="301" y="5504"/>
                  </a:lnTo>
                  <a:lnTo>
                    <a:pt x="301" y="568"/>
                  </a:lnTo>
                  <a:lnTo>
                    <a:pt x="3069" y="2169"/>
                  </a:lnTo>
                  <a:lnTo>
                    <a:pt x="3069" y="1802"/>
                  </a:lnTo>
                  <a:lnTo>
                    <a:pt x="301" y="201"/>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6381271" y="4049343"/>
              <a:ext cx="30546" cy="70705"/>
            </a:xfrm>
            <a:custGeom>
              <a:rect b="b" l="l" r="r" t="t"/>
              <a:pathLst>
                <a:path extrusionOk="0" h="7106" w="3070">
                  <a:moveTo>
                    <a:pt x="1" y="1"/>
                  </a:moveTo>
                  <a:lnTo>
                    <a:pt x="1" y="5338"/>
                  </a:lnTo>
                  <a:lnTo>
                    <a:pt x="3069" y="7106"/>
                  </a:lnTo>
                  <a:lnTo>
                    <a:pt x="3069" y="1802"/>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6381271" y="4049343"/>
              <a:ext cx="30546" cy="54775"/>
            </a:xfrm>
            <a:custGeom>
              <a:rect b="b" l="l" r="r" t="t"/>
              <a:pathLst>
                <a:path extrusionOk="0" h="5505" w="3070">
                  <a:moveTo>
                    <a:pt x="1" y="1"/>
                  </a:moveTo>
                  <a:lnTo>
                    <a:pt x="1" y="368"/>
                  </a:lnTo>
                  <a:lnTo>
                    <a:pt x="1" y="5338"/>
                  </a:lnTo>
                  <a:lnTo>
                    <a:pt x="301" y="5505"/>
                  </a:lnTo>
                  <a:lnTo>
                    <a:pt x="301" y="534"/>
                  </a:lnTo>
                  <a:lnTo>
                    <a:pt x="3069" y="2135"/>
                  </a:lnTo>
                  <a:lnTo>
                    <a:pt x="3069" y="1802"/>
                  </a:lnTo>
                  <a:lnTo>
                    <a:pt x="301" y="167"/>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6381271" y="4120033"/>
              <a:ext cx="30546" cy="70705"/>
            </a:xfrm>
            <a:custGeom>
              <a:rect b="b" l="l" r="r" t="t"/>
              <a:pathLst>
                <a:path extrusionOk="0" h="7106" w="3070">
                  <a:moveTo>
                    <a:pt x="1" y="1"/>
                  </a:moveTo>
                  <a:lnTo>
                    <a:pt x="1" y="5305"/>
                  </a:lnTo>
                  <a:lnTo>
                    <a:pt x="3069" y="7106"/>
                  </a:lnTo>
                  <a:lnTo>
                    <a:pt x="3069" y="1769"/>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6381271" y="4120033"/>
              <a:ext cx="30546" cy="54446"/>
            </a:xfrm>
            <a:custGeom>
              <a:rect b="b" l="l" r="r" t="t"/>
              <a:pathLst>
                <a:path extrusionOk="0" h="5472" w="3070">
                  <a:moveTo>
                    <a:pt x="1" y="1"/>
                  </a:moveTo>
                  <a:lnTo>
                    <a:pt x="1" y="334"/>
                  </a:lnTo>
                  <a:lnTo>
                    <a:pt x="1" y="5305"/>
                  </a:lnTo>
                  <a:lnTo>
                    <a:pt x="301" y="5471"/>
                  </a:lnTo>
                  <a:lnTo>
                    <a:pt x="301" y="534"/>
                  </a:lnTo>
                  <a:lnTo>
                    <a:pt x="3069" y="2136"/>
                  </a:lnTo>
                  <a:lnTo>
                    <a:pt x="3069" y="1769"/>
                  </a:lnTo>
                  <a:lnTo>
                    <a:pt x="301" y="167"/>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6381271" y="4190394"/>
              <a:ext cx="30546" cy="70705"/>
            </a:xfrm>
            <a:custGeom>
              <a:rect b="b" l="l" r="r" t="t"/>
              <a:pathLst>
                <a:path extrusionOk="0" h="7106" w="3070">
                  <a:moveTo>
                    <a:pt x="1" y="0"/>
                  </a:moveTo>
                  <a:lnTo>
                    <a:pt x="1" y="5338"/>
                  </a:lnTo>
                  <a:lnTo>
                    <a:pt x="3069" y="7106"/>
                  </a:lnTo>
                  <a:lnTo>
                    <a:pt x="3069" y="1802"/>
                  </a:lnTo>
                  <a:lnTo>
                    <a:pt x="1"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6381271" y="4190394"/>
              <a:ext cx="30546" cy="54775"/>
            </a:xfrm>
            <a:custGeom>
              <a:rect b="b" l="l" r="r" t="t"/>
              <a:pathLst>
                <a:path extrusionOk="0" h="5505" w="3070">
                  <a:moveTo>
                    <a:pt x="1" y="0"/>
                  </a:moveTo>
                  <a:lnTo>
                    <a:pt x="1" y="367"/>
                  </a:lnTo>
                  <a:lnTo>
                    <a:pt x="1" y="5338"/>
                  </a:lnTo>
                  <a:lnTo>
                    <a:pt x="301" y="5504"/>
                  </a:lnTo>
                  <a:lnTo>
                    <a:pt x="301" y="534"/>
                  </a:lnTo>
                  <a:lnTo>
                    <a:pt x="3069" y="2135"/>
                  </a:lnTo>
                  <a:lnTo>
                    <a:pt x="3069" y="1802"/>
                  </a:lnTo>
                  <a:lnTo>
                    <a:pt x="301" y="201"/>
                  </a:lnTo>
                  <a:lnTo>
                    <a:pt x="1" y="0"/>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6381271" y="4261084"/>
              <a:ext cx="30546" cy="70705"/>
            </a:xfrm>
            <a:custGeom>
              <a:rect b="b" l="l" r="r" t="t"/>
              <a:pathLst>
                <a:path extrusionOk="0" h="7106" w="3070">
                  <a:moveTo>
                    <a:pt x="1" y="1"/>
                  </a:moveTo>
                  <a:lnTo>
                    <a:pt x="1" y="5304"/>
                  </a:lnTo>
                  <a:lnTo>
                    <a:pt x="3069" y="7106"/>
                  </a:lnTo>
                  <a:lnTo>
                    <a:pt x="3069" y="1768"/>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6381271" y="4261084"/>
              <a:ext cx="30546" cy="54775"/>
            </a:xfrm>
            <a:custGeom>
              <a:rect b="b" l="l" r="r" t="t"/>
              <a:pathLst>
                <a:path extrusionOk="0" h="5505" w="3070">
                  <a:moveTo>
                    <a:pt x="1" y="1"/>
                  </a:moveTo>
                  <a:lnTo>
                    <a:pt x="1" y="367"/>
                  </a:lnTo>
                  <a:lnTo>
                    <a:pt x="1" y="5304"/>
                  </a:lnTo>
                  <a:lnTo>
                    <a:pt x="301" y="5504"/>
                  </a:lnTo>
                  <a:lnTo>
                    <a:pt x="301" y="534"/>
                  </a:lnTo>
                  <a:lnTo>
                    <a:pt x="3069" y="2135"/>
                  </a:lnTo>
                  <a:lnTo>
                    <a:pt x="3069" y="1768"/>
                  </a:lnTo>
                  <a:lnTo>
                    <a:pt x="301" y="167"/>
                  </a:lnTo>
                  <a:lnTo>
                    <a:pt x="1"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5986006" y="3966376"/>
              <a:ext cx="215079" cy="673108"/>
            </a:xfrm>
            <a:custGeom>
              <a:rect b="b" l="l" r="r" t="t"/>
              <a:pathLst>
                <a:path extrusionOk="0" h="67649" w="21616">
                  <a:moveTo>
                    <a:pt x="0" y="0"/>
                  </a:moveTo>
                  <a:lnTo>
                    <a:pt x="0" y="55140"/>
                  </a:lnTo>
                  <a:lnTo>
                    <a:pt x="21616" y="67649"/>
                  </a:lnTo>
                  <a:lnTo>
                    <a:pt x="21616" y="12476"/>
                  </a:lnTo>
                  <a:lnTo>
                    <a:pt x="0" y="0"/>
                  </a:lnTo>
                  <a:close/>
                </a:path>
              </a:pathLst>
            </a:custGeom>
            <a:solidFill>
              <a:srgbClr val="D99F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6201060" y="3967042"/>
              <a:ext cx="214084" cy="672441"/>
            </a:xfrm>
            <a:custGeom>
              <a:rect b="b" l="l" r="r" t="t"/>
              <a:pathLst>
                <a:path extrusionOk="0" h="67582" w="21516">
                  <a:moveTo>
                    <a:pt x="21516" y="0"/>
                  </a:moveTo>
                  <a:lnTo>
                    <a:pt x="1" y="12409"/>
                  </a:lnTo>
                  <a:lnTo>
                    <a:pt x="1" y="67582"/>
                  </a:lnTo>
                  <a:lnTo>
                    <a:pt x="21516" y="55140"/>
                  </a:lnTo>
                  <a:lnTo>
                    <a:pt x="2151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6258477" y="4054318"/>
              <a:ext cx="100575" cy="85311"/>
            </a:xfrm>
            <a:custGeom>
              <a:rect b="b" l="l" r="r" t="t"/>
              <a:pathLst>
                <a:path extrusionOk="0" h="8574" w="10108">
                  <a:moveTo>
                    <a:pt x="10108" y="1"/>
                  </a:moveTo>
                  <a:lnTo>
                    <a:pt x="0" y="5838"/>
                  </a:lnTo>
                  <a:lnTo>
                    <a:pt x="0" y="8574"/>
                  </a:lnTo>
                  <a:lnTo>
                    <a:pt x="10108" y="2770"/>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6225286" y="4117714"/>
              <a:ext cx="23910" cy="41492"/>
            </a:xfrm>
            <a:custGeom>
              <a:rect b="b" l="l" r="r" t="t"/>
              <a:pathLst>
                <a:path extrusionOk="0" h="4170" w="2403">
                  <a:moveTo>
                    <a:pt x="2402" y="0"/>
                  </a:moveTo>
                  <a:lnTo>
                    <a:pt x="1" y="1401"/>
                  </a:lnTo>
                  <a:lnTo>
                    <a:pt x="1" y="4170"/>
                  </a:lnTo>
                  <a:lnTo>
                    <a:pt x="2402" y="2769"/>
                  </a:lnTo>
                  <a:lnTo>
                    <a:pt x="24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6368655" y="4035076"/>
              <a:ext cx="23910" cy="41163"/>
            </a:xfrm>
            <a:custGeom>
              <a:rect b="b" l="l" r="r" t="t"/>
              <a:pathLst>
                <a:path extrusionOk="0" h="4137" w="2403">
                  <a:moveTo>
                    <a:pt x="2403" y="0"/>
                  </a:moveTo>
                  <a:lnTo>
                    <a:pt x="1" y="1368"/>
                  </a:lnTo>
                  <a:lnTo>
                    <a:pt x="1" y="4137"/>
                  </a:lnTo>
                  <a:lnTo>
                    <a:pt x="2403" y="2736"/>
                  </a:lnTo>
                  <a:lnTo>
                    <a:pt x="24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6258477" y="4100452"/>
              <a:ext cx="100575" cy="85640"/>
            </a:xfrm>
            <a:custGeom>
              <a:rect b="b" l="l" r="r" t="t"/>
              <a:pathLst>
                <a:path extrusionOk="0" h="8607" w="10108">
                  <a:moveTo>
                    <a:pt x="10108" y="1"/>
                  </a:moveTo>
                  <a:lnTo>
                    <a:pt x="0" y="5838"/>
                  </a:lnTo>
                  <a:lnTo>
                    <a:pt x="0" y="8607"/>
                  </a:lnTo>
                  <a:lnTo>
                    <a:pt x="10108" y="2769"/>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6225286" y="4164178"/>
              <a:ext cx="23910" cy="41163"/>
            </a:xfrm>
            <a:custGeom>
              <a:rect b="b" l="l" r="r" t="t"/>
              <a:pathLst>
                <a:path extrusionOk="0" h="4137" w="2403">
                  <a:moveTo>
                    <a:pt x="2402" y="0"/>
                  </a:moveTo>
                  <a:lnTo>
                    <a:pt x="1" y="1368"/>
                  </a:lnTo>
                  <a:lnTo>
                    <a:pt x="1" y="4137"/>
                  </a:lnTo>
                  <a:lnTo>
                    <a:pt x="2402" y="2769"/>
                  </a:lnTo>
                  <a:lnTo>
                    <a:pt x="24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6368655" y="4081201"/>
              <a:ext cx="23910" cy="41173"/>
            </a:xfrm>
            <a:custGeom>
              <a:rect b="b" l="l" r="r" t="t"/>
              <a:pathLst>
                <a:path extrusionOk="0" h="4138" w="2403">
                  <a:moveTo>
                    <a:pt x="2403" y="1"/>
                  </a:moveTo>
                  <a:lnTo>
                    <a:pt x="1" y="1402"/>
                  </a:lnTo>
                  <a:lnTo>
                    <a:pt x="1" y="4137"/>
                  </a:lnTo>
                  <a:lnTo>
                    <a:pt x="2403" y="2770"/>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6258477" y="4146916"/>
              <a:ext cx="100575" cy="85311"/>
            </a:xfrm>
            <a:custGeom>
              <a:rect b="b" l="l" r="r" t="t"/>
              <a:pathLst>
                <a:path extrusionOk="0" h="8574" w="10108">
                  <a:moveTo>
                    <a:pt x="10108" y="1"/>
                  </a:moveTo>
                  <a:lnTo>
                    <a:pt x="0" y="5838"/>
                  </a:lnTo>
                  <a:lnTo>
                    <a:pt x="0" y="8573"/>
                  </a:lnTo>
                  <a:lnTo>
                    <a:pt x="10108" y="2769"/>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6225286" y="4210302"/>
              <a:ext cx="23910" cy="41501"/>
            </a:xfrm>
            <a:custGeom>
              <a:rect b="b" l="l" r="r" t="t"/>
              <a:pathLst>
                <a:path extrusionOk="0" h="4171" w="2403">
                  <a:moveTo>
                    <a:pt x="2402" y="1"/>
                  </a:moveTo>
                  <a:lnTo>
                    <a:pt x="1" y="1402"/>
                  </a:lnTo>
                  <a:lnTo>
                    <a:pt x="1" y="4171"/>
                  </a:lnTo>
                  <a:lnTo>
                    <a:pt x="2402" y="2770"/>
                  </a:lnTo>
                  <a:lnTo>
                    <a:pt x="24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6368655" y="4127664"/>
              <a:ext cx="23910" cy="41173"/>
            </a:xfrm>
            <a:custGeom>
              <a:rect b="b" l="l" r="r" t="t"/>
              <a:pathLst>
                <a:path extrusionOk="0" h="4138" w="2403">
                  <a:moveTo>
                    <a:pt x="2403" y="1"/>
                  </a:moveTo>
                  <a:lnTo>
                    <a:pt x="1" y="1369"/>
                  </a:lnTo>
                  <a:lnTo>
                    <a:pt x="1" y="4137"/>
                  </a:lnTo>
                  <a:lnTo>
                    <a:pt x="2403" y="2736"/>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6258477" y="4193050"/>
              <a:ext cx="100575" cy="85640"/>
            </a:xfrm>
            <a:custGeom>
              <a:rect b="b" l="l" r="r" t="t"/>
              <a:pathLst>
                <a:path extrusionOk="0" h="8607" w="10108">
                  <a:moveTo>
                    <a:pt x="10108" y="0"/>
                  </a:moveTo>
                  <a:lnTo>
                    <a:pt x="0" y="5838"/>
                  </a:lnTo>
                  <a:lnTo>
                    <a:pt x="0" y="8606"/>
                  </a:lnTo>
                  <a:lnTo>
                    <a:pt x="10108" y="2769"/>
                  </a:lnTo>
                  <a:lnTo>
                    <a:pt x="101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6225286" y="4256766"/>
              <a:ext cx="23910" cy="41173"/>
            </a:xfrm>
            <a:custGeom>
              <a:rect b="b" l="l" r="r" t="t"/>
              <a:pathLst>
                <a:path extrusionOk="0" h="4138" w="2403">
                  <a:moveTo>
                    <a:pt x="2402" y="1"/>
                  </a:moveTo>
                  <a:lnTo>
                    <a:pt x="1" y="1369"/>
                  </a:lnTo>
                  <a:lnTo>
                    <a:pt x="1" y="4137"/>
                  </a:lnTo>
                  <a:lnTo>
                    <a:pt x="2402" y="2770"/>
                  </a:lnTo>
                  <a:lnTo>
                    <a:pt x="24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6368655" y="4173799"/>
              <a:ext cx="23910" cy="41501"/>
            </a:xfrm>
            <a:custGeom>
              <a:rect b="b" l="l" r="r" t="t"/>
              <a:pathLst>
                <a:path extrusionOk="0" h="4171" w="2403">
                  <a:moveTo>
                    <a:pt x="2403" y="1"/>
                  </a:moveTo>
                  <a:lnTo>
                    <a:pt x="1" y="1402"/>
                  </a:lnTo>
                  <a:lnTo>
                    <a:pt x="1" y="4170"/>
                  </a:lnTo>
                  <a:lnTo>
                    <a:pt x="2403" y="2769"/>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6258477" y="4239514"/>
              <a:ext cx="100575" cy="85311"/>
            </a:xfrm>
            <a:custGeom>
              <a:rect b="b" l="l" r="r" t="t"/>
              <a:pathLst>
                <a:path extrusionOk="0" h="8574" w="10108">
                  <a:moveTo>
                    <a:pt x="10108" y="0"/>
                  </a:moveTo>
                  <a:lnTo>
                    <a:pt x="0" y="5838"/>
                  </a:lnTo>
                  <a:lnTo>
                    <a:pt x="0" y="8573"/>
                  </a:lnTo>
                  <a:lnTo>
                    <a:pt x="10108" y="2769"/>
                  </a:lnTo>
                  <a:lnTo>
                    <a:pt x="101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6225286" y="4302900"/>
              <a:ext cx="23910" cy="41501"/>
            </a:xfrm>
            <a:custGeom>
              <a:rect b="b" l="l" r="r" t="t"/>
              <a:pathLst>
                <a:path extrusionOk="0" h="4171" w="2403">
                  <a:moveTo>
                    <a:pt x="2402" y="1"/>
                  </a:moveTo>
                  <a:lnTo>
                    <a:pt x="1" y="1402"/>
                  </a:lnTo>
                  <a:lnTo>
                    <a:pt x="1" y="4170"/>
                  </a:lnTo>
                  <a:lnTo>
                    <a:pt x="2402" y="2769"/>
                  </a:lnTo>
                  <a:lnTo>
                    <a:pt x="24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6368655" y="4220262"/>
              <a:ext cx="23910" cy="41163"/>
            </a:xfrm>
            <a:custGeom>
              <a:rect b="b" l="l" r="r" t="t"/>
              <a:pathLst>
                <a:path extrusionOk="0" h="4137" w="2403">
                  <a:moveTo>
                    <a:pt x="2403" y="1"/>
                  </a:moveTo>
                  <a:lnTo>
                    <a:pt x="1" y="1402"/>
                  </a:lnTo>
                  <a:lnTo>
                    <a:pt x="1" y="4137"/>
                  </a:lnTo>
                  <a:lnTo>
                    <a:pt x="2403" y="2736"/>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6258477" y="4285977"/>
              <a:ext cx="100575" cy="85311"/>
            </a:xfrm>
            <a:custGeom>
              <a:rect b="b" l="l" r="r" t="t"/>
              <a:pathLst>
                <a:path extrusionOk="0" h="8574" w="10108">
                  <a:moveTo>
                    <a:pt x="10108" y="0"/>
                  </a:moveTo>
                  <a:lnTo>
                    <a:pt x="0" y="5804"/>
                  </a:lnTo>
                  <a:lnTo>
                    <a:pt x="0" y="8573"/>
                  </a:lnTo>
                  <a:lnTo>
                    <a:pt x="10108" y="2736"/>
                  </a:lnTo>
                  <a:lnTo>
                    <a:pt x="101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6225286" y="4349364"/>
              <a:ext cx="23910" cy="41163"/>
            </a:xfrm>
            <a:custGeom>
              <a:rect b="b" l="l" r="r" t="t"/>
              <a:pathLst>
                <a:path extrusionOk="0" h="4137" w="2403">
                  <a:moveTo>
                    <a:pt x="2402" y="1"/>
                  </a:moveTo>
                  <a:lnTo>
                    <a:pt x="1" y="1402"/>
                  </a:lnTo>
                  <a:lnTo>
                    <a:pt x="1" y="4137"/>
                  </a:lnTo>
                  <a:lnTo>
                    <a:pt x="2402" y="2769"/>
                  </a:lnTo>
                  <a:lnTo>
                    <a:pt x="24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6368655" y="4266397"/>
              <a:ext cx="23910" cy="41492"/>
            </a:xfrm>
            <a:custGeom>
              <a:rect b="b" l="l" r="r" t="t"/>
              <a:pathLst>
                <a:path extrusionOk="0" h="4170" w="2403">
                  <a:moveTo>
                    <a:pt x="2403" y="0"/>
                  </a:moveTo>
                  <a:lnTo>
                    <a:pt x="1" y="1401"/>
                  </a:lnTo>
                  <a:lnTo>
                    <a:pt x="1" y="4170"/>
                  </a:lnTo>
                  <a:lnTo>
                    <a:pt x="2403" y="2769"/>
                  </a:lnTo>
                  <a:lnTo>
                    <a:pt x="24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6258477" y="4332102"/>
              <a:ext cx="100575" cy="85650"/>
            </a:xfrm>
            <a:custGeom>
              <a:rect b="b" l="l" r="r" t="t"/>
              <a:pathLst>
                <a:path extrusionOk="0" h="8608" w="10108">
                  <a:moveTo>
                    <a:pt x="10108" y="1"/>
                  </a:moveTo>
                  <a:lnTo>
                    <a:pt x="0" y="5838"/>
                  </a:lnTo>
                  <a:lnTo>
                    <a:pt x="0" y="8607"/>
                  </a:lnTo>
                  <a:lnTo>
                    <a:pt x="10108" y="2770"/>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6225286" y="4395498"/>
              <a:ext cx="23910" cy="41492"/>
            </a:xfrm>
            <a:custGeom>
              <a:rect b="b" l="l" r="r" t="t"/>
              <a:pathLst>
                <a:path extrusionOk="0" h="4170" w="2403">
                  <a:moveTo>
                    <a:pt x="2402" y="0"/>
                  </a:moveTo>
                  <a:lnTo>
                    <a:pt x="1" y="1401"/>
                  </a:lnTo>
                  <a:lnTo>
                    <a:pt x="1" y="4170"/>
                  </a:lnTo>
                  <a:lnTo>
                    <a:pt x="2402" y="2769"/>
                  </a:lnTo>
                  <a:lnTo>
                    <a:pt x="24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6368655" y="4312860"/>
              <a:ext cx="23910" cy="41163"/>
            </a:xfrm>
            <a:custGeom>
              <a:rect b="b" l="l" r="r" t="t"/>
              <a:pathLst>
                <a:path extrusionOk="0" h="4137" w="2403">
                  <a:moveTo>
                    <a:pt x="2403" y="0"/>
                  </a:moveTo>
                  <a:lnTo>
                    <a:pt x="1" y="1368"/>
                  </a:lnTo>
                  <a:lnTo>
                    <a:pt x="1" y="4137"/>
                  </a:lnTo>
                  <a:lnTo>
                    <a:pt x="2403" y="2769"/>
                  </a:lnTo>
                  <a:lnTo>
                    <a:pt x="24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6258477" y="4378565"/>
              <a:ext cx="100575" cy="85311"/>
            </a:xfrm>
            <a:custGeom>
              <a:rect b="b" l="l" r="r" t="t"/>
              <a:pathLst>
                <a:path extrusionOk="0" h="8574" w="10108">
                  <a:moveTo>
                    <a:pt x="10108" y="1"/>
                  </a:moveTo>
                  <a:lnTo>
                    <a:pt x="0" y="5805"/>
                  </a:lnTo>
                  <a:lnTo>
                    <a:pt x="0" y="8574"/>
                  </a:lnTo>
                  <a:lnTo>
                    <a:pt x="10108" y="2736"/>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6225286" y="4441962"/>
              <a:ext cx="23910" cy="41163"/>
            </a:xfrm>
            <a:custGeom>
              <a:rect b="b" l="l" r="r" t="t"/>
              <a:pathLst>
                <a:path extrusionOk="0" h="4137" w="2403">
                  <a:moveTo>
                    <a:pt x="2402" y="0"/>
                  </a:moveTo>
                  <a:lnTo>
                    <a:pt x="1" y="1401"/>
                  </a:lnTo>
                  <a:lnTo>
                    <a:pt x="1" y="4136"/>
                  </a:lnTo>
                  <a:lnTo>
                    <a:pt x="2402" y="2769"/>
                  </a:lnTo>
                  <a:lnTo>
                    <a:pt x="24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6368655" y="4358985"/>
              <a:ext cx="23910" cy="41501"/>
            </a:xfrm>
            <a:custGeom>
              <a:rect b="b" l="l" r="r" t="t"/>
              <a:pathLst>
                <a:path extrusionOk="0" h="4171" w="2403">
                  <a:moveTo>
                    <a:pt x="2403" y="1"/>
                  </a:moveTo>
                  <a:lnTo>
                    <a:pt x="1" y="1402"/>
                  </a:lnTo>
                  <a:lnTo>
                    <a:pt x="1" y="4171"/>
                  </a:lnTo>
                  <a:lnTo>
                    <a:pt x="2403" y="2770"/>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6258477" y="4424700"/>
              <a:ext cx="100575" cy="85640"/>
            </a:xfrm>
            <a:custGeom>
              <a:rect b="b" l="l" r="r" t="t"/>
              <a:pathLst>
                <a:path extrusionOk="0" h="8607" w="10108">
                  <a:moveTo>
                    <a:pt x="10108" y="1"/>
                  </a:moveTo>
                  <a:lnTo>
                    <a:pt x="0" y="5838"/>
                  </a:lnTo>
                  <a:lnTo>
                    <a:pt x="0" y="8607"/>
                  </a:lnTo>
                  <a:lnTo>
                    <a:pt x="10108" y="2769"/>
                  </a:lnTo>
                  <a:lnTo>
                    <a:pt x="101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6225286" y="4488086"/>
              <a:ext cx="23910" cy="41501"/>
            </a:xfrm>
            <a:custGeom>
              <a:rect b="b" l="l" r="r" t="t"/>
              <a:pathLst>
                <a:path extrusionOk="0" h="4171" w="2403">
                  <a:moveTo>
                    <a:pt x="2402" y="1"/>
                  </a:moveTo>
                  <a:lnTo>
                    <a:pt x="1" y="1402"/>
                  </a:lnTo>
                  <a:lnTo>
                    <a:pt x="1" y="4171"/>
                  </a:lnTo>
                  <a:lnTo>
                    <a:pt x="2402" y="2770"/>
                  </a:lnTo>
                  <a:lnTo>
                    <a:pt x="24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p:nvPr/>
          </p:nvSpPr>
          <p:spPr>
            <a:xfrm>
              <a:off x="6368655" y="4405448"/>
              <a:ext cx="23910" cy="41173"/>
            </a:xfrm>
            <a:custGeom>
              <a:rect b="b" l="l" r="r" t="t"/>
              <a:pathLst>
                <a:path extrusionOk="0" h="4138" w="2403">
                  <a:moveTo>
                    <a:pt x="2403" y="1"/>
                  </a:moveTo>
                  <a:lnTo>
                    <a:pt x="1" y="1402"/>
                  </a:lnTo>
                  <a:lnTo>
                    <a:pt x="1" y="4137"/>
                  </a:lnTo>
                  <a:lnTo>
                    <a:pt x="2403" y="2770"/>
                  </a:lnTo>
                  <a:lnTo>
                    <a:pt x="24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5986006" y="3842587"/>
              <a:ext cx="429153" cy="247934"/>
            </a:xfrm>
            <a:custGeom>
              <a:rect b="b" l="l" r="r" t="t"/>
              <a:pathLst>
                <a:path extrusionOk="0" h="24918" w="43131">
                  <a:moveTo>
                    <a:pt x="21482" y="0"/>
                  </a:moveTo>
                  <a:lnTo>
                    <a:pt x="0" y="12409"/>
                  </a:lnTo>
                  <a:lnTo>
                    <a:pt x="21616" y="24918"/>
                  </a:lnTo>
                  <a:lnTo>
                    <a:pt x="43131" y="12509"/>
                  </a:lnTo>
                  <a:lnTo>
                    <a:pt x="21482" y="0"/>
                  </a:lnTo>
                  <a:close/>
                </a:path>
              </a:pathLst>
            </a:custGeom>
            <a:solidFill>
              <a:srgbClr val="FDDC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6013546" y="3858516"/>
              <a:ext cx="374070" cy="216074"/>
            </a:xfrm>
            <a:custGeom>
              <a:rect b="b" l="l" r="r" t="t"/>
              <a:pathLst>
                <a:path extrusionOk="0" h="21716" w="37595">
                  <a:moveTo>
                    <a:pt x="18714" y="0"/>
                  </a:moveTo>
                  <a:lnTo>
                    <a:pt x="1" y="10808"/>
                  </a:lnTo>
                  <a:lnTo>
                    <a:pt x="18848" y="21716"/>
                  </a:lnTo>
                  <a:lnTo>
                    <a:pt x="37594" y="10908"/>
                  </a:lnTo>
                  <a:lnTo>
                    <a:pt x="187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6200065" y="3858516"/>
              <a:ext cx="187538" cy="115181"/>
            </a:xfrm>
            <a:custGeom>
              <a:rect b="b" l="l" r="r" t="t"/>
              <a:pathLst>
                <a:path extrusionOk="0" h="11576" w="18848">
                  <a:moveTo>
                    <a:pt x="1" y="0"/>
                  </a:moveTo>
                  <a:lnTo>
                    <a:pt x="1" y="1401"/>
                  </a:lnTo>
                  <a:lnTo>
                    <a:pt x="17646" y="11575"/>
                  </a:lnTo>
                  <a:lnTo>
                    <a:pt x="18847" y="10908"/>
                  </a:lnTo>
                  <a:lnTo>
                    <a:pt x="1" y="0"/>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6013546" y="3858516"/>
              <a:ext cx="186543" cy="114515"/>
            </a:xfrm>
            <a:custGeom>
              <a:rect b="b" l="l" r="r" t="t"/>
              <a:pathLst>
                <a:path extrusionOk="0" h="11509" w="18748">
                  <a:moveTo>
                    <a:pt x="18748" y="0"/>
                  </a:moveTo>
                  <a:lnTo>
                    <a:pt x="1" y="10808"/>
                  </a:lnTo>
                  <a:lnTo>
                    <a:pt x="1202" y="11508"/>
                  </a:lnTo>
                  <a:lnTo>
                    <a:pt x="18748" y="1401"/>
                  </a:lnTo>
                  <a:lnTo>
                    <a:pt x="18748" y="0"/>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6200732" y="4032419"/>
              <a:ext cx="15602" cy="26895"/>
            </a:xfrm>
            <a:custGeom>
              <a:rect b="b" l="l" r="r" t="t"/>
              <a:pathLst>
                <a:path extrusionOk="0" h="2703" w="1568">
                  <a:moveTo>
                    <a:pt x="1568" y="0"/>
                  </a:moveTo>
                  <a:lnTo>
                    <a:pt x="0" y="901"/>
                  </a:lnTo>
                  <a:lnTo>
                    <a:pt x="0" y="2702"/>
                  </a:lnTo>
                  <a:lnTo>
                    <a:pt x="1568" y="1802"/>
                  </a:lnTo>
                  <a:lnTo>
                    <a:pt x="156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185459" y="4014501"/>
              <a:ext cx="15283" cy="44815"/>
            </a:xfrm>
            <a:custGeom>
              <a:rect b="b" l="l" r="r" t="t"/>
              <a:pathLst>
                <a:path extrusionOk="0" h="4504" w="1536">
                  <a:moveTo>
                    <a:pt x="1" y="0"/>
                  </a:moveTo>
                  <a:lnTo>
                    <a:pt x="1" y="3603"/>
                  </a:lnTo>
                  <a:lnTo>
                    <a:pt x="1535" y="4503"/>
                  </a:lnTo>
                  <a:lnTo>
                    <a:pt x="1535" y="2702"/>
                  </a:lnTo>
                  <a:lnTo>
                    <a:pt x="1" y="0"/>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6185459" y="4014501"/>
              <a:ext cx="15283" cy="44815"/>
            </a:xfrm>
            <a:custGeom>
              <a:rect b="b" l="l" r="r" t="t"/>
              <a:pathLst>
                <a:path extrusionOk="0" h="4504" w="1536">
                  <a:moveTo>
                    <a:pt x="1" y="0"/>
                  </a:moveTo>
                  <a:lnTo>
                    <a:pt x="1" y="3603"/>
                  </a:lnTo>
                  <a:lnTo>
                    <a:pt x="1535" y="4503"/>
                  </a:lnTo>
                  <a:lnTo>
                    <a:pt x="1535" y="2702"/>
                  </a:lnTo>
                  <a:lnTo>
                    <a:pt x="1" y="0"/>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6185459" y="4005536"/>
              <a:ext cx="30875" cy="35860"/>
            </a:xfrm>
            <a:custGeom>
              <a:rect b="b" l="l" r="r" t="t"/>
              <a:pathLst>
                <a:path extrusionOk="0" h="3604" w="3103">
                  <a:moveTo>
                    <a:pt x="1535" y="0"/>
                  </a:moveTo>
                  <a:lnTo>
                    <a:pt x="1" y="901"/>
                  </a:lnTo>
                  <a:lnTo>
                    <a:pt x="1535" y="3603"/>
                  </a:lnTo>
                  <a:lnTo>
                    <a:pt x="3103" y="2702"/>
                  </a:lnTo>
                  <a:lnTo>
                    <a:pt x="1535" y="0"/>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6231922" y="4014501"/>
              <a:ext cx="15612" cy="26895"/>
            </a:xfrm>
            <a:custGeom>
              <a:rect b="b" l="l" r="r" t="t"/>
              <a:pathLst>
                <a:path extrusionOk="0" h="2703" w="1569">
                  <a:moveTo>
                    <a:pt x="1569" y="0"/>
                  </a:moveTo>
                  <a:lnTo>
                    <a:pt x="1" y="901"/>
                  </a:lnTo>
                  <a:lnTo>
                    <a:pt x="1" y="2702"/>
                  </a:lnTo>
                  <a:lnTo>
                    <a:pt x="1569" y="1801"/>
                  </a:lnTo>
                  <a:lnTo>
                    <a:pt x="156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6216332" y="3996572"/>
              <a:ext cx="15602" cy="44825"/>
            </a:xfrm>
            <a:custGeom>
              <a:rect b="b" l="l" r="r" t="t"/>
              <a:pathLst>
                <a:path extrusionOk="0" h="4505" w="1568">
                  <a:moveTo>
                    <a:pt x="0" y="1"/>
                  </a:moveTo>
                  <a:lnTo>
                    <a:pt x="33" y="3603"/>
                  </a:lnTo>
                  <a:lnTo>
                    <a:pt x="1568" y="4504"/>
                  </a:lnTo>
                  <a:lnTo>
                    <a:pt x="1568" y="2703"/>
                  </a:lnTo>
                  <a:lnTo>
                    <a:pt x="0" y="1"/>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216332" y="3996572"/>
              <a:ext cx="15602" cy="44825"/>
            </a:xfrm>
            <a:custGeom>
              <a:rect b="b" l="l" r="r" t="t"/>
              <a:pathLst>
                <a:path extrusionOk="0" h="4505" w="1568">
                  <a:moveTo>
                    <a:pt x="0" y="1"/>
                  </a:moveTo>
                  <a:lnTo>
                    <a:pt x="33" y="3603"/>
                  </a:lnTo>
                  <a:lnTo>
                    <a:pt x="1568" y="4504"/>
                  </a:lnTo>
                  <a:lnTo>
                    <a:pt x="1568" y="2703"/>
                  </a:lnTo>
                  <a:lnTo>
                    <a:pt x="0" y="1"/>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6216332" y="3987618"/>
              <a:ext cx="31203" cy="35850"/>
            </a:xfrm>
            <a:custGeom>
              <a:rect b="b" l="l" r="r" t="t"/>
              <a:pathLst>
                <a:path extrusionOk="0" h="3603" w="3136">
                  <a:moveTo>
                    <a:pt x="1568" y="0"/>
                  </a:moveTo>
                  <a:lnTo>
                    <a:pt x="0" y="901"/>
                  </a:lnTo>
                  <a:lnTo>
                    <a:pt x="1568" y="3603"/>
                  </a:lnTo>
                  <a:lnTo>
                    <a:pt x="3136" y="2702"/>
                  </a:lnTo>
                  <a:lnTo>
                    <a:pt x="1568" y="0"/>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6262795" y="3996572"/>
              <a:ext cx="15602" cy="26895"/>
            </a:xfrm>
            <a:custGeom>
              <a:rect b="b" l="l" r="r" t="t"/>
              <a:pathLst>
                <a:path extrusionOk="0" h="2703" w="1568">
                  <a:moveTo>
                    <a:pt x="1568" y="1"/>
                  </a:moveTo>
                  <a:lnTo>
                    <a:pt x="0" y="901"/>
                  </a:lnTo>
                  <a:lnTo>
                    <a:pt x="0" y="2703"/>
                  </a:lnTo>
                  <a:lnTo>
                    <a:pt x="1568" y="1802"/>
                  </a:lnTo>
                  <a:lnTo>
                    <a:pt x="15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6247523" y="3978653"/>
              <a:ext cx="15273" cy="44815"/>
            </a:xfrm>
            <a:custGeom>
              <a:rect b="b" l="l" r="r" t="t"/>
              <a:pathLst>
                <a:path extrusionOk="0" h="4504" w="1535">
                  <a:moveTo>
                    <a:pt x="1" y="1"/>
                  </a:moveTo>
                  <a:lnTo>
                    <a:pt x="1" y="3603"/>
                  </a:lnTo>
                  <a:lnTo>
                    <a:pt x="1535" y="4504"/>
                  </a:lnTo>
                  <a:lnTo>
                    <a:pt x="1535" y="2702"/>
                  </a:lnTo>
                  <a:lnTo>
                    <a:pt x="1" y="1"/>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6247523" y="3978653"/>
              <a:ext cx="15273" cy="44815"/>
            </a:xfrm>
            <a:custGeom>
              <a:rect b="b" l="l" r="r" t="t"/>
              <a:pathLst>
                <a:path extrusionOk="0" h="4504" w="1535">
                  <a:moveTo>
                    <a:pt x="1" y="1"/>
                  </a:moveTo>
                  <a:lnTo>
                    <a:pt x="1" y="3603"/>
                  </a:lnTo>
                  <a:lnTo>
                    <a:pt x="1535" y="4504"/>
                  </a:lnTo>
                  <a:lnTo>
                    <a:pt x="1535" y="2702"/>
                  </a:lnTo>
                  <a:lnTo>
                    <a:pt x="1" y="1"/>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6247523" y="3969689"/>
              <a:ext cx="30875" cy="35860"/>
            </a:xfrm>
            <a:custGeom>
              <a:rect b="b" l="l" r="r" t="t"/>
              <a:pathLst>
                <a:path extrusionOk="0" h="3604" w="3103">
                  <a:moveTo>
                    <a:pt x="1535" y="1"/>
                  </a:moveTo>
                  <a:lnTo>
                    <a:pt x="1" y="902"/>
                  </a:lnTo>
                  <a:lnTo>
                    <a:pt x="1535" y="3603"/>
                  </a:lnTo>
                  <a:lnTo>
                    <a:pt x="3103" y="2703"/>
                  </a:lnTo>
                  <a:lnTo>
                    <a:pt x="1535" y="1"/>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6293986" y="3978653"/>
              <a:ext cx="15612" cy="26895"/>
            </a:xfrm>
            <a:custGeom>
              <a:rect b="b" l="l" r="r" t="t"/>
              <a:pathLst>
                <a:path extrusionOk="0" h="2703" w="1569">
                  <a:moveTo>
                    <a:pt x="1568" y="1"/>
                  </a:moveTo>
                  <a:lnTo>
                    <a:pt x="1" y="901"/>
                  </a:lnTo>
                  <a:lnTo>
                    <a:pt x="1" y="2702"/>
                  </a:lnTo>
                  <a:lnTo>
                    <a:pt x="1568" y="1802"/>
                  </a:lnTo>
                  <a:lnTo>
                    <a:pt x="15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6278724" y="3960735"/>
              <a:ext cx="15273" cy="44815"/>
            </a:xfrm>
            <a:custGeom>
              <a:rect b="b" l="l" r="r" t="t"/>
              <a:pathLst>
                <a:path extrusionOk="0" h="4504" w="1535">
                  <a:moveTo>
                    <a:pt x="0" y="0"/>
                  </a:moveTo>
                  <a:lnTo>
                    <a:pt x="0" y="3603"/>
                  </a:lnTo>
                  <a:lnTo>
                    <a:pt x="1535" y="4503"/>
                  </a:lnTo>
                  <a:lnTo>
                    <a:pt x="1535" y="2702"/>
                  </a:lnTo>
                  <a:lnTo>
                    <a:pt x="0" y="0"/>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278724" y="3960735"/>
              <a:ext cx="15273" cy="44815"/>
            </a:xfrm>
            <a:custGeom>
              <a:rect b="b" l="l" r="r" t="t"/>
              <a:pathLst>
                <a:path extrusionOk="0" h="4504" w="1535">
                  <a:moveTo>
                    <a:pt x="0" y="0"/>
                  </a:moveTo>
                  <a:lnTo>
                    <a:pt x="0" y="3603"/>
                  </a:lnTo>
                  <a:lnTo>
                    <a:pt x="1535" y="4503"/>
                  </a:lnTo>
                  <a:lnTo>
                    <a:pt x="1535" y="2702"/>
                  </a:lnTo>
                  <a:lnTo>
                    <a:pt x="0" y="0"/>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6278724" y="3951770"/>
              <a:ext cx="30875" cy="35860"/>
            </a:xfrm>
            <a:custGeom>
              <a:rect b="b" l="l" r="r" t="t"/>
              <a:pathLst>
                <a:path extrusionOk="0" h="3604" w="3103">
                  <a:moveTo>
                    <a:pt x="1535" y="1"/>
                  </a:moveTo>
                  <a:lnTo>
                    <a:pt x="0" y="901"/>
                  </a:lnTo>
                  <a:lnTo>
                    <a:pt x="1535" y="3603"/>
                  </a:lnTo>
                  <a:lnTo>
                    <a:pt x="3102" y="2703"/>
                  </a:lnTo>
                  <a:lnTo>
                    <a:pt x="1535" y="1"/>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6138996" y="3996244"/>
              <a:ext cx="15612" cy="26895"/>
            </a:xfrm>
            <a:custGeom>
              <a:rect b="b" l="l" r="r" t="t"/>
              <a:pathLst>
                <a:path extrusionOk="0" h="2703" w="1569">
                  <a:moveTo>
                    <a:pt x="1569" y="0"/>
                  </a:moveTo>
                  <a:lnTo>
                    <a:pt x="1" y="868"/>
                  </a:lnTo>
                  <a:lnTo>
                    <a:pt x="1" y="2702"/>
                  </a:lnTo>
                  <a:lnTo>
                    <a:pt x="1569" y="1802"/>
                  </a:lnTo>
                  <a:lnTo>
                    <a:pt x="156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6123406" y="3978325"/>
              <a:ext cx="15602" cy="44815"/>
            </a:xfrm>
            <a:custGeom>
              <a:rect b="b" l="l" r="r" t="t"/>
              <a:pathLst>
                <a:path extrusionOk="0" h="4504" w="1568">
                  <a:moveTo>
                    <a:pt x="0" y="0"/>
                  </a:moveTo>
                  <a:lnTo>
                    <a:pt x="0" y="3569"/>
                  </a:lnTo>
                  <a:lnTo>
                    <a:pt x="1568" y="4503"/>
                  </a:lnTo>
                  <a:lnTo>
                    <a:pt x="1568" y="2669"/>
                  </a:lnTo>
                  <a:lnTo>
                    <a:pt x="0" y="0"/>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6123406" y="3978325"/>
              <a:ext cx="15602" cy="44815"/>
            </a:xfrm>
            <a:custGeom>
              <a:rect b="b" l="l" r="r" t="t"/>
              <a:pathLst>
                <a:path extrusionOk="0" h="4504" w="1568">
                  <a:moveTo>
                    <a:pt x="0" y="0"/>
                  </a:moveTo>
                  <a:lnTo>
                    <a:pt x="0" y="3569"/>
                  </a:lnTo>
                  <a:lnTo>
                    <a:pt x="1568" y="4503"/>
                  </a:lnTo>
                  <a:lnTo>
                    <a:pt x="1568" y="2669"/>
                  </a:lnTo>
                  <a:lnTo>
                    <a:pt x="0" y="0"/>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6123406" y="3969361"/>
              <a:ext cx="31203" cy="35521"/>
            </a:xfrm>
            <a:custGeom>
              <a:rect b="b" l="l" r="r" t="t"/>
              <a:pathLst>
                <a:path extrusionOk="0" h="3570" w="3136">
                  <a:moveTo>
                    <a:pt x="1568" y="1"/>
                  </a:moveTo>
                  <a:lnTo>
                    <a:pt x="0" y="901"/>
                  </a:lnTo>
                  <a:lnTo>
                    <a:pt x="1568" y="3570"/>
                  </a:lnTo>
                  <a:lnTo>
                    <a:pt x="3136" y="2702"/>
                  </a:lnTo>
                  <a:lnTo>
                    <a:pt x="1568" y="1"/>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6170197" y="3977987"/>
              <a:ext cx="15273" cy="26895"/>
            </a:xfrm>
            <a:custGeom>
              <a:rect b="b" l="l" r="r" t="t"/>
              <a:pathLst>
                <a:path extrusionOk="0" h="2703" w="1535">
                  <a:moveTo>
                    <a:pt x="1535" y="1"/>
                  </a:moveTo>
                  <a:lnTo>
                    <a:pt x="0" y="901"/>
                  </a:lnTo>
                  <a:lnTo>
                    <a:pt x="0" y="2703"/>
                  </a:lnTo>
                  <a:lnTo>
                    <a:pt x="1535" y="1802"/>
                  </a:lnTo>
                  <a:lnTo>
                    <a:pt x="15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6154597" y="3960396"/>
              <a:ext cx="15612" cy="44486"/>
            </a:xfrm>
            <a:custGeom>
              <a:rect b="b" l="l" r="r" t="t"/>
              <a:pathLst>
                <a:path extrusionOk="0" h="4471" w="1569">
                  <a:moveTo>
                    <a:pt x="1" y="1"/>
                  </a:moveTo>
                  <a:lnTo>
                    <a:pt x="1" y="3570"/>
                  </a:lnTo>
                  <a:lnTo>
                    <a:pt x="1568" y="4471"/>
                  </a:lnTo>
                  <a:lnTo>
                    <a:pt x="1568" y="2669"/>
                  </a:lnTo>
                  <a:lnTo>
                    <a:pt x="1" y="1"/>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6154597" y="3960396"/>
              <a:ext cx="15612" cy="44486"/>
            </a:xfrm>
            <a:custGeom>
              <a:rect b="b" l="l" r="r" t="t"/>
              <a:pathLst>
                <a:path extrusionOk="0" h="4471" w="1569">
                  <a:moveTo>
                    <a:pt x="1" y="1"/>
                  </a:moveTo>
                  <a:lnTo>
                    <a:pt x="1" y="3570"/>
                  </a:lnTo>
                  <a:lnTo>
                    <a:pt x="1568" y="4471"/>
                  </a:lnTo>
                  <a:lnTo>
                    <a:pt x="1568" y="2669"/>
                  </a:lnTo>
                  <a:lnTo>
                    <a:pt x="1" y="1"/>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6154597" y="3951442"/>
              <a:ext cx="30875" cy="35521"/>
            </a:xfrm>
            <a:custGeom>
              <a:rect b="b" l="l" r="r" t="t"/>
              <a:pathLst>
                <a:path extrusionOk="0" h="3570" w="3103">
                  <a:moveTo>
                    <a:pt x="1568" y="0"/>
                  </a:moveTo>
                  <a:lnTo>
                    <a:pt x="1" y="901"/>
                  </a:lnTo>
                  <a:lnTo>
                    <a:pt x="1568" y="3569"/>
                  </a:lnTo>
                  <a:lnTo>
                    <a:pt x="3103" y="2669"/>
                  </a:lnTo>
                  <a:lnTo>
                    <a:pt x="1568" y="0"/>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6201060" y="3960396"/>
              <a:ext cx="15612" cy="26895"/>
            </a:xfrm>
            <a:custGeom>
              <a:rect b="b" l="l" r="r" t="t"/>
              <a:pathLst>
                <a:path extrusionOk="0" h="2703" w="1569">
                  <a:moveTo>
                    <a:pt x="1568" y="1"/>
                  </a:moveTo>
                  <a:lnTo>
                    <a:pt x="1" y="868"/>
                  </a:lnTo>
                  <a:lnTo>
                    <a:pt x="1" y="2703"/>
                  </a:lnTo>
                  <a:lnTo>
                    <a:pt x="1568" y="1802"/>
                  </a:lnTo>
                  <a:lnTo>
                    <a:pt x="15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6185459" y="3942478"/>
              <a:ext cx="15612" cy="44815"/>
            </a:xfrm>
            <a:custGeom>
              <a:rect b="b" l="l" r="r" t="t"/>
              <a:pathLst>
                <a:path extrusionOk="0" h="4504" w="1569">
                  <a:moveTo>
                    <a:pt x="1" y="1"/>
                  </a:moveTo>
                  <a:lnTo>
                    <a:pt x="34" y="3570"/>
                  </a:lnTo>
                  <a:lnTo>
                    <a:pt x="1569" y="4504"/>
                  </a:lnTo>
                  <a:lnTo>
                    <a:pt x="1569" y="2669"/>
                  </a:lnTo>
                  <a:lnTo>
                    <a:pt x="1" y="1"/>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6185459" y="3942478"/>
              <a:ext cx="15612" cy="44815"/>
            </a:xfrm>
            <a:custGeom>
              <a:rect b="b" l="l" r="r" t="t"/>
              <a:pathLst>
                <a:path extrusionOk="0" h="4504" w="1569">
                  <a:moveTo>
                    <a:pt x="1" y="1"/>
                  </a:moveTo>
                  <a:lnTo>
                    <a:pt x="34" y="3570"/>
                  </a:lnTo>
                  <a:lnTo>
                    <a:pt x="1569" y="4504"/>
                  </a:lnTo>
                  <a:lnTo>
                    <a:pt x="1569" y="2669"/>
                  </a:lnTo>
                  <a:lnTo>
                    <a:pt x="1" y="1"/>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6185459" y="3933513"/>
              <a:ext cx="31213" cy="35531"/>
            </a:xfrm>
            <a:custGeom>
              <a:rect b="b" l="l" r="r" t="t"/>
              <a:pathLst>
                <a:path extrusionOk="0" h="3571" w="3137">
                  <a:moveTo>
                    <a:pt x="1569" y="1"/>
                  </a:moveTo>
                  <a:lnTo>
                    <a:pt x="1" y="902"/>
                  </a:lnTo>
                  <a:lnTo>
                    <a:pt x="1569" y="3570"/>
                  </a:lnTo>
                  <a:lnTo>
                    <a:pt x="3136" y="2703"/>
                  </a:lnTo>
                  <a:lnTo>
                    <a:pt x="1569" y="1"/>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6232261" y="3942149"/>
              <a:ext cx="15602" cy="26895"/>
            </a:xfrm>
            <a:custGeom>
              <a:rect b="b" l="l" r="r" t="t"/>
              <a:pathLst>
                <a:path extrusionOk="0" h="2703" w="1568">
                  <a:moveTo>
                    <a:pt x="1568" y="0"/>
                  </a:moveTo>
                  <a:lnTo>
                    <a:pt x="0" y="901"/>
                  </a:lnTo>
                  <a:lnTo>
                    <a:pt x="0" y="2702"/>
                  </a:lnTo>
                  <a:lnTo>
                    <a:pt x="1568" y="1835"/>
                  </a:lnTo>
                  <a:lnTo>
                    <a:pt x="156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6216660" y="3924221"/>
              <a:ext cx="15612" cy="44825"/>
            </a:xfrm>
            <a:custGeom>
              <a:rect b="b" l="l" r="r" t="t"/>
              <a:pathLst>
                <a:path extrusionOk="0" h="4505" w="1569">
                  <a:moveTo>
                    <a:pt x="0" y="1"/>
                  </a:moveTo>
                  <a:lnTo>
                    <a:pt x="0" y="3604"/>
                  </a:lnTo>
                  <a:lnTo>
                    <a:pt x="1568" y="4504"/>
                  </a:lnTo>
                  <a:lnTo>
                    <a:pt x="1568" y="2703"/>
                  </a:lnTo>
                  <a:lnTo>
                    <a:pt x="0" y="1"/>
                  </a:lnTo>
                  <a:close/>
                </a:path>
              </a:pathLst>
            </a:custGeom>
            <a:solidFill>
              <a:srgbClr val="FAEF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a:off x="6216660" y="3924221"/>
              <a:ext cx="15612" cy="44825"/>
            </a:xfrm>
            <a:custGeom>
              <a:rect b="b" l="l" r="r" t="t"/>
              <a:pathLst>
                <a:path extrusionOk="0" h="4505" w="1569">
                  <a:moveTo>
                    <a:pt x="0" y="1"/>
                  </a:moveTo>
                  <a:lnTo>
                    <a:pt x="0" y="3604"/>
                  </a:lnTo>
                  <a:lnTo>
                    <a:pt x="1568" y="4504"/>
                  </a:lnTo>
                  <a:lnTo>
                    <a:pt x="1568" y="2703"/>
                  </a:lnTo>
                  <a:lnTo>
                    <a:pt x="0" y="1"/>
                  </a:lnTo>
                  <a:close/>
                </a:path>
              </a:pathLst>
            </a:custGeom>
            <a:solidFill>
              <a:srgbClr val="DBA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6216660" y="3915595"/>
              <a:ext cx="31203" cy="35521"/>
            </a:xfrm>
            <a:custGeom>
              <a:rect b="b" l="l" r="r" t="t"/>
              <a:pathLst>
                <a:path extrusionOk="0" h="3570" w="3136">
                  <a:moveTo>
                    <a:pt x="1568" y="1"/>
                  </a:moveTo>
                  <a:lnTo>
                    <a:pt x="0" y="868"/>
                  </a:lnTo>
                  <a:lnTo>
                    <a:pt x="1568" y="3570"/>
                  </a:lnTo>
                  <a:lnTo>
                    <a:pt x="3136" y="2669"/>
                  </a:lnTo>
                  <a:lnTo>
                    <a:pt x="1568" y="1"/>
                  </a:lnTo>
                  <a:close/>
                </a:path>
              </a:pathLst>
            </a:custGeom>
            <a:solidFill>
              <a:srgbClr val="ECEF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grpSp>
        <p:nvGrpSpPr>
          <p:cNvPr id="274" name="Google Shape;274;p16"/>
          <p:cNvGrpSpPr/>
          <p:nvPr/>
        </p:nvGrpSpPr>
        <p:grpSpPr>
          <a:xfrm>
            <a:off x="2596100" y="2124100"/>
            <a:ext cx="3951901" cy="1460775"/>
            <a:chOff x="2596100" y="2124100"/>
            <a:chExt cx="3951901" cy="1460775"/>
          </a:xfrm>
        </p:grpSpPr>
        <p:cxnSp>
          <p:nvCxnSpPr>
            <p:cNvPr id="275" name="Google Shape;275;p16"/>
            <p:cNvCxnSpPr/>
            <p:nvPr/>
          </p:nvCxnSpPr>
          <p:spPr>
            <a:xfrm rot="10800000">
              <a:off x="2596100" y="2124100"/>
              <a:ext cx="1821300" cy="0"/>
            </a:xfrm>
            <a:prstGeom prst="straightConnector1">
              <a:avLst/>
            </a:prstGeom>
            <a:noFill/>
            <a:ln cap="flat" cmpd="sng" w="19050">
              <a:solidFill>
                <a:schemeClr val="dk2"/>
              </a:solidFill>
              <a:prstDash val="solid"/>
              <a:round/>
              <a:headEnd len="med" w="med" type="none"/>
              <a:tailEnd len="med" w="med" type="none"/>
            </a:ln>
          </p:spPr>
        </p:cxnSp>
        <p:cxnSp>
          <p:nvCxnSpPr>
            <p:cNvPr id="276" name="Google Shape;276;p16"/>
            <p:cNvCxnSpPr/>
            <p:nvPr/>
          </p:nvCxnSpPr>
          <p:spPr>
            <a:xfrm rot="10800000">
              <a:off x="5793801" y="3584875"/>
              <a:ext cx="754200" cy="0"/>
            </a:xfrm>
            <a:prstGeom prst="straightConnector1">
              <a:avLst/>
            </a:prstGeom>
            <a:noFill/>
            <a:ln cap="flat" cmpd="sng" w="19050">
              <a:solidFill>
                <a:schemeClr val="dk2"/>
              </a:solidFill>
              <a:prstDash val="solid"/>
              <a:round/>
              <a:headEnd len="med" w="med" type="none"/>
              <a:tailEnd len="med" w="med" type="none"/>
            </a:ln>
          </p:spPr>
        </p:cxnSp>
        <p:cxnSp>
          <p:nvCxnSpPr>
            <p:cNvPr id="277" name="Google Shape;277;p16"/>
            <p:cNvCxnSpPr/>
            <p:nvPr/>
          </p:nvCxnSpPr>
          <p:spPr>
            <a:xfrm rot="10800000">
              <a:off x="2596200" y="3584875"/>
              <a:ext cx="765600" cy="0"/>
            </a:xfrm>
            <a:prstGeom prst="straightConnector1">
              <a:avLst/>
            </a:prstGeom>
            <a:noFill/>
            <a:ln cap="flat" cmpd="sng" w="19050">
              <a:solidFill>
                <a:schemeClr val="dk2"/>
              </a:solidFill>
              <a:prstDash val="solid"/>
              <a:round/>
              <a:headEnd len="med" w="med" type="none"/>
              <a:tailEnd len="med" w="med" type="none"/>
            </a:ln>
          </p:spPr>
        </p:cxnSp>
        <p:cxnSp>
          <p:nvCxnSpPr>
            <p:cNvPr id="278" name="Google Shape;278;p16"/>
            <p:cNvCxnSpPr/>
            <p:nvPr/>
          </p:nvCxnSpPr>
          <p:spPr>
            <a:xfrm rot="10800000">
              <a:off x="5307501" y="2133575"/>
              <a:ext cx="1240500" cy="0"/>
            </a:xfrm>
            <a:prstGeom prst="straightConnector1">
              <a:avLst/>
            </a:prstGeom>
            <a:noFill/>
            <a:ln cap="flat" cmpd="sng" w="19050">
              <a:solidFill>
                <a:schemeClr val="dk2"/>
              </a:solidFill>
              <a:prstDash val="solid"/>
              <a:round/>
              <a:headEnd len="med" w="med" type="none"/>
              <a:tailEnd len="med" w="med" type="none"/>
            </a:ln>
          </p:spPr>
        </p:cxnSp>
      </p:grpSp>
      <p:sp>
        <p:nvSpPr>
          <p:cNvPr id="279" name="Google Shape;279;p16"/>
          <p:cNvSpPr/>
          <p:nvPr/>
        </p:nvSpPr>
        <p:spPr>
          <a:xfrm>
            <a:off x="4851282" y="4540213"/>
            <a:ext cx="16" cy="16"/>
          </a:xfrm>
          <a:custGeom>
            <a:rect b="b" l="l" r="r" t="t"/>
            <a:pathLst>
              <a:path extrusionOk="0" fill="none" h="1" w="1">
                <a:moveTo>
                  <a:pt x="1" y="1"/>
                </a:moveTo>
                <a:close/>
              </a:path>
            </a:pathLst>
          </a:custGeom>
          <a:no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5024794" y="1641130"/>
            <a:ext cx="298111" cy="2509645"/>
          </a:xfrm>
          <a:custGeom>
            <a:rect b="b" l="l" r="r" t="t"/>
            <a:pathLst>
              <a:path extrusionOk="0" h="189837" w="22550">
                <a:moveTo>
                  <a:pt x="0" y="0"/>
                </a:moveTo>
                <a:lnTo>
                  <a:pt x="0" y="189836"/>
                </a:lnTo>
                <a:lnTo>
                  <a:pt x="22550" y="183565"/>
                </a:lnTo>
                <a:lnTo>
                  <a:pt x="22550" y="7673"/>
                </a:lnTo>
                <a:close/>
                <a:moveTo>
                  <a:pt x="17313" y="177761"/>
                </a:moveTo>
                <a:lnTo>
                  <a:pt x="4503" y="181197"/>
                </a:lnTo>
                <a:lnTo>
                  <a:pt x="4503" y="176126"/>
                </a:lnTo>
                <a:lnTo>
                  <a:pt x="17313" y="173658"/>
                </a:lnTo>
                <a:close/>
                <a:moveTo>
                  <a:pt x="17313" y="160082"/>
                </a:moveTo>
                <a:cubicBezTo>
                  <a:pt x="13043" y="160982"/>
                  <a:pt x="8773" y="161883"/>
                  <a:pt x="4503" y="162784"/>
                </a:cubicBezTo>
                <a:lnTo>
                  <a:pt x="4503" y="157713"/>
                </a:lnTo>
                <a:cubicBezTo>
                  <a:pt x="8773" y="157113"/>
                  <a:pt x="13043" y="156512"/>
                  <a:pt x="17313" y="155945"/>
                </a:cubicBezTo>
                <a:close/>
                <a:moveTo>
                  <a:pt x="17313" y="142402"/>
                </a:moveTo>
                <a:cubicBezTo>
                  <a:pt x="13043" y="143069"/>
                  <a:pt x="8773" y="143737"/>
                  <a:pt x="4503" y="144370"/>
                </a:cubicBezTo>
                <a:lnTo>
                  <a:pt x="4503" y="139300"/>
                </a:lnTo>
                <a:cubicBezTo>
                  <a:pt x="8773" y="138933"/>
                  <a:pt x="13043" y="138566"/>
                  <a:pt x="17313" y="138199"/>
                </a:cubicBezTo>
                <a:close/>
                <a:moveTo>
                  <a:pt x="17313" y="124756"/>
                </a:moveTo>
                <a:cubicBezTo>
                  <a:pt x="13043" y="125157"/>
                  <a:pt x="8773" y="125557"/>
                  <a:pt x="4503" y="125991"/>
                </a:cubicBezTo>
                <a:lnTo>
                  <a:pt x="4503" y="120920"/>
                </a:lnTo>
                <a:cubicBezTo>
                  <a:pt x="8773" y="120787"/>
                  <a:pt x="13043" y="120620"/>
                  <a:pt x="17313" y="120487"/>
                </a:cubicBezTo>
                <a:close/>
                <a:moveTo>
                  <a:pt x="17313" y="107077"/>
                </a:moveTo>
                <a:cubicBezTo>
                  <a:pt x="13043" y="107244"/>
                  <a:pt x="8773" y="107411"/>
                  <a:pt x="4503" y="107577"/>
                </a:cubicBezTo>
                <a:lnTo>
                  <a:pt x="4503" y="102507"/>
                </a:lnTo>
                <a:cubicBezTo>
                  <a:pt x="8773" y="102607"/>
                  <a:pt x="13043" y="102674"/>
                  <a:pt x="17313" y="102741"/>
                </a:cubicBezTo>
                <a:close/>
                <a:moveTo>
                  <a:pt x="17313" y="89431"/>
                </a:moveTo>
                <a:cubicBezTo>
                  <a:pt x="13043" y="89331"/>
                  <a:pt x="8773" y="89264"/>
                  <a:pt x="4503" y="89198"/>
                </a:cubicBezTo>
                <a:lnTo>
                  <a:pt x="4503" y="84127"/>
                </a:lnTo>
                <a:cubicBezTo>
                  <a:pt x="8773" y="84427"/>
                  <a:pt x="13043" y="84728"/>
                  <a:pt x="17313" y="84995"/>
                </a:cubicBezTo>
                <a:close/>
                <a:moveTo>
                  <a:pt x="17313" y="71752"/>
                </a:moveTo>
                <a:cubicBezTo>
                  <a:pt x="13043" y="71418"/>
                  <a:pt x="8773" y="71118"/>
                  <a:pt x="4503" y="70784"/>
                </a:cubicBezTo>
                <a:lnTo>
                  <a:pt x="4503" y="65714"/>
                </a:lnTo>
                <a:cubicBezTo>
                  <a:pt x="8773" y="66248"/>
                  <a:pt x="13043" y="66748"/>
                  <a:pt x="17313" y="67282"/>
                </a:cubicBezTo>
                <a:close/>
                <a:moveTo>
                  <a:pt x="17313" y="54106"/>
                </a:moveTo>
                <a:cubicBezTo>
                  <a:pt x="13043" y="53539"/>
                  <a:pt x="8773" y="52972"/>
                  <a:pt x="4503" y="52371"/>
                </a:cubicBezTo>
                <a:lnTo>
                  <a:pt x="4503" y="47334"/>
                </a:lnTo>
                <a:cubicBezTo>
                  <a:pt x="8773" y="48068"/>
                  <a:pt x="13043" y="48802"/>
                  <a:pt x="17313" y="49569"/>
                </a:cubicBezTo>
                <a:close/>
                <a:moveTo>
                  <a:pt x="17313" y="36426"/>
                </a:moveTo>
                <a:cubicBezTo>
                  <a:pt x="13043" y="35626"/>
                  <a:pt x="8773" y="34792"/>
                  <a:pt x="4503" y="33991"/>
                </a:cubicBezTo>
                <a:lnTo>
                  <a:pt x="4503" y="28921"/>
                </a:lnTo>
                <a:cubicBezTo>
                  <a:pt x="8773" y="29888"/>
                  <a:pt x="13043" y="30856"/>
                  <a:pt x="17313" y="31823"/>
                </a:cubicBezTo>
                <a:close/>
                <a:moveTo>
                  <a:pt x="17313" y="18780"/>
                </a:moveTo>
                <a:lnTo>
                  <a:pt x="4503" y="15578"/>
                </a:lnTo>
                <a:lnTo>
                  <a:pt x="4503" y="10508"/>
                </a:lnTo>
                <a:lnTo>
                  <a:pt x="17313" y="14077"/>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4673329" y="1632749"/>
            <a:ext cx="328107" cy="2525959"/>
          </a:xfrm>
          <a:custGeom>
            <a:rect b="b" l="l" r="r" t="t"/>
            <a:pathLst>
              <a:path extrusionOk="0" h="191071" w="24819">
                <a:moveTo>
                  <a:pt x="1" y="31890"/>
                </a:moveTo>
                <a:lnTo>
                  <a:pt x="10541" y="35192"/>
                </a:lnTo>
                <a:lnTo>
                  <a:pt x="10541" y="189536"/>
                </a:lnTo>
                <a:lnTo>
                  <a:pt x="24818" y="191071"/>
                </a:lnTo>
                <a:lnTo>
                  <a:pt x="24818" y="1"/>
                </a:lnTo>
                <a:lnTo>
                  <a:pt x="1" y="12043"/>
                </a:lnTo>
                <a:close/>
                <a:moveTo>
                  <a:pt x="19915" y="174626"/>
                </a:moveTo>
                <a:cubicBezTo>
                  <a:pt x="17580" y="174159"/>
                  <a:pt x="15245" y="173658"/>
                  <a:pt x="12910" y="173191"/>
                </a:cubicBezTo>
                <a:lnTo>
                  <a:pt x="12910" y="168121"/>
                </a:lnTo>
                <a:cubicBezTo>
                  <a:pt x="15245" y="168488"/>
                  <a:pt x="17580" y="168855"/>
                  <a:pt x="19915" y="169222"/>
                </a:cubicBezTo>
                <a:close/>
                <a:moveTo>
                  <a:pt x="19915" y="164819"/>
                </a:moveTo>
                <a:cubicBezTo>
                  <a:pt x="17580" y="164418"/>
                  <a:pt x="15245" y="164018"/>
                  <a:pt x="12910" y="163584"/>
                </a:cubicBezTo>
                <a:lnTo>
                  <a:pt x="12910" y="158547"/>
                </a:lnTo>
                <a:cubicBezTo>
                  <a:pt x="15245" y="158848"/>
                  <a:pt x="17580" y="159114"/>
                  <a:pt x="19915" y="159415"/>
                </a:cubicBezTo>
                <a:close/>
                <a:moveTo>
                  <a:pt x="19915" y="155012"/>
                </a:moveTo>
                <a:cubicBezTo>
                  <a:pt x="17580" y="154678"/>
                  <a:pt x="15245" y="154344"/>
                  <a:pt x="12910" y="154011"/>
                </a:cubicBezTo>
                <a:lnTo>
                  <a:pt x="12910" y="148974"/>
                </a:lnTo>
                <a:cubicBezTo>
                  <a:pt x="15245" y="149174"/>
                  <a:pt x="17580" y="149408"/>
                  <a:pt x="19915" y="149608"/>
                </a:cubicBezTo>
                <a:close/>
                <a:moveTo>
                  <a:pt x="19915" y="145205"/>
                </a:moveTo>
                <a:lnTo>
                  <a:pt x="12910" y="144437"/>
                </a:lnTo>
                <a:lnTo>
                  <a:pt x="12910" y="139400"/>
                </a:lnTo>
                <a:lnTo>
                  <a:pt x="19915" y="139801"/>
                </a:lnTo>
                <a:close/>
                <a:moveTo>
                  <a:pt x="19915" y="135397"/>
                </a:moveTo>
                <a:cubicBezTo>
                  <a:pt x="17580" y="135231"/>
                  <a:pt x="15245" y="135031"/>
                  <a:pt x="12910" y="134864"/>
                </a:cubicBezTo>
                <a:lnTo>
                  <a:pt x="12910" y="129827"/>
                </a:lnTo>
                <a:cubicBezTo>
                  <a:pt x="15245" y="129860"/>
                  <a:pt x="17580" y="129927"/>
                  <a:pt x="19915" y="129994"/>
                </a:cubicBezTo>
                <a:close/>
                <a:moveTo>
                  <a:pt x="19915" y="125590"/>
                </a:moveTo>
                <a:cubicBezTo>
                  <a:pt x="17580" y="125490"/>
                  <a:pt x="15245" y="125390"/>
                  <a:pt x="12910" y="125290"/>
                </a:cubicBezTo>
                <a:lnTo>
                  <a:pt x="12910" y="120253"/>
                </a:lnTo>
                <a:cubicBezTo>
                  <a:pt x="15245" y="120220"/>
                  <a:pt x="17580" y="120220"/>
                  <a:pt x="19915" y="120187"/>
                </a:cubicBezTo>
                <a:close/>
                <a:moveTo>
                  <a:pt x="19915" y="115783"/>
                </a:moveTo>
                <a:cubicBezTo>
                  <a:pt x="17580" y="115750"/>
                  <a:pt x="15245" y="115750"/>
                  <a:pt x="12910" y="115717"/>
                </a:cubicBezTo>
                <a:lnTo>
                  <a:pt x="12910" y="110680"/>
                </a:lnTo>
                <a:cubicBezTo>
                  <a:pt x="15245" y="110580"/>
                  <a:pt x="17580" y="110480"/>
                  <a:pt x="19915" y="110380"/>
                </a:cubicBezTo>
                <a:close/>
                <a:moveTo>
                  <a:pt x="19915" y="105976"/>
                </a:moveTo>
                <a:cubicBezTo>
                  <a:pt x="17580" y="106043"/>
                  <a:pt x="15245" y="106077"/>
                  <a:pt x="12910" y="106110"/>
                </a:cubicBezTo>
                <a:lnTo>
                  <a:pt x="12910" y="101073"/>
                </a:lnTo>
                <a:cubicBezTo>
                  <a:pt x="15245" y="100906"/>
                  <a:pt x="17580" y="100739"/>
                  <a:pt x="19915" y="100573"/>
                </a:cubicBezTo>
                <a:close/>
                <a:moveTo>
                  <a:pt x="19915" y="96169"/>
                </a:moveTo>
                <a:lnTo>
                  <a:pt x="12910" y="96570"/>
                </a:lnTo>
                <a:lnTo>
                  <a:pt x="12910" y="91499"/>
                </a:lnTo>
                <a:lnTo>
                  <a:pt x="19915" y="90766"/>
                </a:lnTo>
                <a:close/>
                <a:moveTo>
                  <a:pt x="19915" y="86362"/>
                </a:moveTo>
                <a:lnTo>
                  <a:pt x="12910" y="86963"/>
                </a:lnTo>
                <a:lnTo>
                  <a:pt x="12910" y="81926"/>
                </a:lnTo>
                <a:lnTo>
                  <a:pt x="19915" y="80959"/>
                </a:lnTo>
                <a:close/>
                <a:moveTo>
                  <a:pt x="19915" y="76555"/>
                </a:moveTo>
                <a:cubicBezTo>
                  <a:pt x="17580" y="76856"/>
                  <a:pt x="15245" y="77122"/>
                  <a:pt x="12910" y="77389"/>
                </a:cubicBezTo>
                <a:lnTo>
                  <a:pt x="12910" y="72352"/>
                </a:lnTo>
                <a:cubicBezTo>
                  <a:pt x="15245" y="71952"/>
                  <a:pt x="17580" y="71552"/>
                  <a:pt x="19915" y="71151"/>
                </a:cubicBezTo>
                <a:close/>
                <a:moveTo>
                  <a:pt x="19915" y="66748"/>
                </a:moveTo>
                <a:cubicBezTo>
                  <a:pt x="17580" y="67115"/>
                  <a:pt x="15245" y="67449"/>
                  <a:pt x="12910" y="67816"/>
                </a:cubicBezTo>
                <a:lnTo>
                  <a:pt x="12910" y="62779"/>
                </a:lnTo>
                <a:cubicBezTo>
                  <a:pt x="15245" y="62278"/>
                  <a:pt x="17580" y="61811"/>
                  <a:pt x="19915" y="61344"/>
                </a:cubicBezTo>
                <a:close/>
                <a:moveTo>
                  <a:pt x="19915" y="56941"/>
                </a:moveTo>
                <a:cubicBezTo>
                  <a:pt x="17580" y="57375"/>
                  <a:pt x="15245" y="57809"/>
                  <a:pt x="12910" y="58242"/>
                </a:cubicBezTo>
                <a:lnTo>
                  <a:pt x="12910" y="53205"/>
                </a:lnTo>
                <a:cubicBezTo>
                  <a:pt x="15245" y="52638"/>
                  <a:pt x="17580" y="52071"/>
                  <a:pt x="19915" y="51537"/>
                </a:cubicBezTo>
                <a:close/>
                <a:moveTo>
                  <a:pt x="19915" y="47134"/>
                </a:moveTo>
                <a:lnTo>
                  <a:pt x="12910" y="48669"/>
                </a:lnTo>
                <a:lnTo>
                  <a:pt x="12910" y="43632"/>
                </a:lnTo>
                <a:lnTo>
                  <a:pt x="19915" y="41730"/>
                </a:lnTo>
                <a:close/>
                <a:moveTo>
                  <a:pt x="19915" y="37327"/>
                </a:moveTo>
                <a:cubicBezTo>
                  <a:pt x="17580" y="37928"/>
                  <a:pt x="15245" y="38495"/>
                  <a:pt x="12910" y="39095"/>
                </a:cubicBezTo>
                <a:lnTo>
                  <a:pt x="12910" y="34058"/>
                </a:lnTo>
                <a:cubicBezTo>
                  <a:pt x="15245" y="33324"/>
                  <a:pt x="17580" y="32624"/>
                  <a:pt x="19915" y="31923"/>
                </a:cubicBezTo>
                <a:close/>
                <a:moveTo>
                  <a:pt x="19915" y="27554"/>
                </a:moveTo>
                <a:cubicBezTo>
                  <a:pt x="17580" y="28187"/>
                  <a:pt x="15245" y="28855"/>
                  <a:pt x="12910" y="29522"/>
                </a:cubicBezTo>
                <a:lnTo>
                  <a:pt x="12910" y="24451"/>
                </a:lnTo>
                <a:cubicBezTo>
                  <a:pt x="15245" y="23684"/>
                  <a:pt x="17580" y="22917"/>
                  <a:pt x="19915" y="22116"/>
                </a:cubicBezTo>
                <a:close/>
                <a:moveTo>
                  <a:pt x="12910" y="14878"/>
                </a:moveTo>
                <a:lnTo>
                  <a:pt x="19915" y="12309"/>
                </a:lnTo>
                <a:lnTo>
                  <a:pt x="19915" y="17747"/>
                </a:lnTo>
                <a:lnTo>
                  <a:pt x="12910" y="19915"/>
                </a:lnTo>
                <a:close/>
                <a:moveTo>
                  <a:pt x="12910" y="177728"/>
                </a:moveTo>
                <a:lnTo>
                  <a:pt x="19915" y="179029"/>
                </a:lnTo>
                <a:lnTo>
                  <a:pt x="19915" y="184433"/>
                </a:lnTo>
                <a:lnTo>
                  <a:pt x="12910" y="182765"/>
                </a:lnTo>
                <a:close/>
                <a:moveTo>
                  <a:pt x="8607" y="30389"/>
                </a:moveTo>
                <a:cubicBezTo>
                  <a:pt x="6805" y="30956"/>
                  <a:pt x="5004" y="31523"/>
                  <a:pt x="3170" y="32124"/>
                </a:cubicBezTo>
                <a:lnTo>
                  <a:pt x="3170" y="28187"/>
                </a:lnTo>
                <a:cubicBezTo>
                  <a:pt x="5004" y="27520"/>
                  <a:pt x="6805" y="26853"/>
                  <a:pt x="8607" y="26186"/>
                </a:cubicBezTo>
                <a:close/>
                <a:moveTo>
                  <a:pt x="3170" y="18947"/>
                </a:moveTo>
                <a:lnTo>
                  <a:pt x="8607" y="16746"/>
                </a:lnTo>
                <a:lnTo>
                  <a:pt x="8607" y="20949"/>
                </a:lnTo>
                <a:lnTo>
                  <a:pt x="3170" y="2285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4515906" y="2022581"/>
            <a:ext cx="285327" cy="2195221"/>
          </a:xfrm>
          <a:custGeom>
            <a:rect b="b" l="l" r="r" t="t"/>
            <a:pathLst>
              <a:path extrusionOk="0" h="166053" w="21583">
                <a:moveTo>
                  <a:pt x="0" y="166053"/>
                </a:moveTo>
                <a:lnTo>
                  <a:pt x="21582" y="160849"/>
                </a:lnTo>
                <a:lnTo>
                  <a:pt x="21582" y="7105"/>
                </a:lnTo>
                <a:lnTo>
                  <a:pt x="0" y="0"/>
                </a:lnTo>
                <a:close/>
                <a:moveTo>
                  <a:pt x="3002" y="9841"/>
                </a:moveTo>
                <a:lnTo>
                  <a:pt x="18814" y="14744"/>
                </a:lnTo>
                <a:lnTo>
                  <a:pt x="18814" y="18714"/>
                </a:lnTo>
                <a:lnTo>
                  <a:pt x="3002" y="14144"/>
                </a:lnTo>
                <a:lnTo>
                  <a:pt x="3002" y="9841"/>
                </a:lnTo>
                <a:close/>
                <a:moveTo>
                  <a:pt x="3002" y="20915"/>
                </a:moveTo>
                <a:cubicBezTo>
                  <a:pt x="8273" y="22316"/>
                  <a:pt x="13543" y="23751"/>
                  <a:pt x="18814" y="25152"/>
                </a:cubicBezTo>
                <a:lnTo>
                  <a:pt x="18814" y="29088"/>
                </a:lnTo>
                <a:lnTo>
                  <a:pt x="3002" y="25185"/>
                </a:lnTo>
                <a:close/>
                <a:moveTo>
                  <a:pt x="3002" y="31957"/>
                </a:moveTo>
                <a:cubicBezTo>
                  <a:pt x="8273" y="33157"/>
                  <a:pt x="13543" y="34358"/>
                  <a:pt x="18814" y="35592"/>
                </a:cubicBezTo>
                <a:lnTo>
                  <a:pt x="18814" y="39462"/>
                </a:lnTo>
                <a:cubicBezTo>
                  <a:pt x="13543" y="38394"/>
                  <a:pt x="8273" y="37327"/>
                  <a:pt x="3002" y="36260"/>
                </a:cubicBezTo>
                <a:close/>
                <a:moveTo>
                  <a:pt x="3002" y="43031"/>
                </a:moveTo>
                <a:lnTo>
                  <a:pt x="18814" y="46000"/>
                </a:lnTo>
                <a:lnTo>
                  <a:pt x="18814" y="49869"/>
                </a:lnTo>
                <a:lnTo>
                  <a:pt x="3002" y="47334"/>
                </a:lnTo>
                <a:close/>
                <a:moveTo>
                  <a:pt x="3002" y="54106"/>
                </a:moveTo>
                <a:cubicBezTo>
                  <a:pt x="8273" y="54873"/>
                  <a:pt x="13543" y="55640"/>
                  <a:pt x="18814" y="56441"/>
                </a:cubicBezTo>
                <a:lnTo>
                  <a:pt x="18814" y="60243"/>
                </a:lnTo>
                <a:cubicBezTo>
                  <a:pt x="13543" y="59610"/>
                  <a:pt x="8273" y="59009"/>
                  <a:pt x="3002" y="58409"/>
                </a:cubicBezTo>
                <a:close/>
                <a:moveTo>
                  <a:pt x="3002" y="65147"/>
                </a:moveTo>
                <a:lnTo>
                  <a:pt x="18814" y="66848"/>
                </a:lnTo>
                <a:lnTo>
                  <a:pt x="18814" y="70618"/>
                </a:lnTo>
                <a:lnTo>
                  <a:pt x="3002" y="69450"/>
                </a:lnTo>
                <a:close/>
                <a:moveTo>
                  <a:pt x="3002" y="76222"/>
                </a:moveTo>
                <a:cubicBezTo>
                  <a:pt x="8273" y="76589"/>
                  <a:pt x="13543" y="76922"/>
                  <a:pt x="18814" y="77289"/>
                </a:cubicBezTo>
                <a:lnTo>
                  <a:pt x="18814" y="80992"/>
                </a:lnTo>
                <a:cubicBezTo>
                  <a:pt x="13543" y="80858"/>
                  <a:pt x="8273" y="80691"/>
                  <a:pt x="3002" y="80525"/>
                </a:cubicBezTo>
                <a:close/>
                <a:moveTo>
                  <a:pt x="3002" y="87296"/>
                </a:moveTo>
                <a:cubicBezTo>
                  <a:pt x="8273" y="87430"/>
                  <a:pt x="13543" y="87563"/>
                  <a:pt x="18814" y="87696"/>
                </a:cubicBezTo>
                <a:lnTo>
                  <a:pt x="18814" y="91399"/>
                </a:lnTo>
                <a:lnTo>
                  <a:pt x="3002" y="91599"/>
                </a:lnTo>
                <a:close/>
                <a:moveTo>
                  <a:pt x="3002" y="98371"/>
                </a:moveTo>
                <a:cubicBezTo>
                  <a:pt x="8273" y="98271"/>
                  <a:pt x="13543" y="98204"/>
                  <a:pt x="18814" y="98104"/>
                </a:cubicBezTo>
                <a:lnTo>
                  <a:pt x="18814" y="101773"/>
                </a:lnTo>
                <a:cubicBezTo>
                  <a:pt x="13543" y="102073"/>
                  <a:pt x="8273" y="102374"/>
                  <a:pt x="3002" y="102674"/>
                </a:cubicBezTo>
                <a:close/>
                <a:moveTo>
                  <a:pt x="3002" y="109412"/>
                </a:moveTo>
                <a:cubicBezTo>
                  <a:pt x="8273" y="109145"/>
                  <a:pt x="13543" y="108845"/>
                  <a:pt x="18814" y="108545"/>
                </a:cubicBezTo>
                <a:lnTo>
                  <a:pt x="18814" y="112147"/>
                </a:lnTo>
                <a:lnTo>
                  <a:pt x="3002" y="113715"/>
                </a:lnTo>
                <a:close/>
                <a:moveTo>
                  <a:pt x="3002" y="120487"/>
                </a:moveTo>
                <a:lnTo>
                  <a:pt x="18814" y="118952"/>
                </a:lnTo>
                <a:lnTo>
                  <a:pt x="18814" y="122521"/>
                </a:lnTo>
                <a:cubicBezTo>
                  <a:pt x="13543" y="123289"/>
                  <a:pt x="8273" y="124022"/>
                  <a:pt x="3002" y="124790"/>
                </a:cubicBezTo>
                <a:close/>
                <a:moveTo>
                  <a:pt x="3002" y="131561"/>
                </a:moveTo>
                <a:cubicBezTo>
                  <a:pt x="8273" y="130827"/>
                  <a:pt x="13543" y="130093"/>
                  <a:pt x="18814" y="129393"/>
                </a:cubicBezTo>
                <a:lnTo>
                  <a:pt x="18814" y="132929"/>
                </a:lnTo>
                <a:lnTo>
                  <a:pt x="3002" y="135864"/>
                </a:lnTo>
                <a:close/>
                <a:moveTo>
                  <a:pt x="3002" y="142636"/>
                </a:moveTo>
                <a:cubicBezTo>
                  <a:pt x="8273" y="141668"/>
                  <a:pt x="13543" y="140734"/>
                  <a:pt x="18814" y="139800"/>
                </a:cubicBezTo>
                <a:lnTo>
                  <a:pt x="18814" y="143303"/>
                </a:lnTo>
                <a:cubicBezTo>
                  <a:pt x="13543" y="144504"/>
                  <a:pt x="8273" y="145705"/>
                  <a:pt x="3002" y="146939"/>
                </a:cubicBezTo>
                <a:close/>
                <a:moveTo>
                  <a:pt x="3002" y="153677"/>
                </a:moveTo>
                <a:lnTo>
                  <a:pt x="18814" y="150241"/>
                </a:lnTo>
                <a:lnTo>
                  <a:pt x="18814" y="153710"/>
                </a:lnTo>
                <a:lnTo>
                  <a:pt x="3002" y="157980"/>
                </a:lnTo>
                <a:lnTo>
                  <a:pt x="3002" y="153677"/>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3944831" y="2025661"/>
            <a:ext cx="548154" cy="2190818"/>
          </a:xfrm>
          <a:custGeom>
            <a:rect b="b" l="l" r="r" t="t"/>
            <a:pathLst>
              <a:path extrusionOk="0" h="165720" w="41464">
                <a:moveTo>
                  <a:pt x="1" y="159415"/>
                </a:moveTo>
                <a:lnTo>
                  <a:pt x="41464" y="165719"/>
                </a:lnTo>
                <a:lnTo>
                  <a:pt x="41464" y="1"/>
                </a:lnTo>
                <a:lnTo>
                  <a:pt x="1" y="14244"/>
                </a:lnTo>
                <a:close/>
                <a:moveTo>
                  <a:pt x="34292" y="157447"/>
                </a:moveTo>
                <a:lnTo>
                  <a:pt x="27353" y="156513"/>
                </a:lnTo>
                <a:lnTo>
                  <a:pt x="27353" y="151876"/>
                </a:lnTo>
                <a:lnTo>
                  <a:pt x="34292" y="152477"/>
                </a:lnTo>
                <a:close/>
                <a:moveTo>
                  <a:pt x="34292" y="149074"/>
                </a:moveTo>
                <a:lnTo>
                  <a:pt x="27353" y="148307"/>
                </a:lnTo>
                <a:lnTo>
                  <a:pt x="27353" y="143670"/>
                </a:lnTo>
                <a:cubicBezTo>
                  <a:pt x="29655" y="143804"/>
                  <a:pt x="31957" y="143971"/>
                  <a:pt x="34292" y="144104"/>
                </a:cubicBezTo>
                <a:close/>
                <a:moveTo>
                  <a:pt x="34292" y="140702"/>
                </a:moveTo>
                <a:lnTo>
                  <a:pt x="27353" y="140101"/>
                </a:lnTo>
                <a:lnTo>
                  <a:pt x="27353" y="135464"/>
                </a:lnTo>
                <a:cubicBezTo>
                  <a:pt x="29655" y="135531"/>
                  <a:pt x="31990" y="135631"/>
                  <a:pt x="34292" y="135731"/>
                </a:cubicBezTo>
                <a:close/>
                <a:moveTo>
                  <a:pt x="34292" y="132329"/>
                </a:moveTo>
                <a:cubicBezTo>
                  <a:pt x="31990" y="132195"/>
                  <a:pt x="29655" y="132029"/>
                  <a:pt x="27353" y="131895"/>
                </a:cubicBezTo>
                <a:lnTo>
                  <a:pt x="27353" y="127259"/>
                </a:lnTo>
                <a:lnTo>
                  <a:pt x="34292" y="127359"/>
                </a:lnTo>
                <a:close/>
                <a:moveTo>
                  <a:pt x="34292" y="123956"/>
                </a:moveTo>
                <a:cubicBezTo>
                  <a:pt x="31990" y="123856"/>
                  <a:pt x="29655" y="123756"/>
                  <a:pt x="27353" y="123656"/>
                </a:cubicBezTo>
                <a:lnTo>
                  <a:pt x="27353" y="119053"/>
                </a:lnTo>
                <a:cubicBezTo>
                  <a:pt x="29655" y="119019"/>
                  <a:pt x="31990" y="118986"/>
                  <a:pt x="34292" y="118986"/>
                </a:cubicBezTo>
                <a:close/>
                <a:moveTo>
                  <a:pt x="34292" y="115584"/>
                </a:moveTo>
                <a:lnTo>
                  <a:pt x="27353" y="115484"/>
                </a:lnTo>
                <a:lnTo>
                  <a:pt x="27353" y="110847"/>
                </a:lnTo>
                <a:cubicBezTo>
                  <a:pt x="29655" y="110747"/>
                  <a:pt x="31957" y="110680"/>
                  <a:pt x="34292" y="110613"/>
                </a:cubicBezTo>
                <a:close/>
                <a:moveTo>
                  <a:pt x="34292" y="107211"/>
                </a:moveTo>
                <a:cubicBezTo>
                  <a:pt x="31957" y="107244"/>
                  <a:pt x="29655" y="107244"/>
                  <a:pt x="27353" y="107244"/>
                </a:cubicBezTo>
                <a:lnTo>
                  <a:pt x="27353" y="102641"/>
                </a:lnTo>
                <a:lnTo>
                  <a:pt x="34292" y="102241"/>
                </a:lnTo>
                <a:close/>
                <a:moveTo>
                  <a:pt x="34292" y="98838"/>
                </a:moveTo>
                <a:cubicBezTo>
                  <a:pt x="31957" y="98905"/>
                  <a:pt x="29655" y="98972"/>
                  <a:pt x="27353" y="99038"/>
                </a:cubicBezTo>
                <a:lnTo>
                  <a:pt x="27353" y="94435"/>
                </a:lnTo>
                <a:cubicBezTo>
                  <a:pt x="29655" y="94235"/>
                  <a:pt x="31957" y="94035"/>
                  <a:pt x="34292" y="93868"/>
                </a:cubicBezTo>
                <a:close/>
                <a:moveTo>
                  <a:pt x="34292" y="90466"/>
                </a:moveTo>
                <a:lnTo>
                  <a:pt x="27353" y="90833"/>
                </a:lnTo>
                <a:lnTo>
                  <a:pt x="27353" y="86196"/>
                </a:lnTo>
                <a:cubicBezTo>
                  <a:pt x="29655" y="85962"/>
                  <a:pt x="31957" y="85729"/>
                  <a:pt x="34292" y="85495"/>
                </a:cubicBezTo>
                <a:close/>
                <a:moveTo>
                  <a:pt x="34292" y="82093"/>
                </a:moveTo>
                <a:cubicBezTo>
                  <a:pt x="31957" y="82293"/>
                  <a:pt x="29655" y="82460"/>
                  <a:pt x="27353" y="82627"/>
                </a:cubicBezTo>
                <a:lnTo>
                  <a:pt x="27353" y="77990"/>
                </a:lnTo>
                <a:cubicBezTo>
                  <a:pt x="29655" y="77723"/>
                  <a:pt x="31957" y="77423"/>
                  <a:pt x="34292" y="77123"/>
                </a:cubicBezTo>
                <a:close/>
                <a:moveTo>
                  <a:pt x="34292" y="73720"/>
                </a:moveTo>
                <a:cubicBezTo>
                  <a:pt x="31957" y="73954"/>
                  <a:pt x="29655" y="74187"/>
                  <a:pt x="27353" y="74421"/>
                </a:cubicBezTo>
                <a:lnTo>
                  <a:pt x="27353" y="69817"/>
                </a:lnTo>
                <a:cubicBezTo>
                  <a:pt x="29655" y="69451"/>
                  <a:pt x="31957" y="69084"/>
                  <a:pt x="34292" y="68750"/>
                </a:cubicBezTo>
                <a:close/>
                <a:moveTo>
                  <a:pt x="27353" y="58009"/>
                </a:moveTo>
                <a:lnTo>
                  <a:pt x="27353" y="53372"/>
                </a:lnTo>
                <a:cubicBezTo>
                  <a:pt x="29655" y="52939"/>
                  <a:pt x="31957" y="52472"/>
                  <a:pt x="34258" y="52005"/>
                </a:cubicBezTo>
                <a:lnTo>
                  <a:pt x="34258" y="56975"/>
                </a:lnTo>
                <a:cubicBezTo>
                  <a:pt x="31957" y="57309"/>
                  <a:pt x="29655" y="57675"/>
                  <a:pt x="27353" y="58009"/>
                </a:cubicBezTo>
                <a:close/>
                <a:moveTo>
                  <a:pt x="34292" y="65348"/>
                </a:moveTo>
                <a:cubicBezTo>
                  <a:pt x="31957" y="65648"/>
                  <a:pt x="29655" y="65948"/>
                  <a:pt x="27353" y="66215"/>
                </a:cubicBezTo>
                <a:lnTo>
                  <a:pt x="27353" y="61578"/>
                </a:lnTo>
                <a:cubicBezTo>
                  <a:pt x="29655" y="61178"/>
                  <a:pt x="31957" y="60778"/>
                  <a:pt x="34292" y="60377"/>
                </a:cubicBezTo>
                <a:close/>
                <a:moveTo>
                  <a:pt x="34292" y="48602"/>
                </a:moveTo>
                <a:cubicBezTo>
                  <a:pt x="31957" y="49003"/>
                  <a:pt x="29655" y="49403"/>
                  <a:pt x="27353" y="49803"/>
                </a:cubicBezTo>
                <a:lnTo>
                  <a:pt x="27353" y="45167"/>
                </a:lnTo>
                <a:lnTo>
                  <a:pt x="34292" y="43632"/>
                </a:lnTo>
                <a:close/>
                <a:moveTo>
                  <a:pt x="34258" y="40230"/>
                </a:moveTo>
                <a:cubicBezTo>
                  <a:pt x="31957" y="40697"/>
                  <a:pt x="29655" y="41164"/>
                  <a:pt x="27353" y="41597"/>
                </a:cubicBezTo>
                <a:lnTo>
                  <a:pt x="27353" y="36961"/>
                </a:lnTo>
                <a:cubicBezTo>
                  <a:pt x="29655" y="36394"/>
                  <a:pt x="31957" y="35826"/>
                  <a:pt x="34258" y="35259"/>
                </a:cubicBezTo>
                <a:close/>
                <a:moveTo>
                  <a:pt x="34258" y="31857"/>
                </a:moveTo>
                <a:cubicBezTo>
                  <a:pt x="31957" y="32357"/>
                  <a:pt x="29655" y="32891"/>
                  <a:pt x="27353" y="33391"/>
                </a:cubicBezTo>
                <a:lnTo>
                  <a:pt x="27353" y="28755"/>
                </a:lnTo>
                <a:cubicBezTo>
                  <a:pt x="29655" y="28121"/>
                  <a:pt x="31957" y="27521"/>
                  <a:pt x="34258" y="26887"/>
                </a:cubicBezTo>
                <a:close/>
                <a:moveTo>
                  <a:pt x="34258" y="23484"/>
                </a:moveTo>
                <a:cubicBezTo>
                  <a:pt x="31957" y="24051"/>
                  <a:pt x="29655" y="24618"/>
                  <a:pt x="27353" y="25186"/>
                </a:cubicBezTo>
                <a:lnTo>
                  <a:pt x="27353" y="20549"/>
                </a:lnTo>
                <a:cubicBezTo>
                  <a:pt x="29655" y="19882"/>
                  <a:pt x="31957" y="19181"/>
                  <a:pt x="34258" y="18514"/>
                </a:cubicBezTo>
                <a:close/>
                <a:moveTo>
                  <a:pt x="27353" y="12343"/>
                </a:moveTo>
                <a:lnTo>
                  <a:pt x="34258" y="10141"/>
                </a:lnTo>
                <a:lnTo>
                  <a:pt x="34258" y="15112"/>
                </a:lnTo>
                <a:lnTo>
                  <a:pt x="27353" y="16980"/>
                </a:lnTo>
                <a:close/>
                <a:moveTo>
                  <a:pt x="18347" y="15112"/>
                </a:moveTo>
                <a:lnTo>
                  <a:pt x="22784" y="13711"/>
                </a:lnTo>
                <a:lnTo>
                  <a:pt x="22784" y="18181"/>
                </a:lnTo>
                <a:lnTo>
                  <a:pt x="18347" y="19348"/>
                </a:lnTo>
                <a:close/>
                <a:moveTo>
                  <a:pt x="18347" y="23117"/>
                </a:moveTo>
                <a:cubicBezTo>
                  <a:pt x="19815" y="22684"/>
                  <a:pt x="21282" y="22250"/>
                  <a:pt x="22750" y="21816"/>
                </a:cubicBezTo>
                <a:lnTo>
                  <a:pt x="22750" y="26253"/>
                </a:lnTo>
                <a:lnTo>
                  <a:pt x="18347" y="27354"/>
                </a:lnTo>
                <a:close/>
                <a:moveTo>
                  <a:pt x="18314" y="31090"/>
                </a:moveTo>
                <a:lnTo>
                  <a:pt x="22750" y="29889"/>
                </a:lnTo>
                <a:lnTo>
                  <a:pt x="22750" y="34359"/>
                </a:lnTo>
                <a:cubicBezTo>
                  <a:pt x="21282" y="34692"/>
                  <a:pt x="19815" y="34993"/>
                  <a:pt x="18314" y="35326"/>
                </a:cubicBezTo>
                <a:close/>
                <a:moveTo>
                  <a:pt x="18314" y="39095"/>
                </a:moveTo>
                <a:cubicBezTo>
                  <a:pt x="19781" y="38729"/>
                  <a:pt x="21249" y="38362"/>
                  <a:pt x="22717" y="37995"/>
                </a:cubicBezTo>
                <a:lnTo>
                  <a:pt x="22717" y="42431"/>
                </a:lnTo>
                <a:lnTo>
                  <a:pt x="18314" y="43332"/>
                </a:lnTo>
                <a:close/>
                <a:moveTo>
                  <a:pt x="18314" y="47068"/>
                </a:moveTo>
                <a:lnTo>
                  <a:pt x="22717" y="46067"/>
                </a:lnTo>
                <a:lnTo>
                  <a:pt x="22717" y="50537"/>
                </a:lnTo>
                <a:cubicBezTo>
                  <a:pt x="21249" y="50804"/>
                  <a:pt x="19781" y="51037"/>
                  <a:pt x="18314" y="51304"/>
                </a:cubicBezTo>
                <a:close/>
                <a:moveTo>
                  <a:pt x="18280" y="55040"/>
                </a:moveTo>
                <a:cubicBezTo>
                  <a:pt x="19748" y="54773"/>
                  <a:pt x="21216" y="54473"/>
                  <a:pt x="22717" y="54173"/>
                </a:cubicBezTo>
                <a:lnTo>
                  <a:pt x="22717" y="58643"/>
                </a:lnTo>
                <a:lnTo>
                  <a:pt x="18280" y="59310"/>
                </a:lnTo>
                <a:close/>
                <a:moveTo>
                  <a:pt x="18280" y="63046"/>
                </a:moveTo>
                <a:lnTo>
                  <a:pt x="22683" y="62279"/>
                </a:lnTo>
                <a:lnTo>
                  <a:pt x="22683" y="66715"/>
                </a:lnTo>
                <a:cubicBezTo>
                  <a:pt x="21216" y="66915"/>
                  <a:pt x="19748" y="67082"/>
                  <a:pt x="18280" y="67282"/>
                </a:cubicBezTo>
                <a:close/>
                <a:moveTo>
                  <a:pt x="18247" y="71018"/>
                </a:moveTo>
                <a:cubicBezTo>
                  <a:pt x="19715" y="70818"/>
                  <a:pt x="21182" y="70585"/>
                  <a:pt x="22683" y="70351"/>
                </a:cubicBezTo>
                <a:lnTo>
                  <a:pt x="22683" y="74821"/>
                </a:lnTo>
                <a:lnTo>
                  <a:pt x="18247" y="75255"/>
                </a:lnTo>
                <a:close/>
                <a:moveTo>
                  <a:pt x="18247" y="79024"/>
                </a:moveTo>
                <a:lnTo>
                  <a:pt x="22650" y="78457"/>
                </a:lnTo>
                <a:lnTo>
                  <a:pt x="22650" y="82927"/>
                </a:lnTo>
                <a:cubicBezTo>
                  <a:pt x="21182" y="83027"/>
                  <a:pt x="19715" y="83160"/>
                  <a:pt x="18247" y="83260"/>
                </a:cubicBezTo>
                <a:close/>
                <a:moveTo>
                  <a:pt x="18214" y="86996"/>
                </a:moveTo>
                <a:cubicBezTo>
                  <a:pt x="19715" y="86863"/>
                  <a:pt x="21182" y="86696"/>
                  <a:pt x="22650" y="86529"/>
                </a:cubicBezTo>
                <a:lnTo>
                  <a:pt x="22650" y="90999"/>
                </a:lnTo>
                <a:lnTo>
                  <a:pt x="18214" y="91233"/>
                </a:lnTo>
                <a:close/>
                <a:moveTo>
                  <a:pt x="18214" y="95002"/>
                </a:moveTo>
                <a:cubicBezTo>
                  <a:pt x="19681" y="94869"/>
                  <a:pt x="21149" y="94769"/>
                  <a:pt x="22617" y="94635"/>
                </a:cubicBezTo>
                <a:lnTo>
                  <a:pt x="22617" y="99105"/>
                </a:lnTo>
                <a:cubicBezTo>
                  <a:pt x="21149" y="99138"/>
                  <a:pt x="19681" y="99172"/>
                  <a:pt x="18214" y="99239"/>
                </a:cubicBezTo>
                <a:close/>
                <a:moveTo>
                  <a:pt x="18214" y="102975"/>
                </a:moveTo>
                <a:cubicBezTo>
                  <a:pt x="19681" y="102908"/>
                  <a:pt x="21149" y="102808"/>
                  <a:pt x="22617" y="102741"/>
                </a:cubicBezTo>
                <a:lnTo>
                  <a:pt x="22617" y="107178"/>
                </a:lnTo>
                <a:lnTo>
                  <a:pt x="18214" y="107211"/>
                </a:lnTo>
                <a:close/>
                <a:moveTo>
                  <a:pt x="18180" y="110980"/>
                </a:moveTo>
                <a:cubicBezTo>
                  <a:pt x="19648" y="110914"/>
                  <a:pt x="21116" y="110880"/>
                  <a:pt x="22617" y="110814"/>
                </a:cubicBezTo>
                <a:lnTo>
                  <a:pt x="22617" y="115283"/>
                </a:lnTo>
                <a:cubicBezTo>
                  <a:pt x="21116" y="115250"/>
                  <a:pt x="19648" y="115250"/>
                  <a:pt x="18180" y="115217"/>
                </a:cubicBezTo>
                <a:close/>
                <a:moveTo>
                  <a:pt x="18180" y="118953"/>
                </a:moveTo>
                <a:cubicBezTo>
                  <a:pt x="19648" y="118953"/>
                  <a:pt x="21116" y="118919"/>
                  <a:pt x="22583" y="118919"/>
                </a:cubicBezTo>
                <a:lnTo>
                  <a:pt x="22583" y="123389"/>
                </a:lnTo>
                <a:cubicBezTo>
                  <a:pt x="21116" y="123322"/>
                  <a:pt x="19648" y="123256"/>
                  <a:pt x="18180" y="123189"/>
                </a:cubicBezTo>
                <a:close/>
                <a:moveTo>
                  <a:pt x="18147" y="126925"/>
                </a:moveTo>
                <a:cubicBezTo>
                  <a:pt x="19615" y="126958"/>
                  <a:pt x="21082" y="126992"/>
                  <a:pt x="22583" y="126992"/>
                </a:cubicBezTo>
                <a:lnTo>
                  <a:pt x="22583" y="131462"/>
                </a:lnTo>
                <a:cubicBezTo>
                  <a:pt x="21116" y="131362"/>
                  <a:pt x="19615" y="131261"/>
                  <a:pt x="18147" y="131195"/>
                </a:cubicBezTo>
                <a:close/>
                <a:moveTo>
                  <a:pt x="18147" y="134931"/>
                </a:moveTo>
                <a:lnTo>
                  <a:pt x="22550" y="135098"/>
                </a:lnTo>
                <a:lnTo>
                  <a:pt x="22550" y="139567"/>
                </a:lnTo>
                <a:cubicBezTo>
                  <a:pt x="21082" y="139434"/>
                  <a:pt x="19615" y="139301"/>
                  <a:pt x="18147" y="139167"/>
                </a:cubicBezTo>
                <a:close/>
                <a:moveTo>
                  <a:pt x="18114" y="142903"/>
                </a:moveTo>
                <a:cubicBezTo>
                  <a:pt x="19615" y="143003"/>
                  <a:pt x="21082" y="143103"/>
                  <a:pt x="22550" y="143203"/>
                </a:cubicBezTo>
                <a:lnTo>
                  <a:pt x="22550" y="147673"/>
                </a:lnTo>
                <a:cubicBezTo>
                  <a:pt x="21082" y="147506"/>
                  <a:pt x="19615" y="147340"/>
                  <a:pt x="18114" y="147140"/>
                </a:cubicBezTo>
                <a:close/>
                <a:moveTo>
                  <a:pt x="18114" y="150909"/>
                </a:moveTo>
                <a:lnTo>
                  <a:pt x="22517" y="151276"/>
                </a:lnTo>
                <a:lnTo>
                  <a:pt x="22517" y="155746"/>
                </a:lnTo>
                <a:lnTo>
                  <a:pt x="18114" y="155145"/>
                </a:lnTo>
                <a:close/>
                <a:moveTo>
                  <a:pt x="14478" y="154745"/>
                </a:moveTo>
                <a:lnTo>
                  <a:pt x="11275" y="154311"/>
                </a:lnTo>
                <a:lnTo>
                  <a:pt x="11275" y="150375"/>
                </a:lnTo>
                <a:lnTo>
                  <a:pt x="14478" y="150642"/>
                </a:lnTo>
                <a:close/>
                <a:moveTo>
                  <a:pt x="14478" y="146873"/>
                </a:moveTo>
                <a:cubicBezTo>
                  <a:pt x="13410" y="146739"/>
                  <a:pt x="12343" y="146606"/>
                  <a:pt x="11275" y="146506"/>
                </a:cubicBezTo>
                <a:lnTo>
                  <a:pt x="11275" y="142536"/>
                </a:lnTo>
                <a:cubicBezTo>
                  <a:pt x="12343" y="142603"/>
                  <a:pt x="13410" y="142670"/>
                  <a:pt x="14478" y="142736"/>
                </a:cubicBezTo>
                <a:close/>
                <a:moveTo>
                  <a:pt x="11275" y="138667"/>
                </a:moveTo>
                <a:lnTo>
                  <a:pt x="11275" y="134731"/>
                </a:lnTo>
                <a:cubicBezTo>
                  <a:pt x="12343" y="134764"/>
                  <a:pt x="13410" y="134797"/>
                  <a:pt x="14478" y="134864"/>
                </a:cubicBezTo>
                <a:lnTo>
                  <a:pt x="14478" y="138967"/>
                </a:lnTo>
                <a:cubicBezTo>
                  <a:pt x="13410" y="138867"/>
                  <a:pt x="12343" y="138767"/>
                  <a:pt x="11275" y="138667"/>
                </a:cubicBezTo>
                <a:close/>
                <a:moveTo>
                  <a:pt x="14478" y="131061"/>
                </a:moveTo>
                <a:cubicBezTo>
                  <a:pt x="13410" y="130995"/>
                  <a:pt x="12343" y="130928"/>
                  <a:pt x="11275" y="130828"/>
                </a:cubicBezTo>
                <a:lnTo>
                  <a:pt x="11275" y="126892"/>
                </a:lnTo>
                <a:cubicBezTo>
                  <a:pt x="12343" y="126925"/>
                  <a:pt x="13410" y="126925"/>
                  <a:pt x="14478" y="126958"/>
                </a:cubicBezTo>
                <a:close/>
                <a:moveTo>
                  <a:pt x="11275" y="123022"/>
                </a:moveTo>
                <a:lnTo>
                  <a:pt x="11275" y="119086"/>
                </a:lnTo>
                <a:cubicBezTo>
                  <a:pt x="12343" y="119053"/>
                  <a:pt x="13410" y="119053"/>
                  <a:pt x="14478" y="119053"/>
                </a:cubicBezTo>
                <a:lnTo>
                  <a:pt x="14478" y="123156"/>
                </a:lnTo>
                <a:cubicBezTo>
                  <a:pt x="13410" y="123122"/>
                  <a:pt x="12343" y="123056"/>
                  <a:pt x="11275" y="123022"/>
                </a:cubicBezTo>
                <a:close/>
                <a:moveTo>
                  <a:pt x="14478" y="115250"/>
                </a:moveTo>
                <a:cubicBezTo>
                  <a:pt x="13410" y="115217"/>
                  <a:pt x="12343" y="115217"/>
                  <a:pt x="11275" y="115183"/>
                </a:cubicBezTo>
                <a:lnTo>
                  <a:pt x="11275" y="111247"/>
                </a:lnTo>
                <a:cubicBezTo>
                  <a:pt x="12343" y="111214"/>
                  <a:pt x="13410" y="111180"/>
                  <a:pt x="14478" y="111147"/>
                </a:cubicBezTo>
                <a:close/>
                <a:moveTo>
                  <a:pt x="11275" y="107378"/>
                </a:moveTo>
                <a:lnTo>
                  <a:pt x="11275" y="103408"/>
                </a:lnTo>
                <a:cubicBezTo>
                  <a:pt x="12343" y="103375"/>
                  <a:pt x="13410" y="103308"/>
                  <a:pt x="14478" y="103241"/>
                </a:cubicBezTo>
                <a:lnTo>
                  <a:pt x="14478" y="107344"/>
                </a:lnTo>
                <a:cubicBezTo>
                  <a:pt x="13410" y="107344"/>
                  <a:pt x="12343" y="107344"/>
                  <a:pt x="11275" y="107378"/>
                </a:cubicBezTo>
                <a:close/>
                <a:moveTo>
                  <a:pt x="14478" y="99439"/>
                </a:moveTo>
                <a:cubicBezTo>
                  <a:pt x="13410" y="99472"/>
                  <a:pt x="12343" y="99505"/>
                  <a:pt x="11275" y="99539"/>
                </a:cubicBezTo>
                <a:lnTo>
                  <a:pt x="11275" y="95603"/>
                </a:lnTo>
                <a:cubicBezTo>
                  <a:pt x="12343" y="95503"/>
                  <a:pt x="13410" y="95436"/>
                  <a:pt x="14478" y="95336"/>
                </a:cubicBezTo>
                <a:close/>
                <a:moveTo>
                  <a:pt x="14478" y="91533"/>
                </a:moveTo>
                <a:cubicBezTo>
                  <a:pt x="13410" y="91600"/>
                  <a:pt x="12343" y="91666"/>
                  <a:pt x="11275" y="91733"/>
                </a:cubicBezTo>
                <a:lnTo>
                  <a:pt x="11275" y="87764"/>
                </a:lnTo>
                <a:cubicBezTo>
                  <a:pt x="12343" y="87664"/>
                  <a:pt x="13410" y="87564"/>
                  <a:pt x="14478" y="87430"/>
                </a:cubicBezTo>
                <a:close/>
                <a:moveTo>
                  <a:pt x="14478" y="83627"/>
                </a:moveTo>
                <a:cubicBezTo>
                  <a:pt x="13410" y="83727"/>
                  <a:pt x="12343" y="83794"/>
                  <a:pt x="11275" y="83894"/>
                </a:cubicBezTo>
                <a:lnTo>
                  <a:pt x="11275" y="79958"/>
                </a:lnTo>
                <a:cubicBezTo>
                  <a:pt x="12343" y="79825"/>
                  <a:pt x="13410" y="79658"/>
                  <a:pt x="14478" y="79524"/>
                </a:cubicBezTo>
                <a:close/>
                <a:moveTo>
                  <a:pt x="14478" y="75755"/>
                </a:moveTo>
                <a:cubicBezTo>
                  <a:pt x="13410" y="75855"/>
                  <a:pt x="12343" y="75955"/>
                  <a:pt x="11275" y="76055"/>
                </a:cubicBezTo>
                <a:lnTo>
                  <a:pt x="11275" y="72119"/>
                </a:lnTo>
                <a:cubicBezTo>
                  <a:pt x="12343" y="71952"/>
                  <a:pt x="13410" y="71786"/>
                  <a:pt x="14478" y="71619"/>
                </a:cubicBezTo>
                <a:close/>
                <a:moveTo>
                  <a:pt x="14478" y="67849"/>
                </a:moveTo>
                <a:cubicBezTo>
                  <a:pt x="13410" y="67983"/>
                  <a:pt x="12343" y="68116"/>
                  <a:pt x="11275" y="68250"/>
                </a:cubicBezTo>
                <a:lnTo>
                  <a:pt x="11275" y="64280"/>
                </a:lnTo>
                <a:cubicBezTo>
                  <a:pt x="12343" y="64113"/>
                  <a:pt x="13410" y="63913"/>
                  <a:pt x="14478" y="63746"/>
                </a:cubicBezTo>
                <a:close/>
                <a:moveTo>
                  <a:pt x="14478" y="59944"/>
                </a:moveTo>
                <a:cubicBezTo>
                  <a:pt x="13410" y="60111"/>
                  <a:pt x="12343" y="60244"/>
                  <a:pt x="11275" y="60411"/>
                </a:cubicBezTo>
                <a:lnTo>
                  <a:pt x="11275" y="56475"/>
                </a:lnTo>
                <a:cubicBezTo>
                  <a:pt x="12343" y="56274"/>
                  <a:pt x="13410" y="56041"/>
                  <a:pt x="14478" y="55841"/>
                </a:cubicBezTo>
                <a:close/>
                <a:moveTo>
                  <a:pt x="14478" y="52038"/>
                </a:moveTo>
                <a:cubicBezTo>
                  <a:pt x="13410" y="52205"/>
                  <a:pt x="12343" y="52405"/>
                  <a:pt x="11275" y="52572"/>
                </a:cubicBezTo>
                <a:lnTo>
                  <a:pt x="11275" y="48636"/>
                </a:lnTo>
                <a:cubicBezTo>
                  <a:pt x="12343" y="48402"/>
                  <a:pt x="13410" y="48169"/>
                  <a:pt x="14478" y="47935"/>
                </a:cubicBezTo>
                <a:close/>
                <a:moveTo>
                  <a:pt x="14478" y="44132"/>
                </a:moveTo>
                <a:cubicBezTo>
                  <a:pt x="13410" y="44333"/>
                  <a:pt x="12343" y="44566"/>
                  <a:pt x="11275" y="44766"/>
                </a:cubicBezTo>
                <a:lnTo>
                  <a:pt x="11275" y="40830"/>
                </a:lnTo>
                <a:cubicBezTo>
                  <a:pt x="12343" y="40563"/>
                  <a:pt x="13410" y="40296"/>
                  <a:pt x="14478" y="40029"/>
                </a:cubicBezTo>
                <a:close/>
                <a:moveTo>
                  <a:pt x="11275" y="36927"/>
                </a:moveTo>
                <a:lnTo>
                  <a:pt x="11275" y="32991"/>
                </a:lnTo>
                <a:cubicBezTo>
                  <a:pt x="12343" y="32691"/>
                  <a:pt x="13410" y="32424"/>
                  <a:pt x="14478" y="32124"/>
                </a:cubicBezTo>
                <a:lnTo>
                  <a:pt x="14478" y="36227"/>
                </a:lnTo>
                <a:cubicBezTo>
                  <a:pt x="13410" y="36460"/>
                  <a:pt x="12343" y="36694"/>
                  <a:pt x="11275" y="36927"/>
                </a:cubicBezTo>
                <a:close/>
                <a:moveTo>
                  <a:pt x="14478" y="28321"/>
                </a:moveTo>
                <a:cubicBezTo>
                  <a:pt x="13410" y="28588"/>
                  <a:pt x="12343" y="28855"/>
                  <a:pt x="11275" y="29122"/>
                </a:cubicBezTo>
                <a:lnTo>
                  <a:pt x="11275" y="25186"/>
                </a:lnTo>
                <a:cubicBezTo>
                  <a:pt x="12343" y="24852"/>
                  <a:pt x="13410" y="24552"/>
                  <a:pt x="14478" y="24218"/>
                </a:cubicBezTo>
                <a:close/>
                <a:moveTo>
                  <a:pt x="11275" y="17347"/>
                </a:moveTo>
                <a:lnTo>
                  <a:pt x="14478" y="16313"/>
                </a:lnTo>
                <a:lnTo>
                  <a:pt x="14478" y="20415"/>
                </a:lnTo>
                <a:lnTo>
                  <a:pt x="11275" y="21283"/>
                </a:lnTo>
                <a:close/>
                <a:moveTo>
                  <a:pt x="8340" y="154044"/>
                </a:moveTo>
                <a:lnTo>
                  <a:pt x="5571" y="153644"/>
                </a:lnTo>
                <a:lnTo>
                  <a:pt x="5571" y="149942"/>
                </a:lnTo>
                <a:lnTo>
                  <a:pt x="8340" y="150175"/>
                </a:lnTo>
                <a:close/>
                <a:moveTo>
                  <a:pt x="8340" y="146272"/>
                </a:moveTo>
                <a:cubicBezTo>
                  <a:pt x="7406" y="146172"/>
                  <a:pt x="6472" y="146072"/>
                  <a:pt x="5571" y="145972"/>
                </a:cubicBezTo>
                <a:lnTo>
                  <a:pt x="5571" y="142269"/>
                </a:lnTo>
                <a:cubicBezTo>
                  <a:pt x="6472" y="142303"/>
                  <a:pt x="7406" y="142369"/>
                  <a:pt x="8340" y="142436"/>
                </a:cubicBezTo>
                <a:close/>
                <a:moveTo>
                  <a:pt x="8307" y="138533"/>
                </a:moveTo>
                <a:cubicBezTo>
                  <a:pt x="7406" y="138433"/>
                  <a:pt x="6472" y="138367"/>
                  <a:pt x="5538" y="138266"/>
                </a:cubicBezTo>
                <a:lnTo>
                  <a:pt x="5538" y="134564"/>
                </a:lnTo>
                <a:cubicBezTo>
                  <a:pt x="6472" y="134597"/>
                  <a:pt x="7406" y="134631"/>
                  <a:pt x="8307" y="134664"/>
                </a:cubicBezTo>
                <a:close/>
                <a:moveTo>
                  <a:pt x="8307" y="130761"/>
                </a:moveTo>
                <a:cubicBezTo>
                  <a:pt x="7373" y="130694"/>
                  <a:pt x="6439" y="130628"/>
                  <a:pt x="5538" y="130561"/>
                </a:cubicBezTo>
                <a:lnTo>
                  <a:pt x="5538" y="126858"/>
                </a:lnTo>
                <a:cubicBezTo>
                  <a:pt x="6439" y="126892"/>
                  <a:pt x="7373" y="126892"/>
                  <a:pt x="8307" y="126925"/>
                </a:cubicBezTo>
                <a:close/>
                <a:moveTo>
                  <a:pt x="8273" y="122989"/>
                </a:moveTo>
                <a:cubicBezTo>
                  <a:pt x="7339" y="122956"/>
                  <a:pt x="6439" y="122922"/>
                  <a:pt x="5505" y="122889"/>
                </a:cubicBezTo>
                <a:lnTo>
                  <a:pt x="5505" y="119186"/>
                </a:lnTo>
                <a:cubicBezTo>
                  <a:pt x="6439" y="119186"/>
                  <a:pt x="7339" y="119153"/>
                  <a:pt x="8273" y="119153"/>
                </a:cubicBezTo>
                <a:close/>
                <a:moveTo>
                  <a:pt x="8240" y="115250"/>
                </a:moveTo>
                <a:cubicBezTo>
                  <a:pt x="7339" y="115217"/>
                  <a:pt x="6405" y="115217"/>
                  <a:pt x="5471" y="115183"/>
                </a:cubicBezTo>
                <a:lnTo>
                  <a:pt x="5471" y="111481"/>
                </a:lnTo>
                <a:cubicBezTo>
                  <a:pt x="6405" y="111481"/>
                  <a:pt x="7339" y="111447"/>
                  <a:pt x="8240" y="111414"/>
                </a:cubicBezTo>
                <a:close/>
                <a:moveTo>
                  <a:pt x="8240" y="107478"/>
                </a:moveTo>
                <a:cubicBezTo>
                  <a:pt x="7306" y="107511"/>
                  <a:pt x="6372" y="107511"/>
                  <a:pt x="5471" y="107511"/>
                </a:cubicBezTo>
                <a:lnTo>
                  <a:pt x="5471" y="103808"/>
                </a:lnTo>
                <a:cubicBezTo>
                  <a:pt x="6372" y="103742"/>
                  <a:pt x="7306" y="103708"/>
                  <a:pt x="8240" y="103642"/>
                </a:cubicBezTo>
                <a:close/>
                <a:moveTo>
                  <a:pt x="8206" y="99739"/>
                </a:moveTo>
                <a:cubicBezTo>
                  <a:pt x="7272" y="99772"/>
                  <a:pt x="6372" y="99772"/>
                  <a:pt x="5438" y="99806"/>
                </a:cubicBezTo>
                <a:lnTo>
                  <a:pt x="5438" y="96103"/>
                </a:lnTo>
                <a:cubicBezTo>
                  <a:pt x="6372" y="96036"/>
                  <a:pt x="7272" y="95970"/>
                  <a:pt x="8206" y="95903"/>
                </a:cubicBezTo>
                <a:close/>
                <a:moveTo>
                  <a:pt x="8173" y="91967"/>
                </a:moveTo>
                <a:cubicBezTo>
                  <a:pt x="7272" y="92033"/>
                  <a:pt x="6338" y="92067"/>
                  <a:pt x="5404" y="92133"/>
                </a:cubicBezTo>
                <a:lnTo>
                  <a:pt x="5404" y="88431"/>
                </a:lnTo>
                <a:cubicBezTo>
                  <a:pt x="6338" y="88331"/>
                  <a:pt x="7272" y="88231"/>
                  <a:pt x="8173" y="88131"/>
                </a:cubicBezTo>
                <a:close/>
                <a:moveTo>
                  <a:pt x="8173" y="84228"/>
                </a:moveTo>
                <a:cubicBezTo>
                  <a:pt x="7239" y="84295"/>
                  <a:pt x="6305" y="84361"/>
                  <a:pt x="5404" y="84428"/>
                </a:cubicBezTo>
                <a:lnTo>
                  <a:pt x="5404" y="80725"/>
                </a:lnTo>
                <a:cubicBezTo>
                  <a:pt x="6305" y="80625"/>
                  <a:pt x="7239" y="80492"/>
                  <a:pt x="8173" y="80392"/>
                </a:cubicBezTo>
                <a:close/>
                <a:moveTo>
                  <a:pt x="8140" y="76456"/>
                </a:moveTo>
                <a:cubicBezTo>
                  <a:pt x="7206" y="76556"/>
                  <a:pt x="6305" y="76656"/>
                  <a:pt x="5371" y="76756"/>
                </a:cubicBezTo>
                <a:lnTo>
                  <a:pt x="5371" y="73053"/>
                </a:lnTo>
                <a:cubicBezTo>
                  <a:pt x="6305" y="72920"/>
                  <a:pt x="7206" y="72753"/>
                  <a:pt x="8140" y="72620"/>
                </a:cubicBezTo>
                <a:close/>
                <a:moveTo>
                  <a:pt x="8140" y="68717"/>
                </a:moveTo>
                <a:cubicBezTo>
                  <a:pt x="7206" y="68817"/>
                  <a:pt x="6272" y="68950"/>
                  <a:pt x="5371" y="69050"/>
                </a:cubicBezTo>
                <a:lnTo>
                  <a:pt x="5371" y="65348"/>
                </a:lnTo>
                <a:cubicBezTo>
                  <a:pt x="6272" y="65181"/>
                  <a:pt x="7206" y="65014"/>
                  <a:pt x="8140" y="64847"/>
                </a:cubicBezTo>
                <a:close/>
                <a:moveTo>
                  <a:pt x="8106" y="60944"/>
                </a:moveTo>
                <a:cubicBezTo>
                  <a:pt x="7172" y="61078"/>
                  <a:pt x="6272" y="61211"/>
                  <a:pt x="5338" y="61378"/>
                </a:cubicBezTo>
                <a:lnTo>
                  <a:pt x="5338" y="57675"/>
                </a:lnTo>
                <a:cubicBezTo>
                  <a:pt x="6272" y="57475"/>
                  <a:pt x="7172" y="57275"/>
                  <a:pt x="8106" y="57108"/>
                </a:cubicBezTo>
                <a:close/>
                <a:moveTo>
                  <a:pt x="8073" y="53206"/>
                </a:moveTo>
                <a:cubicBezTo>
                  <a:pt x="7172" y="53339"/>
                  <a:pt x="6238" y="53506"/>
                  <a:pt x="5304" y="53673"/>
                </a:cubicBezTo>
                <a:lnTo>
                  <a:pt x="5304" y="49970"/>
                </a:lnTo>
                <a:cubicBezTo>
                  <a:pt x="6238" y="49770"/>
                  <a:pt x="7172" y="49570"/>
                  <a:pt x="8073" y="49370"/>
                </a:cubicBezTo>
                <a:close/>
                <a:moveTo>
                  <a:pt x="8073" y="45433"/>
                </a:moveTo>
                <a:cubicBezTo>
                  <a:pt x="7139" y="45634"/>
                  <a:pt x="6205" y="45800"/>
                  <a:pt x="5304" y="46000"/>
                </a:cubicBezTo>
                <a:lnTo>
                  <a:pt x="5304" y="42264"/>
                </a:lnTo>
                <a:cubicBezTo>
                  <a:pt x="6205" y="42064"/>
                  <a:pt x="7139" y="41831"/>
                  <a:pt x="8073" y="41597"/>
                </a:cubicBezTo>
                <a:close/>
                <a:moveTo>
                  <a:pt x="8040" y="37694"/>
                </a:moveTo>
                <a:cubicBezTo>
                  <a:pt x="7106" y="37895"/>
                  <a:pt x="6205" y="38095"/>
                  <a:pt x="5271" y="38295"/>
                </a:cubicBezTo>
                <a:lnTo>
                  <a:pt x="5271" y="34592"/>
                </a:lnTo>
                <a:cubicBezTo>
                  <a:pt x="6205" y="34359"/>
                  <a:pt x="7106" y="34092"/>
                  <a:pt x="8040" y="33825"/>
                </a:cubicBezTo>
                <a:close/>
                <a:moveTo>
                  <a:pt x="8006" y="29922"/>
                </a:moveTo>
                <a:cubicBezTo>
                  <a:pt x="7106" y="30156"/>
                  <a:pt x="6172" y="30389"/>
                  <a:pt x="5238" y="30589"/>
                </a:cubicBezTo>
                <a:lnTo>
                  <a:pt x="5238" y="26887"/>
                </a:lnTo>
                <a:cubicBezTo>
                  <a:pt x="6172" y="26620"/>
                  <a:pt x="7106" y="26353"/>
                  <a:pt x="8006" y="26086"/>
                </a:cubicBezTo>
                <a:close/>
                <a:moveTo>
                  <a:pt x="5238" y="19215"/>
                </a:moveTo>
                <a:lnTo>
                  <a:pt x="8006" y="18314"/>
                </a:lnTo>
                <a:lnTo>
                  <a:pt x="8006" y="22150"/>
                </a:lnTo>
                <a:lnTo>
                  <a:pt x="5238" y="22917"/>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3317757" y="2619677"/>
            <a:ext cx="204632" cy="1574753"/>
          </a:xfrm>
          <a:custGeom>
            <a:rect b="b" l="l" r="r" t="t"/>
            <a:pathLst>
              <a:path extrusionOk="0" h="119119" w="15479">
                <a:moveTo>
                  <a:pt x="1" y="5070"/>
                </a:moveTo>
                <a:lnTo>
                  <a:pt x="1" y="115383"/>
                </a:lnTo>
                <a:lnTo>
                  <a:pt x="15478" y="119119"/>
                </a:lnTo>
                <a:lnTo>
                  <a:pt x="15478" y="0"/>
                </a:lnTo>
                <a:close/>
                <a:moveTo>
                  <a:pt x="2002" y="107744"/>
                </a:moveTo>
                <a:lnTo>
                  <a:pt x="13344" y="110246"/>
                </a:lnTo>
                <a:lnTo>
                  <a:pt x="13344" y="113314"/>
                </a:lnTo>
                <a:lnTo>
                  <a:pt x="2002" y="110246"/>
                </a:lnTo>
                <a:close/>
                <a:moveTo>
                  <a:pt x="2002" y="100272"/>
                </a:moveTo>
                <a:cubicBezTo>
                  <a:pt x="5771" y="100939"/>
                  <a:pt x="9541" y="101639"/>
                  <a:pt x="13344" y="102307"/>
                </a:cubicBezTo>
                <a:lnTo>
                  <a:pt x="13344" y="105375"/>
                </a:lnTo>
                <a:lnTo>
                  <a:pt x="2002" y="102807"/>
                </a:lnTo>
                <a:close/>
                <a:moveTo>
                  <a:pt x="2002" y="92800"/>
                </a:moveTo>
                <a:cubicBezTo>
                  <a:pt x="5771" y="93333"/>
                  <a:pt x="9541" y="93834"/>
                  <a:pt x="13344" y="94368"/>
                </a:cubicBezTo>
                <a:lnTo>
                  <a:pt x="13344" y="97436"/>
                </a:lnTo>
                <a:lnTo>
                  <a:pt x="2002" y="95335"/>
                </a:lnTo>
                <a:close/>
                <a:moveTo>
                  <a:pt x="2002" y="85328"/>
                </a:moveTo>
                <a:cubicBezTo>
                  <a:pt x="5771" y="85695"/>
                  <a:pt x="9541" y="86062"/>
                  <a:pt x="13344" y="86429"/>
                </a:cubicBezTo>
                <a:lnTo>
                  <a:pt x="13344" y="89497"/>
                </a:lnTo>
                <a:cubicBezTo>
                  <a:pt x="9541" y="88964"/>
                  <a:pt x="5771" y="88430"/>
                  <a:pt x="2002" y="87896"/>
                </a:cubicBezTo>
                <a:close/>
                <a:moveTo>
                  <a:pt x="2002" y="77856"/>
                </a:moveTo>
                <a:cubicBezTo>
                  <a:pt x="5771" y="78056"/>
                  <a:pt x="9541" y="78256"/>
                  <a:pt x="13344" y="78490"/>
                </a:cubicBezTo>
                <a:lnTo>
                  <a:pt x="13344" y="81558"/>
                </a:lnTo>
                <a:cubicBezTo>
                  <a:pt x="9541" y="81191"/>
                  <a:pt x="5771" y="80825"/>
                  <a:pt x="2002" y="80458"/>
                </a:cubicBezTo>
                <a:close/>
                <a:moveTo>
                  <a:pt x="2002" y="70384"/>
                </a:moveTo>
                <a:cubicBezTo>
                  <a:pt x="5771" y="70417"/>
                  <a:pt x="9541" y="70484"/>
                  <a:pt x="13344" y="70551"/>
                </a:cubicBezTo>
                <a:lnTo>
                  <a:pt x="13344" y="73619"/>
                </a:lnTo>
                <a:cubicBezTo>
                  <a:pt x="9541" y="73419"/>
                  <a:pt x="5771" y="73219"/>
                  <a:pt x="2002" y="72986"/>
                </a:cubicBezTo>
                <a:close/>
                <a:moveTo>
                  <a:pt x="2002" y="62912"/>
                </a:moveTo>
                <a:cubicBezTo>
                  <a:pt x="5771" y="62812"/>
                  <a:pt x="9541" y="62712"/>
                  <a:pt x="13344" y="62612"/>
                </a:cubicBezTo>
                <a:lnTo>
                  <a:pt x="13344" y="65680"/>
                </a:lnTo>
                <a:cubicBezTo>
                  <a:pt x="9541" y="65647"/>
                  <a:pt x="5771" y="65580"/>
                  <a:pt x="2002" y="65547"/>
                </a:cubicBezTo>
                <a:close/>
                <a:moveTo>
                  <a:pt x="2002" y="55406"/>
                </a:moveTo>
                <a:lnTo>
                  <a:pt x="13344" y="54672"/>
                </a:lnTo>
                <a:lnTo>
                  <a:pt x="13344" y="57741"/>
                </a:lnTo>
                <a:cubicBezTo>
                  <a:pt x="9541" y="57875"/>
                  <a:pt x="5771" y="57975"/>
                  <a:pt x="2002" y="58108"/>
                </a:cubicBezTo>
                <a:close/>
                <a:moveTo>
                  <a:pt x="2002" y="47934"/>
                </a:moveTo>
                <a:lnTo>
                  <a:pt x="13344" y="46733"/>
                </a:lnTo>
                <a:lnTo>
                  <a:pt x="13344" y="49802"/>
                </a:lnTo>
                <a:cubicBezTo>
                  <a:pt x="9541" y="50103"/>
                  <a:pt x="5771" y="50369"/>
                  <a:pt x="2002" y="50636"/>
                </a:cubicBezTo>
                <a:close/>
                <a:moveTo>
                  <a:pt x="2002" y="40462"/>
                </a:moveTo>
                <a:lnTo>
                  <a:pt x="13344" y="38794"/>
                </a:lnTo>
                <a:lnTo>
                  <a:pt x="13344" y="41863"/>
                </a:lnTo>
                <a:cubicBezTo>
                  <a:pt x="9541" y="42330"/>
                  <a:pt x="5771" y="42764"/>
                  <a:pt x="2002" y="43198"/>
                </a:cubicBezTo>
                <a:close/>
                <a:moveTo>
                  <a:pt x="2002" y="32990"/>
                </a:moveTo>
                <a:cubicBezTo>
                  <a:pt x="5771" y="32290"/>
                  <a:pt x="9541" y="31556"/>
                  <a:pt x="13344" y="30855"/>
                </a:cubicBezTo>
                <a:lnTo>
                  <a:pt x="13344" y="33924"/>
                </a:lnTo>
                <a:lnTo>
                  <a:pt x="2002" y="35759"/>
                </a:lnTo>
                <a:close/>
                <a:moveTo>
                  <a:pt x="2002" y="25518"/>
                </a:moveTo>
                <a:cubicBezTo>
                  <a:pt x="5771" y="24651"/>
                  <a:pt x="9541" y="23784"/>
                  <a:pt x="13344" y="22916"/>
                </a:cubicBezTo>
                <a:lnTo>
                  <a:pt x="13344" y="25985"/>
                </a:lnTo>
                <a:lnTo>
                  <a:pt x="2002" y="28287"/>
                </a:lnTo>
                <a:close/>
                <a:moveTo>
                  <a:pt x="2002" y="18046"/>
                </a:moveTo>
                <a:cubicBezTo>
                  <a:pt x="5771" y="17012"/>
                  <a:pt x="9541" y="15978"/>
                  <a:pt x="13344" y="14977"/>
                </a:cubicBezTo>
                <a:lnTo>
                  <a:pt x="13344" y="18046"/>
                </a:lnTo>
                <a:lnTo>
                  <a:pt x="2002" y="20848"/>
                </a:lnTo>
                <a:close/>
                <a:moveTo>
                  <a:pt x="2002" y="10574"/>
                </a:moveTo>
                <a:lnTo>
                  <a:pt x="13344" y="7038"/>
                </a:lnTo>
                <a:lnTo>
                  <a:pt x="13344" y="10141"/>
                </a:lnTo>
                <a:lnTo>
                  <a:pt x="2002" y="1341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3539125" y="2621872"/>
            <a:ext cx="392938" cy="1571673"/>
          </a:xfrm>
          <a:custGeom>
            <a:rect b="b" l="l" r="r" t="t"/>
            <a:pathLst>
              <a:path extrusionOk="0" h="118886" w="29723">
                <a:moveTo>
                  <a:pt x="29722" y="10208"/>
                </a:moveTo>
                <a:lnTo>
                  <a:pt x="1" y="1"/>
                </a:lnTo>
                <a:lnTo>
                  <a:pt x="1" y="118886"/>
                </a:lnTo>
                <a:lnTo>
                  <a:pt x="29722" y="114349"/>
                </a:lnTo>
                <a:lnTo>
                  <a:pt x="29722" y="10208"/>
                </a:lnTo>
                <a:close/>
                <a:moveTo>
                  <a:pt x="5138" y="109379"/>
                </a:moveTo>
                <a:lnTo>
                  <a:pt x="10108" y="108945"/>
                </a:lnTo>
                <a:lnTo>
                  <a:pt x="10108" y="112248"/>
                </a:lnTo>
                <a:lnTo>
                  <a:pt x="5138" y="112948"/>
                </a:lnTo>
                <a:close/>
                <a:moveTo>
                  <a:pt x="5138" y="103375"/>
                </a:moveTo>
                <a:cubicBezTo>
                  <a:pt x="6806" y="103275"/>
                  <a:pt x="8440" y="103141"/>
                  <a:pt x="10108" y="103041"/>
                </a:cubicBezTo>
                <a:lnTo>
                  <a:pt x="10108" y="106377"/>
                </a:lnTo>
                <a:cubicBezTo>
                  <a:pt x="8440" y="106544"/>
                  <a:pt x="6806" y="106744"/>
                  <a:pt x="5138" y="106944"/>
                </a:cubicBezTo>
                <a:close/>
                <a:moveTo>
                  <a:pt x="5138" y="97371"/>
                </a:moveTo>
                <a:cubicBezTo>
                  <a:pt x="6806" y="97270"/>
                  <a:pt x="8440" y="97237"/>
                  <a:pt x="10108" y="97170"/>
                </a:cubicBezTo>
                <a:lnTo>
                  <a:pt x="10108" y="100473"/>
                </a:lnTo>
                <a:cubicBezTo>
                  <a:pt x="8440" y="100640"/>
                  <a:pt x="6806" y="100773"/>
                  <a:pt x="5138" y="100940"/>
                </a:cubicBezTo>
                <a:close/>
                <a:moveTo>
                  <a:pt x="5138" y="91366"/>
                </a:moveTo>
                <a:cubicBezTo>
                  <a:pt x="6806" y="91333"/>
                  <a:pt x="8440" y="91299"/>
                  <a:pt x="10108" y="91266"/>
                </a:cubicBezTo>
                <a:lnTo>
                  <a:pt x="10108" y="94602"/>
                </a:lnTo>
                <a:cubicBezTo>
                  <a:pt x="8440" y="94702"/>
                  <a:pt x="6806" y="94802"/>
                  <a:pt x="5138" y="94902"/>
                </a:cubicBezTo>
                <a:close/>
                <a:moveTo>
                  <a:pt x="5138" y="85329"/>
                </a:moveTo>
                <a:cubicBezTo>
                  <a:pt x="6806" y="85362"/>
                  <a:pt x="8440" y="85362"/>
                  <a:pt x="10108" y="85395"/>
                </a:cubicBezTo>
                <a:lnTo>
                  <a:pt x="10108" y="88698"/>
                </a:lnTo>
                <a:cubicBezTo>
                  <a:pt x="8440" y="88764"/>
                  <a:pt x="6806" y="88831"/>
                  <a:pt x="5138" y="88898"/>
                </a:cubicBezTo>
                <a:close/>
                <a:moveTo>
                  <a:pt x="5138" y="79324"/>
                </a:moveTo>
                <a:cubicBezTo>
                  <a:pt x="6806" y="79391"/>
                  <a:pt x="8440" y="79458"/>
                  <a:pt x="10108" y="79491"/>
                </a:cubicBezTo>
                <a:lnTo>
                  <a:pt x="10108" y="82827"/>
                </a:lnTo>
                <a:cubicBezTo>
                  <a:pt x="8440" y="82860"/>
                  <a:pt x="6806" y="82893"/>
                  <a:pt x="5138" y="82893"/>
                </a:cubicBezTo>
                <a:close/>
                <a:moveTo>
                  <a:pt x="5138" y="73320"/>
                </a:moveTo>
                <a:cubicBezTo>
                  <a:pt x="6806" y="73420"/>
                  <a:pt x="8440" y="73520"/>
                  <a:pt x="10108" y="73620"/>
                </a:cubicBezTo>
                <a:lnTo>
                  <a:pt x="10108" y="76923"/>
                </a:lnTo>
                <a:cubicBezTo>
                  <a:pt x="8440" y="76923"/>
                  <a:pt x="6806" y="76923"/>
                  <a:pt x="5138" y="76889"/>
                </a:cubicBezTo>
                <a:close/>
                <a:moveTo>
                  <a:pt x="5138" y="67316"/>
                </a:moveTo>
                <a:cubicBezTo>
                  <a:pt x="6806" y="67449"/>
                  <a:pt x="8440" y="67583"/>
                  <a:pt x="10108" y="67716"/>
                </a:cubicBezTo>
                <a:lnTo>
                  <a:pt x="10108" y="71052"/>
                </a:lnTo>
                <a:cubicBezTo>
                  <a:pt x="8440" y="70985"/>
                  <a:pt x="6806" y="70952"/>
                  <a:pt x="5138" y="70885"/>
                </a:cubicBezTo>
                <a:close/>
                <a:moveTo>
                  <a:pt x="5138" y="61311"/>
                </a:moveTo>
                <a:cubicBezTo>
                  <a:pt x="6806" y="61478"/>
                  <a:pt x="8440" y="61678"/>
                  <a:pt x="10108" y="61845"/>
                </a:cubicBezTo>
                <a:lnTo>
                  <a:pt x="10108" y="65147"/>
                </a:lnTo>
                <a:cubicBezTo>
                  <a:pt x="8440" y="65081"/>
                  <a:pt x="6806" y="64981"/>
                  <a:pt x="5138" y="64881"/>
                </a:cubicBezTo>
                <a:close/>
                <a:moveTo>
                  <a:pt x="5138" y="55307"/>
                </a:moveTo>
                <a:cubicBezTo>
                  <a:pt x="6806" y="55541"/>
                  <a:pt x="8440" y="55741"/>
                  <a:pt x="10108" y="55941"/>
                </a:cubicBezTo>
                <a:lnTo>
                  <a:pt x="10108" y="59277"/>
                </a:lnTo>
                <a:cubicBezTo>
                  <a:pt x="8440" y="59143"/>
                  <a:pt x="6806" y="59010"/>
                  <a:pt x="5138" y="58876"/>
                </a:cubicBezTo>
                <a:close/>
                <a:moveTo>
                  <a:pt x="5138" y="49303"/>
                </a:moveTo>
                <a:cubicBezTo>
                  <a:pt x="6806" y="49536"/>
                  <a:pt x="8474" y="49803"/>
                  <a:pt x="10108" y="50070"/>
                </a:cubicBezTo>
                <a:lnTo>
                  <a:pt x="10108" y="53372"/>
                </a:lnTo>
                <a:cubicBezTo>
                  <a:pt x="8474" y="53206"/>
                  <a:pt x="6806" y="53039"/>
                  <a:pt x="5138" y="52872"/>
                </a:cubicBezTo>
                <a:close/>
                <a:moveTo>
                  <a:pt x="5138" y="40863"/>
                </a:moveTo>
                <a:lnTo>
                  <a:pt x="5138" y="37294"/>
                </a:lnTo>
                <a:cubicBezTo>
                  <a:pt x="6806" y="37628"/>
                  <a:pt x="8440" y="37961"/>
                  <a:pt x="10108" y="38295"/>
                </a:cubicBezTo>
                <a:lnTo>
                  <a:pt x="10108" y="41597"/>
                </a:lnTo>
                <a:cubicBezTo>
                  <a:pt x="8440" y="41364"/>
                  <a:pt x="6806" y="41097"/>
                  <a:pt x="5138" y="40863"/>
                </a:cubicBezTo>
                <a:close/>
                <a:moveTo>
                  <a:pt x="5138" y="43298"/>
                </a:moveTo>
                <a:cubicBezTo>
                  <a:pt x="6806" y="43599"/>
                  <a:pt x="8474" y="43866"/>
                  <a:pt x="10108" y="44166"/>
                </a:cubicBezTo>
                <a:lnTo>
                  <a:pt x="10108" y="47501"/>
                </a:lnTo>
                <a:cubicBezTo>
                  <a:pt x="8474" y="47301"/>
                  <a:pt x="6806" y="47068"/>
                  <a:pt x="5138" y="46868"/>
                </a:cubicBezTo>
                <a:close/>
                <a:moveTo>
                  <a:pt x="5138" y="31290"/>
                </a:moveTo>
                <a:cubicBezTo>
                  <a:pt x="6806" y="31657"/>
                  <a:pt x="8474" y="32024"/>
                  <a:pt x="10108" y="32391"/>
                </a:cubicBezTo>
                <a:lnTo>
                  <a:pt x="10108" y="35726"/>
                </a:lnTo>
                <a:cubicBezTo>
                  <a:pt x="8474" y="35426"/>
                  <a:pt x="6806" y="35159"/>
                  <a:pt x="5138" y="34859"/>
                </a:cubicBezTo>
                <a:close/>
                <a:moveTo>
                  <a:pt x="5138" y="25286"/>
                </a:moveTo>
                <a:cubicBezTo>
                  <a:pt x="6806" y="25686"/>
                  <a:pt x="8440" y="26086"/>
                  <a:pt x="10108" y="26520"/>
                </a:cubicBezTo>
                <a:lnTo>
                  <a:pt x="10108" y="29822"/>
                </a:lnTo>
                <a:cubicBezTo>
                  <a:pt x="8474" y="29522"/>
                  <a:pt x="6806" y="29188"/>
                  <a:pt x="5138" y="28855"/>
                </a:cubicBezTo>
                <a:close/>
                <a:moveTo>
                  <a:pt x="5138" y="19281"/>
                </a:moveTo>
                <a:cubicBezTo>
                  <a:pt x="6806" y="19715"/>
                  <a:pt x="8474" y="20182"/>
                  <a:pt x="10108" y="20616"/>
                </a:cubicBezTo>
                <a:lnTo>
                  <a:pt x="10108" y="23951"/>
                </a:lnTo>
                <a:cubicBezTo>
                  <a:pt x="8474" y="23584"/>
                  <a:pt x="6806" y="23217"/>
                  <a:pt x="5138" y="22850"/>
                </a:cubicBezTo>
                <a:close/>
                <a:moveTo>
                  <a:pt x="5138" y="13277"/>
                </a:moveTo>
                <a:cubicBezTo>
                  <a:pt x="6806" y="13744"/>
                  <a:pt x="8474" y="14244"/>
                  <a:pt x="10108" y="14745"/>
                </a:cubicBezTo>
                <a:lnTo>
                  <a:pt x="10108" y="18047"/>
                </a:lnTo>
                <a:cubicBezTo>
                  <a:pt x="8474" y="17647"/>
                  <a:pt x="6806" y="17246"/>
                  <a:pt x="5138" y="16846"/>
                </a:cubicBezTo>
                <a:close/>
                <a:moveTo>
                  <a:pt x="10108" y="12176"/>
                </a:moveTo>
                <a:lnTo>
                  <a:pt x="5138" y="10842"/>
                </a:lnTo>
                <a:lnTo>
                  <a:pt x="5138" y="7273"/>
                </a:lnTo>
                <a:lnTo>
                  <a:pt x="10108" y="8840"/>
                </a:lnTo>
                <a:close/>
                <a:moveTo>
                  <a:pt x="16546" y="13877"/>
                </a:moveTo>
                <a:lnTo>
                  <a:pt x="13377" y="13010"/>
                </a:lnTo>
                <a:lnTo>
                  <a:pt x="13377" y="9808"/>
                </a:lnTo>
                <a:lnTo>
                  <a:pt x="16546" y="10842"/>
                </a:lnTo>
                <a:close/>
                <a:moveTo>
                  <a:pt x="16579" y="19615"/>
                </a:moveTo>
                <a:cubicBezTo>
                  <a:pt x="15512" y="19348"/>
                  <a:pt x="14478" y="19081"/>
                  <a:pt x="13411" y="18814"/>
                </a:cubicBezTo>
                <a:lnTo>
                  <a:pt x="13411" y="15612"/>
                </a:lnTo>
                <a:cubicBezTo>
                  <a:pt x="14445" y="15946"/>
                  <a:pt x="15512" y="16246"/>
                  <a:pt x="16579" y="16579"/>
                </a:cubicBezTo>
                <a:close/>
                <a:moveTo>
                  <a:pt x="16579" y="25352"/>
                </a:moveTo>
                <a:cubicBezTo>
                  <a:pt x="15512" y="25119"/>
                  <a:pt x="14478" y="24852"/>
                  <a:pt x="13411" y="24618"/>
                </a:cubicBezTo>
                <a:lnTo>
                  <a:pt x="13411" y="21449"/>
                </a:lnTo>
                <a:cubicBezTo>
                  <a:pt x="14478" y="21716"/>
                  <a:pt x="15512" y="22017"/>
                  <a:pt x="16579" y="22283"/>
                </a:cubicBezTo>
                <a:close/>
                <a:moveTo>
                  <a:pt x="16579" y="31056"/>
                </a:moveTo>
                <a:cubicBezTo>
                  <a:pt x="15545" y="30856"/>
                  <a:pt x="14478" y="30656"/>
                  <a:pt x="13411" y="30423"/>
                </a:cubicBezTo>
                <a:lnTo>
                  <a:pt x="13411" y="27254"/>
                </a:lnTo>
                <a:cubicBezTo>
                  <a:pt x="14478" y="27487"/>
                  <a:pt x="15545" y="27754"/>
                  <a:pt x="16579" y="28021"/>
                </a:cubicBezTo>
                <a:close/>
                <a:moveTo>
                  <a:pt x="16613" y="36794"/>
                </a:moveTo>
                <a:cubicBezTo>
                  <a:pt x="15545" y="36594"/>
                  <a:pt x="14478" y="36427"/>
                  <a:pt x="13444" y="36260"/>
                </a:cubicBezTo>
                <a:lnTo>
                  <a:pt x="13444" y="33058"/>
                </a:lnTo>
                <a:cubicBezTo>
                  <a:pt x="14478" y="33291"/>
                  <a:pt x="15545" y="33525"/>
                  <a:pt x="16613" y="33758"/>
                </a:cubicBezTo>
                <a:close/>
                <a:moveTo>
                  <a:pt x="16613" y="42531"/>
                </a:moveTo>
                <a:cubicBezTo>
                  <a:pt x="15545" y="42364"/>
                  <a:pt x="14511" y="42198"/>
                  <a:pt x="13444" y="42031"/>
                </a:cubicBezTo>
                <a:lnTo>
                  <a:pt x="13444" y="38862"/>
                </a:lnTo>
                <a:cubicBezTo>
                  <a:pt x="14511" y="39062"/>
                  <a:pt x="15545" y="39262"/>
                  <a:pt x="16613" y="39496"/>
                </a:cubicBezTo>
                <a:close/>
                <a:moveTo>
                  <a:pt x="16613" y="48269"/>
                </a:moveTo>
                <a:cubicBezTo>
                  <a:pt x="15579" y="48135"/>
                  <a:pt x="14511" y="47968"/>
                  <a:pt x="13444" y="47868"/>
                </a:cubicBezTo>
                <a:lnTo>
                  <a:pt x="13444" y="44666"/>
                </a:lnTo>
                <a:cubicBezTo>
                  <a:pt x="14511" y="44833"/>
                  <a:pt x="15579" y="45033"/>
                  <a:pt x="16613" y="45200"/>
                </a:cubicBezTo>
                <a:close/>
                <a:moveTo>
                  <a:pt x="16646" y="53973"/>
                </a:moveTo>
                <a:cubicBezTo>
                  <a:pt x="15579" y="53873"/>
                  <a:pt x="14511" y="53773"/>
                  <a:pt x="13477" y="53673"/>
                </a:cubicBezTo>
                <a:lnTo>
                  <a:pt x="13477" y="50470"/>
                </a:lnTo>
                <a:cubicBezTo>
                  <a:pt x="14511" y="50604"/>
                  <a:pt x="15579" y="50770"/>
                  <a:pt x="16646" y="50937"/>
                </a:cubicBezTo>
                <a:close/>
                <a:moveTo>
                  <a:pt x="16646" y="59710"/>
                </a:moveTo>
                <a:cubicBezTo>
                  <a:pt x="15579" y="59643"/>
                  <a:pt x="14545" y="59543"/>
                  <a:pt x="13477" y="59477"/>
                </a:cubicBezTo>
                <a:lnTo>
                  <a:pt x="13477" y="56274"/>
                </a:lnTo>
                <a:cubicBezTo>
                  <a:pt x="14545" y="56408"/>
                  <a:pt x="15579" y="56541"/>
                  <a:pt x="16646" y="56675"/>
                </a:cubicBezTo>
                <a:close/>
                <a:moveTo>
                  <a:pt x="16646" y="65448"/>
                </a:moveTo>
                <a:cubicBezTo>
                  <a:pt x="15612" y="65381"/>
                  <a:pt x="14545" y="65314"/>
                  <a:pt x="13477" y="65281"/>
                </a:cubicBezTo>
                <a:lnTo>
                  <a:pt x="13477" y="62079"/>
                </a:lnTo>
                <a:cubicBezTo>
                  <a:pt x="14545" y="62179"/>
                  <a:pt x="15612" y="62279"/>
                  <a:pt x="16646" y="62412"/>
                </a:cubicBezTo>
                <a:close/>
                <a:moveTo>
                  <a:pt x="16680" y="71185"/>
                </a:moveTo>
                <a:cubicBezTo>
                  <a:pt x="15612" y="71152"/>
                  <a:pt x="14545" y="71118"/>
                  <a:pt x="13511" y="71085"/>
                </a:cubicBezTo>
                <a:lnTo>
                  <a:pt x="13511" y="67883"/>
                </a:lnTo>
                <a:cubicBezTo>
                  <a:pt x="14545" y="67949"/>
                  <a:pt x="15612" y="68050"/>
                  <a:pt x="16680" y="68116"/>
                </a:cubicBezTo>
                <a:close/>
                <a:moveTo>
                  <a:pt x="16680" y="76889"/>
                </a:moveTo>
                <a:cubicBezTo>
                  <a:pt x="15612" y="76889"/>
                  <a:pt x="14545" y="76889"/>
                  <a:pt x="13511" y="76889"/>
                </a:cubicBezTo>
                <a:lnTo>
                  <a:pt x="13511" y="73687"/>
                </a:lnTo>
                <a:cubicBezTo>
                  <a:pt x="14545" y="73754"/>
                  <a:pt x="15612" y="73787"/>
                  <a:pt x="16680" y="73854"/>
                </a:cubicBezTo>
                <a:close/>
                <a:moveTo>
                  <a:pt x="16680" y="82627"/>
                </a:moveTo>
                <a:cubicBezTo>
                  <a:pt x="15645" y="82660"/>
                  <a:pt x="14578" y="82660"/>
                  <a:pt x="13511" y="82693"/>
                </a:cubicBezTo>
                <a:lnTo>
                  <a:pt x="13511" y="79491"/>
                </a:lnTo>
                <a:cubicBezTo>
                  <a:pt x="14578" y="79524"/>
                  <a:pt x="15645" y="79558"/>
                  <a:pt x="16680" y="79591"/>
                </a:cubicBezTo>
                <a:close/>
                <a:moveTo>
                  <a:pt x="16680" y="88364"/>
                </a:moveTo>
                <a:cubicBezTo>
                  <a:pt x="15645" y="88397"/>
                  <a:pt x="14578" y="88464"/>
                  <a:pt x="13511" y="88497"/>
                </a:cubicBezTo>
                <a:lnTo>
                  <a:pt x="13511" y="85295"/>
                </a:lnTo>
                <a:cubicBezTo>
                  <a:pt x="14578" y="85295"/>
                  <a:pt x="15645" y="85295"/>
                  <a:pt x="16680" y="85329"/>
                </a:cubicBezTo>
                <a:close/>
                <a:moveTo>
                  <a:pt x="16713" y="94101"/>
                </a:moveTo>
                <a:cubicBezTo>
                  <a:pt x="15645" y="94168"/>
                  <a:pt x="14611" y="94235"/>
                  <a:pt x="13544" y="94302"/>
                </a:cubicBezTo>
                <a:lnTo>
                  <a:pt x="13544" y="91099"/>
                </a:lnTo>
                <a:cubicBezTo>
                  <a:pt x="14578" y="91099"/>
                  <a:pt x="15645" y="91066"/>
                  <a:pt x="16713" y="91066"/>
                </a:cubicBezTo>
                <a:close/>
                <a:moveTo>
                  <a:pt x="16713" y="99806"/>
                </a:moveTo>
                <a:cubicBezTo>
                  <a:pt x="15679" y="99906"/>
                  <a:pt x="14611" y="100006"/>
                  <a:pt x="13544" y="100106"/>
                </a:cubicBezTo>
                <a:lnTo>
                  <a:pt x="13544" y="96904"/>
                </a:lnTo>
                <a:cubicBezTo>
                  <a:pt x="14611" y="96870"/>
                  <a:pt x="15645" y="96803"/>
                  <a:pt x="16713" y="96770"/>
                </a:cubicBezTo>
                <a:close/>
                <a:moveTo>
                  <a:pt x="16713" y="105543"/>
                </a:moveTo>
                <a:cubicBezTo>
                  <a:pt x="15679" y="105676"/>
                  <a:pt x="14611" y="105777"/>
                  <a:pt x="13544" y="105910"/>
                </a:cubicBezTo>
                <a:lnTo>
                  <a:pt x="13544" y="102708"/>
                </a:lnTo>
                <a:cubicBezTo>
                  <a:pt x="14611" y="102641"/>
                  <a:pt x="15679" y="102574"/>
                  <a:pt x="16713" y="102508"/>
                </a:cubicBezTo>
                <a:close/>
                <a:moveTo>
                  <a:pt x="16746" y="111280"/>
                </a:moveTo>
                <a:lnTo>
                  <a:pt x="13577" y="111714"/>
                </a:lnTo>
                <a:lnTo>
                  <a:pt x="13577" y="108512"/>
                </a:lnTo>
                <a:lnTo>
                  <a:pt x="16746" y="108245"/>
                </a:lnTo>
                <a:close/>
                <a:moveTo>
                  <a:pt x="19348" y="108078"/>
                </a:moveTo>
                <a:lnTo>
                  <a:pt x="21650" y="107845"/>
                </a:lnTo>
                <a:lnTo>
                  <a:pt x="21650" y="110680"/>
                </a:lnTo>
                <a:lnTo>
                  <a:pt x="19348" y="111014"/>
                </a:lnTo>
                <a:close/>
                <a:moveTo>
                  <a:pt x="19348" y="102407"/>
                </a:moveTo>
                <a:cubicBezTo>
                  <a:pt x="20115" y="102341"/>
                  <a:pt x="20883" y="102307"/>
                  <a:pt x="21650" y="102241"/>
                </a:cubicBezTo>
                <a:lnTo>
                  <a:pt x="21650" y="105076"/>
                </a:lnTo>
                <a:lnTo>
                  <a:pt x="19348" y="105343"/>
                </a:lnTo>
                <a:close/>
                <a:moveTo>
                  <a:pt x="19348" y="99672"/>
                </a:moveTo>
                <a:lnTo>
                  <a:pt x="19348" y="96737"/>
                </a:lnTo>
                <a:cubicBezTo>
                  <a:pt x="20115" y="96703"/>
                  <a:pt x="20883" y="96670"/>
                  <a:pt x="21650" y="96637"/>
                </a:cubicBezTo>
                <a:lnTo>
                  <a:pt x="21650" y="99472"/>
                </a:lnTo>
                <a:cubicBezTo>
                  <a:pt x="20883" y="99539"/>
                  <a:pt x="20115" y="99605"/>
                  <a:pt x="19348" y="99672"/>
                </a:cubicBezTo>
                <a:close/>
                <a:moveTo>
                  <a:pt x="19348" y="91066"/>
                </a:moveTo>
                <a:lnTo>
                  <a:pt x="21650" y="91033"/>
                </a:lnTo>
                <a:lnTo>
                  <a:pt x="21650" y="93835"/>
                </a:lnTo>
                <a:cubicBezTo>
                  <a:pt x="20883" y="93901"/>
                  <a:pt x="20115" y="93935"/>
                  <a:pt x="19348" y="94001"/>
                </a:cubicBezTo>
                <a:close/>
                <a:moveTo>
                  <a:pt x="19348" y="88331"/>
                </a:moveTo>
                <a:lnTo>
                  <a:pt x="19348" y="85395"/>
                </a:lnTo>
                <a:cubicBezTo>
                  <a:pt x="20115" y="85395"/>
                  <a:pt x="20883" y="85395"/>
                  <a:pt x="21650" y="85395"/>
                </a:cubicBezTo>
                <a:lnTo>
                  <a:pt x="21650" y="88231"/>
                </a:lnTo>
                <a:close/>
                <a:moveTo>
                  <a:pt x="19348" y="79725"/>
                </a:moveTo>
                <a:lnTo>
                  <a:pt x="21650" y="79791"/>
                </a:lnTo>
                <a:lnTo>
                  <a:pt x="21650" y="82627"/>
                </a:lnTo>
                <a:cubicBezTo>
                  <a:pt x="20883" y="82627"/>
                  <a:pt x="20115" y="82660"/>
                  <a:pt x="19348" y="82660"/>
                </a:cubicBezTo>
                <a:close/>
                <a:moveTo>
                  <a:pt x="19348" y="76989"/>
                </a:moveTo>
                <a:lnTo>
                  <a:pt x="19348" y="74054"/>
                </a:lnTo>
                <a:cubicBezTo>
                  <a:pt x="20115" y="74087"/>
                  <a:pt x="20883" y="74121"/>
                  <a:pt x="21650" y="74187"/>
                </a:cubicBezTo>
                <a:lnTo>
                  <a:pt x="21650" y="77023"/>
                </a:lnTo>
                <a:cubicBezTo>
                  <a:pt x="20883" y="76989"/>
                  <a:pt x="20115" y="76989"/>
                  <a:pt x="19348" y="76989"/>
                </a:cubicBezTo>
                <a:close/>
                <a:moveTo>
                  <a:pt x="19348" y="68383"/>
                </a:moveTo>
                <a:cubicBezTo>
                  <a:pt x="20115" y="68450"/>
                  <a:pt x="20883" y="68517"/>
                  <a:pt x="21650" y="68550"/>
                </a:cubicBezTo>
                <a:lnTo>
                  <a:pt x="21650" y="71385"/>
                </a:lnTo>
                <a:cubicBezTo>
                  <a:pt x="20883" y="71385"/>
                  <a:pt x="20115" y="71352"/>
                  <a:pt x="19348" y="71319"/>
                </a:cubicBezTo>
                <a:close/>
                <a:moveTo>
                  <a:pt x="19348" y="62712"/>
                </a:moveTo>
                <a:lnTo>
                  <a:pt x="21650" y="62946"/>
                </a:lnTo>
                <a:lnTo>
                  <a:pt x="21650" y="65781"/>
                </a:lnTo>
                <a:lnTo>
                  <a:pt x="19348" y="65648"/>
                </a:lnTo>
                <a:close/>
                <a:moveTo>
                  <a:pt x="19348" y="57042"/>
                </a:moveTo>
                <a:cubicBezTo>
                  <a:pt x="20115" y="57142"/>
                  <a:pt x="20883" y="57242"/>
                  <a:pt x="21650" y="57342"/>
                </a:cubicBezTo>
                <a:lnTo>
                  <a:pt x="21650" y="60177"/>
                </a:lnTo>
                <a:cubicBezTo>
                  <a:pt x="20883" y="60110"/>
                  <a:pt x="20115" y="60044"/>
                  <a:pt x="19348" y="59977"/>
                </a:cubicBezTo>
                <a:close/>
                <a:moveTo>
                  <a:pt x="19348" y="51371"/>
                </a:moveTo>
                <a:lnTo>
                  <a:pt x="21650" y="51738"/>
                </a:lnTo>
                <a:lnTo>
                  <a:pt x="21650" y="54540"/>
                </a:lnTo>
                <a:lnTo>
                  <a:pt x="19348" y="54306"/>
                </a:lnTo>
                <a:close/>
                <a:moveTo>
                  <a:pt x="19348" y="45700"/>
                </a:moveTo>
                <a:cubicBezTo>
                  <a:pt x="20115" y="45834"/>
                  <a:pt x="20883" y="45967"/>
                  <a:pt x="21650" y="46100"/>
                </a:cubicBezTo>
                <a:lnTo>
                  <a:pt x="21650" y="48936"/>
                </a:lnTo>
                <a:cubicBezTo>
                  <a:pt x="20883" y="48836"/>
                  <a:pt x="20115" y="48736"/>
                  <a:pt x="19348" y="48636"/>
                </a:cubicBezTo>
                <a:close/>
                <a:moveTo>
                  <a:pt x="19348" y="40029"/>
                </a:moveTo>
                <a:lnTo>
                  <a:pt x="21650" y="40496"/>
                </a:lnTo>
                <a:lnTo>
                  <a:pt x="21650" y="43332"/>
                </a:lnTo>
                <a:cubicBezTo>
                  <a:pt x="20883" y="43232"/>
                  <a:pt x="20115" y="43098"/>
                  <a:pt x="19348" y="42998"/>
                </a:cubicBezTo>
                <a:close/>
                <a:moveTo>
                  <a:pt x="19348" y="34359"/>
                </a:moveTo>
                <a:cubicBezTo>
                  <a:pt x="20115" y="34526"/>
                  <a:pt x="20883" y="34726"/>
                  <a:pt x="21650" y="34892"/>
                </a:cubicBezTo>
                <a:lnTo>
                  <a:pt x="21650" y="37728"/>
                </a:lnTo>
                <a:lnTo>
                  <a:pt x="19348" y="37328"/>
                </a:lnTo>
                <a:close/>
                <a:moveTo>
                  <a:pt x="19348" y="28688"/>
                </a:moveTo>
                <a:cubicBezTo>
                  <a:pt x="20115" y="28888"/>
                  <a:pt x="20883" y="29088"/>
                  <a:pt x="21650" y="29288"/>
                </a:cubicBezTo>
                <a:lnTo>
                  <a:pt x="21650" y="32090"/>
                </a:lnTo>
                <a:cubicBezTo>
                  <a:pt x="20883" y="31957"/>
                  <a:pt x="20115" y="31790"/>
                  <a:pt x="19348" y="31657"/>
                </a:cubicBezTo>
                <a:close/>
                <a:moveTo>
                  <a:pt x="19348" y="25986"/>
                </a:moveTo>
                <a:lnTo>
                  <a:pt x="19348" y="23017"/>
                </a:lnTo>
                <a:lnTo>
                  <a:pt x="21650" y="23651"/>
                </a:lnTo>
                <a:lnTo>
                  <a:pt x="21650" y="26486"/>
                </a:lnTo>
                <a:cubicBezTo>
                  <a:pt x="20883" y="26320"/>
                  <a:pt x="20115" y="26153"/>
                  <a:pt x="19348" y="25986"/>
                </a:cubicBezTo>
                <a:close/>
                <a:moveTo>
                  <a:pt x="19348" y="17380"/>
                </a:moveTo>
                <a:cubicBezTo>
                  <a:pt x="20115" y="17580"/>
                  <a:pt x="20883" y="17814"/>
                  <a:pt x="21650" y="18047"/>
                </a:cubicBezTo>
                <a:lnTo>
                  <a:pt x="21650" y="20882"/>
                </a:lnTo>
                <a:cubicBezTo>
                  <a:pt x="20883" y="20682"/>
                  <a:pt x="20115" y="20482"/>
                  <a:pt x="19348" y="20315"/>
                </a:cubicBezTo>
                <a:close/>
                <a:moveTo>
                  <a:pt x="21650" y="15278"/>
                </a:moveTo>
                <a:lnTo>
                  <a:pt x="19348" y="14645"/>
                </a:lnTo>
                <a:lnTo>
                  <a:pt x="19348" y="11709"/>
                </a:lnTo>
                <a:lnTo>
                  <a:pt x="21650" y="12443"/>
                </a:lnTo>
                <a:close/>
                <a:moveTo>
                  <a:pt x="23751" y="107745"/>
                </a:moveTo>
                <a:lnTo>
                  <a:pt x="25719" y="107544"/>
                </a:lnTo>
                <a:lnTo>
                  <a:pt x="25719" y="110213"/>
                </a:lnTo>
                <a:lnTo>
                  <a:pt x="23751" y="110480"/>
                </a:lnTo>
                <a:close/>
                <a:moveTo>
                  <a:pt x="23751" y="102174"/>
                </a:moveTo>
                <a:cubicBezTo>
                  <a:pt x="24418" y="102107"/>
                  <a:pt x="25086" y="102074"/>
                  <a:pt x="25753" y="102041"/>
                </a:cubicBezTo>
                <a:lnTo>
                  <a:pt x="25753" y="104676"/>
                </a:lnTo>
                <a:cubicBezTo>
                  <a:pt x="25086" y="104776"/>
                  <a:pt x="24418" y="104843"/>
                  <a:pt x="23751" y="104909"/>
                </a:cubicBezTo>
                <a:close/>
                <a:moveTo>
                  <a:pt x="23751" y="96603"/>
                </a:moveTo>
                <a:cubicBezTo>
                  <a:pt x="24418" y="96570"/>
                  <a:pt x="25086" y="96537"/>
                  <a:pt x="25753" y="96503"/>
                </a:cubicBezTo>
                <a:lnTo>
                  <a:pt x="25753" y="99172"/>
                </a:lnTo>
                <a:cubicBezTo>
                  <a:pt x="25086" y="99239"/>
                  <a:pt x="24418" y="99305"/>
                  <a:pt x="23751" y="99339"/>
                </a:cubicBezTo>
                <a:close/>
                <a:moveTo>
                  <a:pt x="23785" y="91033"/>
                </a:moveTo>
                <a:cubicBezTo>
                  <a:pt x="24452" y="91033"/>
                  <a:pt x="25119" y="90999"/>
                  <a:pt x="25753" y="90999"/>
                </a:cubicBezTo>
                <a:lnTo>
                  <a:pt x="25753" y="93668"/>
                </a:lnTo>
                <a:cubicBezTo>
                  <a:pt x="25119" y="93701"/>
                  <a:pt x="24452" y="93735"/>
                  <a:pt x="23785" y="93801"/>
                </a:cubicBezTo>
                <a:close/>
                <a:moveTo>
                  <a:pt x="23785" y="85462"/>
                </a:moveTo>
                <a:cubicBezTo>
                  <a:pt x="24452" y="85462"/>
                  <a:pt x="25119" y="85495"/>
                  <a:pt x="25786" y="85495"/>
                </a:cubicBezTo>
                <a:lnTo>
                  <a:pt x="25786" y="88131"/>
                </a:lnTo>
                <a:cubicBezTo>
                  <a:pt x="25119" y="88164"/>
                  <a:pt x="24452" y="88197"/>
                  <a:pt x="23785" y="88231"/>
                </a:cubicBezTo>
                <a:close/>
                <a:moveTo>
                  <a:pt x="23818" y="79891"/>
                </a:moveTo>
                <a:cubicBezTo>
                  <a:pt x="24485" y="79925"/>
                  <a:pt x="25119" y="79958"/>
                  <a:pt x="25786" y="79958"/>
                </a:cubicBezTo>
                <a:lnTo>
                  <a:pt x="25786" y="82627"/>
                </a:lnTo>
                <a:cubicBezTo>
                  <a:pt x="25119" y="82627"/>
                  <a:pt x="24485" y="82660"/>
                  <a:pt x="23818" y="82660"/>
                </a:cubicBezTo>
                <a:close/>
                <a:moveTo>
                  <a:pt x="23818" y="74354"/>
                </a:moveTo>
                <a:cubicBezTo>
                  <a:pt x="24485" y="74387"/>
                  <a:pt x="25152" y="74421"/>
                  <a:pt x="25819" y="74454"/>
                </a:cubicBezTo>
                <a:lnTo>
                  <a:pt x="25819" y="77123"/>
                </a:lnTo>
                <a:cubicBezTo>
                  <a:pt x="25152" y="77089"/>
                  <a:pt x="24485" y="77089"/>
                  <a:pt x="23818" y="77089"/>
                </a:cubicBezTo>
                <a:close/>
                <a:moveTo>
                  <a:pt x="23851" y="68783"/>
                </a:moveTo>
                <a:cubicBezTo>
                  <a:pt x="24518" y="68817"/>
                  <a:pt x="25186" y="68883"/>
                  <a:pt x="25819" y="68950"/>
                </a:cubicBezTo>
                <a:lnTo>
                  <a:pt x="25819" y="71585"/>
                </a:lnTo>
                <a:cubicBezTo>
                  <a:pt x="25152" y="71585"/>
                  <a:pt x="24518" y="71552"/>
                  <a:pt x="23851" y="71519"/>
                </a:cubicBezTo>
                <a:close/>
                <a:moveTo>
                  <a:pt x="23851" y="63213"/>
                </a:moveTo>
                <a:cubicBezTo>
                  <a:pt x="24518" y="63279"/>
                  <a:pt x="25186" y="63346"/>
                  <a:pt x="25853" y="63413"/>
                </a:cubicBezTo>
                <a:lnTo>
                  <a:pt x="25853" y="66081"/>
                </a:lnTo>
                <a:cubicBezTo>
                  <a:pt x="25186" y="66048"/>
                  <a:pt x="24518" y="66015"/>
                  <a:pt x="23851" y="65981"/>
                </a:cubicBezTo>
                <a:close/>
                <a:moveTo>
                  <a:pt x="23885" y="57642"/>
                </a:moveTo>
                <a:cubicBezTo>
                  <a:pt x="24552" y="57742"/>
                  <a:pt x="25186" y="57809"/>
                  <a:pt x="25853" y="57909"/>
                </a:cubicBezTo>
                <a:lnTo>
                  <a:pt x="25853" y="60544"/>
                </a:lnTo>
                <a:cubicBezTo>
                  <a:pt x="25186" y="60511"/>
                  <a:pt x="24518" y="60444"/>
                  <a:pt x="23885" y="60411"/>
                </a:cubicBezTo>
                <a:close/>
                <a:moveTo>
                  <a:pt x="23885" y="52071"/>
                </a:moveTo>
                <a:cubicBezTo>
                  <a:pt x="24552" y="52171"/>
                  <a:pt x="25219" y="52272"/>
                  <a:pt x="25886" y="52372"/>
                </a:cubicBezTo>
                <a:lnTo>
                  <a:pt x="25886" y="55040"/>
                </a:lnTo>
                <a:cubicBezTo>
                  <a:pt x="25219" y="54973"/>
                  <a:pt x="24552" y="54907"/>
                  <a:pt x="23885" y="54840"/>
                </a:cubicBezTo>
                <a:close/>
                <a:moveTo>
                  <a:pt x="23918" y="46534"/>
                </a:moveTo>
                <a:cubicBezTo>
                  <a:pt x="24552" y="46634"/>
                  <a:pt x="25219" y="46768"/>
                  <a:pt x="25886" y="46868"/>
                </a:cubicBezTo>
                <a:lnTo>
                  <a:pt x="25886" y="49536"/>
                </a:lnTo>
                <a:cubicBezTo>
                  <a:pt x="25219" y="49436"/>
                  <a:pt x="24552" y="49369"/>
                  <a:pt x="23918" y="49269"/>
                </a:cubicBezTo>
                <a:close/>
                <a:moveTo>
                  <a:pt x="23918" y="40963"/>
                </a:moveTo>
                <a:cubicBezTo>
                  <a:pt x="24585" y="41097"/>
                  <a:pt x="25252" y="41230"/>
                  <a:pt x="25920" y="41364"/>
                </a:cubicBezTo>
                <a:lnTo>
                  <a:pt x="25920" y="43999"/>
                </a:lnTo>
                <a:cubicBezTo>
                  <a:pt x="25252" y="43899"/>
                  <a:pt x="24585" y="43799"/>
                  <a:pt x="23918" y="43699"/>
                </a:cubicBezTo>
                <a:close/>
                <a:moveTo>
                  <a:pt x="23918" y="35393"/>
                </a:moveTo>
                <a:cubicBezTo>
                  <a:pt x="24585" y="35526"/>
                  <a:pt x="25252" y="35693"/>
                  <a:pt x="25920" y="35826"/>
                </a:cubicBezTo>
                <a:lnTo>
                  <a:pt x="25920" y="38495"/>
                </a:lnTo>
                <a:cubicBezTo>
                  <a:pt x="25252" y="38362"/>
                  <a:pt x="24585" y="38262"/>
                  <a:pt x="23918" y="38161"/>
                </a:cubicBezTo>
                <a:close/>
                <a:moveTo>
                  <a:pt x="23951" y="29822"/>
                </a:moveTo>
                <a:cubicBezTo>
                  <a:pt x="24619" y="29989"/>
                  <a:pt x="25286" y="30156"/>
                  <a:pt x="25920" y="30323"/>
                </a:cubicBezTo>
                <a:lnTo>
                  <a:pt x="25920" y="32991"/>
                </a:lnTo>
                <a:cubicBezTo>
                  <a:pt x="25286" y="32858"/>
                  <a:pt x="24619" y="32724"/>
                  <a:pt x="23951" y="32591"/>
                </a:cubicBezTo>
                <a:close/>
                <a:moveTo>
                  <a:pt x="23951" y="24251"/>
                </a:moveTo>
                <a:cubicBezTo>
                  <a:pt x="24619" y="24452"/>
                  <a:pt x="25286" y="24618"/>
                  <a:pt x="25953" y="24785"/>
                </a:cubicBezTo>
                <a:lnTo>
                  <a:pt x="25953" y="27454"/>
                </a:lnTo>
                <a:cubicBezTo>
                  <a:pt x="25286" y="27320"/>
                  <a:pt x="24619" y="27154"/>
                  <a:pt x="23951" y="27020"/>
                </a:cubicBezTo>
                <a:close/>
                <a:moveTo>
                  <a:pt x="23985" y="18714"/>
                </a:moveTo>
                <a:cubicBezTo>
                  <a:pt x="24652" y="18881"/>
                  <a:pt x="25286" y="19081"/>
                  <a:pt x="25953" y="19281"/>
                </a:cubicBezTo>
                <a:lnTo>
                  <a:pt x="25953" y="21950"/>
                </a:lnTo>
                <a:cubicBezTo>
                  <a:pt x="25286" y="21783"/>
                  <a:pt x="24652" y="21616"/>
                  <a:pt x="23985" y="21449"/>
                </a:cubicBezTo>
                <a:close/>
                <a:moveTo>
                  <a:pt x="25986" y="16413"/>
                </a:moveTo>
                <a:lnTo>
                  <a:pt x="23985" y="15879"/>
                </a:lnTo>
                <a:lnTo>
                  <a:pt x="23985" y="13144"/>
                </a:lnTo>
                <a:lnTo>
                  <a:pt x="25986" y="13777"/>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5650546" y="2934975"/>
            <a:ext cx="153022" cy="1177439"/>
          </a:xfrm>
          <a:custGeom>
            <a:rect b="b" l="l" r="r" t="t"/>
            <a:pathLst>
              <a:path extrusionOk="0" h="89065" w="11575">
                <a:moveTo>
                  <a:pt x="0" y="0"/>
                </a:moveTo>
                <a:lnTo>
                  <a:pt x="0" y="89064"/>
                </a:lnTo>
                <a:lnTo>
                  <a:pt x="11575" y="86262"/>
                </a:lnTo>
                <a:lnTo>
                  <a:pt x="11575" y="3803"/>
                </a:lnTo>
                <a:close/>
                <a:moveTo>
                  <a:pt x="10074" y="82426"/>
                </a:moveTo>
                <a:lnTo>
                  <a:pt x="1601" y="84728"/>
                </a:lnTo>
                <a:lnTo>
                  <a:pt x="1601" y="82426"/>
                </a:lnTo>
                <a:lnTo>
                  <a:pt x="10074" y="80558"/>
                </a:lnTo>
                <a:close/>
                <a:moveTo>
                  <a:pt x="10074" y="76855"/>
                </a:moveTo>
                <a:cubicBezTo>
                  <a:pt x="7239" y="77523"/>
                  <a:pt x="4437" y="78156"/>
                  <a:pt x="1601" y="78790"/>
                </a:cubicBezTo>
                <a:lnTo>
                  <a:pt x="1601" y="76489"/>
                </a:lnTo>
                <a:cubicBezTo>
                  <a:pt x="4437" y="75988"/>
                  <a:pt x="7239" y="75488"/>
                  <a:pt x="10074" y="74987"/>
                </a:cubicBezTo>
                <a:close/>
                <a:moveTo>
                  <a:pt x="10074" y="71285"/>
                </a:moveTo>
                <a:cubicBezTo>
                  <a:pt x="7239" y="71818"/>
                  <a:pt x="4437" y="72352"/>
                  <a:pt x="1601" y="72853"/>
                </a:cubicBezTo>
                <a:lnTo>
                  <a:pt x="1601" y="70551"/>
                </a:lnTo>
                <a:cubicBezTo>
                  <a:pt x="4437" y="70151"/>
                  <a:pt x="7239" y="69784"/>
                  <a:pt x="10074" y="69383"/>
                </a:cubicBezTo>
                <a:close/>
                <a:moveTo>
                  <a:pt x="10074" y="65714"/>
                </a:moveTo>
                <a:cubicBezTo>
                  <a:pt x="7239" y="66114"/>
                  <a:pt x="4437" y="66515"/>
                  <a:pt x="1601" y="66915"/>
                </a:cubicBezTo>
                <a:lnTo>
                  <a:pt x="1601" y="64613"/>
                </a:lnTo>
                <a:cubicBezTo>
                  <a:pt x="4437" y="64346"/>
                  <a:pt x="7239" y="64080"/>
                  <a:pt x="10074" y="63813"/>
                </a:cubicBezTo>
                <a:close/>
                <a:moveTo>
                  <a:pt x="10074" y="60143"/>
                </a:moveTo>
                <a:cubicBezTo>
                  <a:pt x="7239" y="60444"/>
                  <a:pt x="4437" y="60711"/>
                  <a:pt x="1601" y="60977"/>
                </a:cubicBezTo>
                <a:lnTo>
                  <a:pt x="1601" y="58676"/>
                </a:lnTo>
                <a:cubicBezTo>
                  <a:pt x="4437" y="58542"/>
                  <a:pt x="7239" y="58376"/>
                  <a:pt x="10074" y="58209"/>
                </a:cubicBezTo>
                <a:close/>
                <a:moveTo>
                  <a:pt x="10074" y="54573"/>
                </a:moveTo>
                <a:cubicBezTo>
                  <a:pt x="7239" y="54740"/>
                  <a:pt x="4437" y="54906"/>
                  <a:pt x="1601" y="55040"/>
                </a:cubicBezTo>
                <a:lnTo>
                  <a:pt x="1601" y="52738"/>
                </a:lnTo>
                <a:cubicBezTo>
                  <a:pt x="4437" y="52705"/>
                  <a:pt x="7239" y="52671"/>
                  <a:pt x="10074" y="52605"/>
                </a:cubicBezTo>
                <a:close/>
                <a:moveTo>
                  <a:pt x="10074" y="49002"/>
                </a:moveTo>
                <a:cubicBezTo>
                  <a:pt x="7239" y="49069"/>
                  <a:pt x="4437" y="49102"/>
                  <a:pt x="1601" y="49136"/>
                </a:cubicBezTo>
                <a:lnTo>
                  <a:pt x="1601" y="46834"/>
                </a:lnTo>
                <a:cubicBezTo>
                  <a:pt x="4437" y="46901"/>
                  <a:pt x="7239" y="46967"/>
                  <a:pt x="10074" y="47034"/>
                </a:cubicBezTo>
                <a:close/>
                <a:moveTo>
                  <a:pt x="10074" y="43432"/>
                </a:moveTo>
                <a:cubicBezTo>
                  <a:pt x="7239" y="43365"/>
                  <a:pt x="4437" y="43265"/>
                  <a:pt x="1601" y="43198"/>
                </a:cubicBezTo>
                <a:lnTo>
                  <a:pt x="1601" y="40896"/>
                </a:lnTo>
                <a:cubicBezTo>
                  <a:pt x="4437" y="41063"/>
                  <a:pt x="7239" y="41263"/>
                  <a:pt x="10074" y="41430"/>
                </a:cubicBezTo>
                <a:close/>
                <a:moveTo>
                  <a:pt x="10074" y="37861"/>
                </a:moveTo>
                <a:cubicBezTo>
                  <a:pt x="7239" y="37661"/>
                  <a:pt x="4437" y="37461"/>
                  <a:pt x="1601" y="37260"/>
                </a:cubicBezTo>
                <a:lnTo>
                  <a:pt x="1601" y="34959"/>
                </a:lnTo>
                <a:cubicBezTo>
                  <a:pt x="4437" y="35259"/>
                  <a:pt x="7239" y="35559"/>
                  <a:pt x="10074" y="35859"/>
                </a:cubicBezTo>
                <a:close/>
                <a:moveTo>
                  <a:pt x="10074" y="32324"/>
                </a:moveTo>
                <a:cubicBezTo>
                  <a:pt x="7239" y="31990"/>
                  <a:pt x="4437" y="31656"/>
                  <a:pt x="1601" y="31323"/>
                </a:cubicBezTo>
                <a:lnTo>
                  <a:pt x="1601" y="29021"/>
                </a:lnTo>
                <a:cubicBezTo>
                  <a:pt x="4437" y="29421"/>
                  <a:pt x="7239" y="29855"/>
                  <a:pt x="10074" y="30255"/>
                </a:cubicBezTo>
                <a:close/>
                <a:moveTo>
                  <a:pt x="10074" y="26753"/>
                </a:moveTo>
                <a:cubicBezTo>
                  <a:pt x="7239" y="26286"/>
                  <a:pt x="4437" y="25819"/>
                  <a:pt x="1601" y="25385"/>
                </a:cubicBezTo>
                <a:lnTo>
                  <a:pt x="1601" y="23084"/>
                </a:lnTo>
                <a:cubicBezTo>
                  <a:pt x="4437" y="23617"/>
                  <a:pt x="7239" y="24151"/>
                  <a:pt x="10074" y="24685"/>
                </a:cubicBezTo>
                <a:close/>
                <a:moveTo>
                  <a:pt x="10074" y="21182"/>
                </a:moveTo>
                <a:cubicBezTo>
                  <a:pt x="7239" y="20582"/>
                  <a:pt x="4437" y="20015"/>
                  <a:pt x="1601" y="19448"/>
                </a:cubicBezTo>
                <a:lnTo>
                  <a:pt x="1601" y="17146"/>
                </a:lnTo>
                <a:cubicBezTo>
                  <a:pt x="4437" y="17780"/>
                  <a:pt x="7239" y="18447"/>
                  <a:pt x="10074" y="19081"/>
                </a:cubicBezTo>
                <a:close/>
                <a:moveTo>
                  <a:pt x="10074" y="15612"/>
                </a:moveTo>
                <a:cubicBezTo>
                  <a:pt x="7239" y="14911"/>
                  <a:pt x="4437" y="14211"/>
                  <a:pt x="1601" y="13510"/>
                </a:cubicBezTo>
                <a:lnTo>
                  <a:pt x="1601" y="11208"/>
                </a:lnTo>
                <a:cubicBezTo>
                  <a:pt x="4437" y="11976"/>
                  <a:pt x="7239" y="12743"/>
                  <a:pt x="10074" y="13477"/>
                </a:cubicBezTo>
                <a:close/>
                <a:moveTo>
                  <a:pt x="10074" y="10041"/>
                </a:moveTo>
                <a:lnTo>
                  <a:pt x="1601" y="7573"/>
                </a:lnTo>
                <a:lnTo>
                  <a:pt x="1601" y="5271"/>
                </a:lnTo>
                <a:lnTo>
                  <a:pt x="10074" y="790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5344055" y="2936733"/>
            <a:ext cx="293709" cy="1174795"/>
          </a:xfrm>
          <a:custGeom>
            <a:rect b="b" l="l" r="r" t="t"/>
            <a:pathLst>
              <a:path extrusionOk="0" h="88865" w="22217">
                <a:moveTo>
                  <a:pt x="1" y="85495"/>
                </a:moveTo>
                <a:lnTo>
                  <a:pt x="22217" y="88864"/>
                </a:lnTo>
                <a:lnTo>
                  <a:pt x="22217" y="1"/>
                </a:lnTo>
                <a:lnTo>
                  <a:pt x="1" y="7640"/>
                </a:lnTo>
                <a:close/>
                <a:moveTo>
                  <a:pt x="18381" y="84428"/>
                </a:moveTo>
                <a:lnTo>
                  <a:pt x="14678" y="83928"/>
                </a:lnTo>
                <a:lnTo>
                  <a:pt x="14678" y="81459"/>
                </a:lnTo>
                <a:lnTo>
                  <a:pt x="18381" y="81759"/>
                </a:lnTo>
                <a:close/>
                <a:moveTo>
                  <a:pt x="18381" y="79958"/>
                </a:moveTo>
                <a:lnTo>
                  <a:pt x="14678" y="79524"/>
                </a:lnTo>
                <a:lnTo>
                  <a:pt x="14678" y="77056"/>
                </a:lnTo>
                <a:lnTo>
                  <a:pt x="18381" y="77290"/>
                </a:lnTo>
                <a:close/>
                <a:moveTo>
                  <a:pt x="18381" y="75455"/>
                </a:moveTo>
                <a:cubicBezTo>
                  <a:pt x="17146" y="75355"/>
                  <a:pt x="15912" y="75221"/>
                  <a:pt x="14678" y="75121"/>
                </a:cubicBezTo>
                <a:lnTo>
                  <a:pt x="14678" y="72653"/>
                </a:lnTo>
                <a:lnTo>
                  <a:pt x="18381" y="72786"/>
                </a:lnTo>
                <a:close/>
                <a:moveTo>
                  <a:pt x="18381" y="70952"/>
                </a:moveTo>
                <a:cubicBezTo>
                  <a:pt x="17146" y="70885"/>
                  <a:pt x="15912" y="70818"/>
                  <a:pt x="14678" y="70718"/>
                </a:cubicBezTo>
                <a:lnTo>
                  <a:pt x="14678" y="68250"/>
                </a:lnTo>
                <a:lnTo>
                  <a:pt x="18381" y="68283"/>
                </a:lnTo>
                <a:close/>
                <a:moveTo>
                  <a:pt x="18381" y="66482"/>
                </a:moveTo>
                <a:cubicBezTo>
                  <a:pt x="17146" y="66415"/>
                  <a:pt x="15912" y="66382"/>
                  <a:pt x="14678" y="66315"/>
                </a:cubicBezTo>
                <a:lnTo>
                  <a:pt x="14678" y="63847"/>
                </a:lnTo>
                <a:cubicBezTo>
                  <a:pt x="15912" y="63813"/>
                  <a:pt x="17146" y="63813"/>
                  <a:pt x="18381" y="63813"/>
                </a:cubicBezTo>
                <a:close/>
                <a:moveTo>
                  <a:pt x="18381" y="61979"/>
                </a:moveTo>
                <a:cubicBezTo>
                  <a:pt x="17146" y="61979"/>
                  <a:pt x="15912" y="61945"/>
                  <a:pt x="14678" y="61912"/>
                </a:cubicBezTo>
                <a:lnTo>
                  <a:pt x="14678" y="59443"/>
                </a:lnTo>
                <a:cubicBezTo>
                  <a:pt x="15912" y="59410"/>
                  <a:pt x="17146" y="59343"/>
                  <a:pt x="18381" y="59310"/>
                </a:cubicBezTo>
                <a:close/>
                <a:moveTo>
                  <a:pt x="18381" y="57509"/>
                </a:moveTo>
                <a:cubicBezTo>
                  <a:pt x="17146" y="57509"/>
                  <a:pt x="15912" y="57509"/>
                  <a:pt x="14678" y="57509"/>
                </a:cubicBezTo>
                <a:lnTo>
                  <a:pt x="14678" y="55040"/>
                </a:lnTo>
                <a:cubicBezTo>
                  <a:pt x="15912" y="54974"/>
                  <a:pt x="17146" y="54907"/>
                  <a:pt x="18381" y="54807"/>
                </a:cubicBezTo>
                <a:close/>
                <a:moveTo>
                  <a:pt x="18381" y="53005"/>
                </a:moveTo>
                <a:lnTo>
                  <a:pt x="14678" y="53106"/>
                </a:lnTo>
                <a:lnTo>
                  <a:pt x="14678" y="50637"/>
                </a:lnTo>
                <a:cubicBezTo>
                  <a:pt x="15912" y="50537"/>
                  <a:pt x="17146" y="50437"/>
                  <a:pt x="18381" y="50337"/>
                </a:cubicBezTo>
                <a:close/>
                <a:moveTo>
                  <a:pt x="18381" y="48502"/>
                </a:moveTo>
                <a:lnTo>
                  <a:pt x="14678" y="48702"/>
                </a:lnTo>
                <a:lnTo>
                  <a:pt x="14678" y="46234"/>
                </a:lnTo>
                <a:cubicBezTo>
                  <a:pt x="15912" y="46101"/>
                  <a:pt x="17146" y="45967"/>
                  <a:pt x="18381" y="45834"/>
                </a:cubicBezTo>
                <a:close/>
                <a:moveTo>
                  <a:pt x="18381" y="44032"/>
                </a:moveTo>
                <a:lnTo>
                  <a:pt x="14678" y="44299"/>
                </a:lnTo>
                <a:lnTo>
                  <a:pt x="14678" y="41831"/>
                </a:lnTo>
                <a:lnTo>
                  <a:pt x="18381" y="41364"/>
                </a:lnTo>
                <a:close/>
                <a:moveTo>
                  <a:pt x="18381" y="39529"/>
                </a:moveTo>
                <a:cubicBezTo>
                  <a:pt x="17146" y="39663"/>
                  <a:pt x="15912" y="39796"/>
                  <a:pt x="14678" y="39896"/>
                </a:cubicBezTo>
                <a:lnTo>
                  <a:pt x="14678" y="37428"/>
                </a:lnTo>
                <a:lnTo>
                  <a:pt x="18381" y="36861"/>
                </a:lnTo>
                <a:close/>
                <a:moveTo>
                  <a:pt x="14678" y="31123"/>
                </a:moveTo>
                <a:lnTo>
                  <a:pt x="14678" y="28621"/>
                </a:lnTo>
                <a:cubicBezTo>
                  <a:pt x="15912" y="28388"/>
                  <a:pt x="17146" y="28121"/>
                  <a:pt x="18381" y="27887"/>
                </a:cubicBezTo>
                <a:lnTo>
                  <a:pt x="18381" y="30556"/>
                </a:lnTo>
                <a:cubicBezTo>
                  <a:pt x="17146" y="30723"/>
                  <a:pt x="15912" y="30923"/>
                  <a:pt x="14678" y="31123"/>
                </a:cubicBezTo>
                <a:close/>
                <a:moveTo>
                  <a:pt x="18381" y="35026"/>
                </a:moveTo>
                <a:cubicBezTo>
                  <a:pt x="17146" y="35193"/>
                  <a:pt x="15912" y="35359"/>
                  <a:pt x="14678" y="35493"/>
                </a:cubicBezTo>
                <a:lnTo>
                  <a:pt x="14678" y="33024"/>
                </a:lnTo>
                <a:cubicBezTo>
                  <a:pt x="15912" y="32791"/>
                  <a:pt x="17146" y="32591"/>
                  <a:pt x="18381" y="32357"/>
                </a:cubicBezTo>
                <a:close/>
                <a:moveTo>
                  <a:pt x="18381" y="26053"/>
                </a:moveTo>
                <a:cubicBezTo>
                  <a:pt x="17146" y="26286"/>
                  <a:pt x="15912" y="26486"/>
                  <a:pt x="14678" y="26720"/>
                </a:cubicBezTo>
                <a:lnTo>
                  <a:pt x="14678" y="24218"/>
                </a:lnTo>
                <a:cubicBezTo>
                  <a:pt x="15912" y="23951"/>
                  <a:pt x="17146" y="23651"/>
                  <a:pt x="18381" y="23384"/>
                </a:cubicBezTo>
                <a:close/>
                <a:moveTo>
                  <a:pt x="18381" y="21583"/>
                </a:moveTo>
                <a:lnTo>
                  <a:pt x="14678" y="22317"/>
                </a:lnTo>
                <a:lnTo>
                  <a:pt x="14678" y="19815"/>
                </a:lnTo>
                <a:cubicBezTo>
                  <a:pt x="15912" y="19515"/>
                  <a:pt x="17146" y="19215"/>
                  <a:pt x="18381" y="18914"/>
                </a:cubicBezTo>
                <a:close/>
                <a:moveTo>
                  <a:pt x="18381" y="17080"/>
                </a:moveTo>
                <a:lnTo>
                  <a:pt x="14678" y="17914"/>
                </a:lnTo>
                <a:lnTo>
                  <a:pt x="14678" y="15412"/>
                </a:lnTo>
                <a:cubicBezTo>
                  <a:pt x="15912" y="15078"/>
                  <a:pt x="17146" y="14745"/>
                  <a:pt x="18381" y="14411"/>
                </a:cubicBezTo>
                <a:close/>
                <a:moveTo>
                  <a:pt x="18381" y="12577"/>
                </a:moveTo>
                <a:lnTo>
                  <a:pt x="14678" y="13511"/>
                </a:lnTo>
                <a:lnTo>
                  <a:pt x="14678" y="11009"/>
                </a:lnTo>
                <a:lnTo>
                  <a:pt x="18381" y="9908"/>
                </a:lnTo>
                <a:close/>
                <a:moveTo>
                  <a:pt x="14678" y="6606"/>
                </a:moveTo>
                <a:lnTo>
                  <a:pt x="18381" y="5438"/>
                </a:lnTo>
                <a:lnTo>
                  <a:pt x="18381" y="8107"/>
                </a:lnTo>
                <a:lnTo>
                  <a:pt x="14678" y="9107"/>
                </a:lnTo>
                <a:close/>
                <a:moveTo>
                  <a:pt x="9841" y="8107"/>
                </a:moveTo>
                <a:lnTo>
                  <a:pt x="12210" y="7339"/>
                </a:lnTo>
                <a:lnTo>
                  <a:pt x="12210" y="9741"/>
                </a:lnTo>
                <a:lnTo>
                  <a:pt x="9841" y="10375"/>
                </a:lnTo>
                <a:close/>
                <a:moveTo>
                  <a:pt x="9841" y="12376"/>
                </a:moveTo>
                <a:cubicBezTo>
                  <a:pt x="10642" y="12143"/>
                  <a:pt x="11409" y="11909"/>
                  <a:pt x="12210" y="11676"/>
                </a:cubicBezTo>
                <a:lnTo>
                  <a:pt x="12210" y="14078"/>
                </a:lnTo>
                <a:cubicBezTo>
                  <a:pt x="11409" y="14278"/>
                  <a:pt x="10642" y="14478"/>
                  <a:pt x="9841" y="14645"/>
                </a:cubicBezTo>
                <a:close/>
                <a:moveTo>
                  <a:pt x="9841" y="16679"/>
                </a:moveTo>
                <a:cubicBezTo>
                  <a:pt x="10608" y="16446"/>
                  <a:pt x="11409" y="16246"/>
                  <a:pt x="12210" y="16012"/>
                </a:cubicBezTo>
                <a:lnTo>
                  <a:pt x="12210" y="18414"/>
                </a:lnTo>
                <a:cubicBezTo>
                  <a:pt x="11409" y="18581"/>
                  <a:pt x="10608" y="18781"/>
                  <a:pt x="9841" y="18948"/>
                </a:cubicBezTo>
                <a:close/>
                <a:moveTo>
                  <a:pt x="9841" y="20949"/>
                </a:moveTo>
                <a:cubicBezTo>
                  <a:pt x="10608" y="20749"/>
                  <a:pt x="11409" y="20549"/>
                  <a:pt x="12210" y="20349"/>
                </a:cubicBezTo>
                <a:lnTo>
                  <a:pt x="12210" y="22750"/>
                </a:lnTo>
                <a:cubicBezTo>
                  <a:pt x="11409" y="22917"/>
                  <a:pt x="10608" y="23084"/>
                  <a:pt x="9841" y="23217"/>
                </a:cubicBezTo>
                <a:close/>
                <a:moveTo>
                  <a:pt x="9808" y="25219"/>
                </a:moveTo>
                <a:cubicBezTo>
                  <a:pt x="10608" y="25052"/>
                  <a:pt x="11409" y="24885"/>
                  <a:pt x="12176" y="24719"/>
                </a:cubicBezTo>
                <a:lnTo>
                  <a:pt x="12176" y="27087"/>
                </a:lnTo>
                <a:cubicBezTo>
                  <a:pt x="11409" y="27220"/>
                  <a:pt x="10608" y="27387"/>
                  <a:pt x="9808" y="27521"/>
                </a:cubicBezTo>
                <a:close/>
                <a:moveTo>
                  <a:pt x="9808" y="29522"/>
                </a:moveTo>
                <a:cubicBezTo>
                  <a:pt x="10608" y="29355"/>
                  <a:pt x="11376" y="29188"/>
                  <a:pt x="12176" y="29055"/>
                </a:cubicBezTo>
                <a:lnTo>
                  <a:pt x="12176" y="31457"/>
                </a:lnTo>
                <a:cubicBezTo>
                  <a:pt x="11376" y="31557"/>
                  <a:pt x="10608" y="31690"/>
                  <a:pt x="9808" y="31790"/>
                </a:cubicBezTo>
                <a:close/>
                <a:moveTo>
                  <a:pt x="9808" y="33792"/>
                </a:moveTo>
                <a:cubicBezTo>
                  <a:pt x="10575" y="33658"/>
                  <a:pt x="11376" y="33525"/>
                  <a:pt x="12176" y="33391"/>
                </a:cubicBezTo>
                <a:lnTo>
                  <a:pt x="12176" y="35793"/>
                </a:lnTo>
                <a:cubicBezTo>
                  <a:pt x="11376" y="35893"/>
                  <a:pt x="10575" y="35993"/>
                  <a:pt x="9808" y="36093"/>
                </a:cubicBezTo>
                <a:close/>
                <a:moveTo>
                  <a:pt x="9808" y="38095"/>
                </a:moveTo>
                <a:cubicBezTo>
                  <a:pt x="10575" y="37961"/>
                  <a:pt x="11376" y="37861"/>
                  <a:pt x="12176" y="37728"/>
                </a:cubicBezTo>
                <a:lnTo>
                  <a:pt x="12176" y="40130"/>
                </a:lnTo>
                <a:cubicBezTo>
                  <a:pt x="11376" y="40196"/>
                  <a:pt x="10575" y="40296"/>
                  <a:pt x="9808" y="40363"/>
                </a:cubicBezTo>
                <a:close/>
                <a:moveTo>
                  <a:pt x="9774" y="42365"/>
                </a:moveTo>
                <a:cubicBezTo>
                  <a:pt x="10575" y="42264"/>
                  <a:pt x="11376" y="42164"/>
                  <a:pt x="12143" y="42064"/>
                </a:cubicBezTo>
                <a:lnTo>
                  <a:pt x="12143" y="44466"/>
                </a:lnTo>
                <a:cubicBezTo>
                  <a:pt x="11376" y="44533"/>
                  <a:pt x="10575" y="44566"/>
                  <a:pt x="9774" y="44633"/>
                </a:cubicBezTo>
                <a:close/>
                <a:moveTo>
                  <a:pt x="9774" y="46668"/>
                </a:moveTo>
                <a:cubicBezTo>
                  <a:pt x="10575" y="46568"/>
                  <a:pt x="11376" y="46501"/>
                  <a:pt x="12143" y="46401"/>
                </a:cubicBezTo>
                <a:lnTo>
                  <a:pt x="12143" y="48802"/>
                </a:lnTo>
                <a:cubicBezTo>
                  <a:pt x="11376" y="48836"/>
                  <a:pt x="10575" y="48869"/>
                  <a:pt x="9774" y="48936"/>
                </a:cubicBezTo>
                <a:close/>
                <a:moveTo>
                  <a:pt x="9774" y="50937"/>
                </a:moveTo>
                <a:cubicBezTo>
                  <a:pt x="10575" y="50871"/>
                  <a:pt x="11342" y="50804"/>
                  <a:pt x="12143" y="50737"/>
                </a:cubicBezTo>
                <a:lnTo>
                  <a:pt x="12143" y="53139"/>
                </a:lnTo>
                <a:cubicBezTo>
                  <a:pt x="11342" y="53172"/>
                  <a:pt x="10575" y="53172"/>
                  <a:pt x="9774" y="53206"/>
                </a:cubicBezTo>
                <a:close/>
                <a:moveTo>
                  <a:pt x="9774" y="55207"/>
                </a:moveTo>
                <a:cubicBezTo>
                  <a:pt x="10542" y="55174"/>
                  <a:pt x="11342" y="55140"/>
                  <a:pt x="12143" y="55107"/>
                </a:cubicBezTo>
                <a:lnTo>
                  <a:pt x="12143" y="57475"/>
                </a:lnTo>
                <a:cubicBezTo>
                  <a:pt x="11342" y="57475"/>
                  <a:pt x="10542" y="57509"/>
                  <a:pt x="9774" y="57509"/>
                </a:cubicBezTo>
                <a:close/>
                <a:moveTo>
                  <a:pt x="9741" y="59510"/>
                </a:moveTo>
                <a:cubicBezTo>
                  <a:pt x="10542" y="59477"/>
                  <a:pt x="11342" y="59443"/>
                  <a:pt x="12109" y="59443"/>
                </a:cubicBezTo>
                <a:lnTo>
                  <a:pt x="12109" y="61812"/>
                </a:lnTo>
                <a:cubicBezTo>
                  <a:pt x="11342" y="61812"/>
                  <a:pt x="10542" y="61778"/>
                  <a:pt x="9741" y="61778"/>
                </a:cubicBezTo>
                <a:close/>
                <a:moveTo>
                  <a:pt x="9741" y="63780"/>
                </a:moveTo>
                <a:cubicBezTo>
                  <a:pt x="10542" y="63780"/>
                  <a:pt x="11342" y="63780"/>
                  <a:pt x="12109" y="63780"/>
                </a:cubicBezTo>
                <a:lnTo>
                  <a:pt x="12109" y="66182"/>
                </a:lnTo>
                <a:cubicBezTo>
                  <a:pt x="11342" y="66148"/>
                  <a:pt x="10542" y="66115"/>
                  <a:pt x="9741" y="66081"/>
                </a:cubicBezTo>
                <a:close/>
                <a:moveTo>
                  <a:pt x="9741" y="68083"/>
                </a:moveTo>
                <a:cubicBezTo>
                  <a:pt x="10542" y="68083"/>
                  <a:pt x="11309" y="68083"/>
                  <a:pt x="12109" y="68116"/>
                </a:cubicBezTo>
                <a:lnTo>
                  <a:pt x="12109" y="70518"/>
                </a:lnTo>
                <a:cubicBezTo>
                  <a:pt x="11309" y="70451"/>
                  <a:pt x="10542" y="70385"/>
                  <a:pt x="9741" y="70351"/>
                </a:cubicBezTo>
                <a:close/>
                <a:moveTo>
                  <a:pt x="9741" y="72353"/>
                </a:moveTo>
                <a:cubicBezTo>
                  <a:pt x="10508" y="72386"/>
                  <a:pt x="11309" y="72419"/>
                  <a:pt x="12109" y="72453"/>
                </a:cubicBezTo>
                <a:lnTo>
                  <a:pt x="12109" y="74854"/>
                </a:lnTo>
                <a:cubicBezTo>
                  <a:pt x="11309" y="74788"/>
                  <a:pt x="10508" y="74688"/>
                  <a:pt x="9741" y="74621"/>
                </a:cubicBezTo>
                <a:close/>
                <a:moveTo>
                  <a:pt x="9741" y="76656"/>
                </a:moveTo>
                <a:cubicBezTo>
                  <a:pt x="10508" y="76689"/>
                  <a:pt x="11309" y="76756"/>
                  <a:pt x="12109" y="76789"/>
                </a:cubicBezTo>
                <a:lnTo>
                  <a:pt x="12109" y="79191"/>
                </a:lnTo>
                <a:cubicBezTo>
                  <a:pt x="11309" y="79091"/>
                  <a:pt x="10508" y="78991"/>
                  <a:pt x="9741" y="78924"/>
                </a:cubicBezTo>
                <a:close/>
                <a:moveTo>
                  <a:pt x="9708" y="80925"/>
                </a:moveTo>
                <a:lnTo>
                  <a:pt x="12076" y="81126"/>
                </a:lnTo>
                <a:lnTo>
                  <a:pt x="12076" y="83527"/>
                </a:lnTo>
                <a:lnTo>
                  <a:pt x="9708" y="83194"/>
                </a:lnTo>
                <a:close/>
                <a:moveTo>
                  <a:pt x="7773" y="82994"/>
                </a:moveTo>
                <a:lnTo>
                  <a:pt x="6038" y="82760"/>
                </a:lnTo>
                <a:lnTo>
                  <a:pt x="6038" y="80659"/>
                </a:lnTo>
                <a:lnTo>
                  <a:pt x="7773" y="80792"/>
                </a:lnTo>
                <a:close/>
                <a:moveTo>
                  <a:pt x="7773" y="78757"/>
                </a:moveTo>
                <a:cubicBezTo>
                  <a:pt x="7206" y="78691"/>
                  <a:pt x="6639" y="78624"/>
                  <a:pt x="6038" y="78557"/>
                </a:cubicBezTo>
                <a:lnTo>
                  <a:pt x="6038" y="76456"/>
                </a:lnTo>
                <a:cubicBezTo>
                  <a:pt x="6639" y="76489"/>
                  <a:pt x="7206" y="76522"/>
                  <a:pt x="7773" y="76556"/>
                </a:cubicBezTo>
                <a:close/>
                <a:moveTo>
                  <a:pt x="6038" y="74354"/>
                </a:moveTo>
                <a:lnTo>
                  <a:pt x="6038" y="72253"/>
                </a:lnTo>
                <a:cubicBezTo>
                  <a:pt x="6639" y="72286"/>
                  <a:pt x="7206" y="72286"/>
                  <a:pt x="7773" y="72319"/>
                </a:cubicBezTo>
                <a:lnTo>
                  <a:pt x="7773" y="74521"/>
                </a:lnTo>
                <a:cubicBezTo>
                  <a:pt x="7206" y="74454"/>
                  <a:pt x="6639" y="74421"/>
                  <a:pt x="6038" y="74354"/>
                </a:cubicBezTo>
                <a:close/>
                <a:moveTo>
                  <a:pt x="7773" y="70284"/>
                </a:moveTo>
                <a:cubicBezTo>
                  <a:pt x="7206" y="70251"/>
                  <a:pt x="6639" y="70218"/>
                  <a:pt x="6038" y="70151"/>
                </a:cubicBezTo>
                <a:lnTo>
                  <a:pt x="6038" y="68050"/>
                </a:lnTo>
                <a:cubicBezTo>
                  <a:pt x="6639" y="68050"/>
                  <a:pt x="7206" y="68083"/>
                  <a:pt x="7773" y="68083"/>
                </a:cubicBezTo>
                <a:close/>
                <a:moveTo>
                  <a:pt x="6038" y="65981"/>
                </a:moveTo>
                <a:lnTo>
                  <a:pt x="6038" y="63847"/>
                </a:lnTo>
                <a:cubicBezTo>
                  <a:pt x="6639" y="63847"/>
                  <a:pt x="7206" y="63847"/>
                  <a:pt x="7773" y="63847"/>
                </a:cubicBezTo>
                <a:lnTo>
                  <a:pt x="7773" y="66048"/>
                </a:lnTo>
                <a:cubicBezTo>
                  <a:pt x="7206" y="66015"/>
                  <a:pt x="6639" y="65981"/>
                  <a:pt x="6038" y="65981"/>
                </a:cubicBezTo>
                <a:close/>
                <a:moveTo>
                  <a:pt x="7773" y="61812"/>
                </a:moveTo>
                <a:cubicBezTo>
                  <a:pt x="7206" y="61778"/>
                  <a:pt x="6639" y="61778"/>
                  <a:pt x="6038" y="61778"/>
                </a:cubicBezTo>
                <a:lnTo>
                  <a:pt x="6038" y="59644"/>
                </a:lnTo>
                <a:cubicBezTo>
                  <a:pt x="6639" y="59644"/>
                  <a:pt x="7206" y="59610"/>
                  <a:pt x="7773" y="59610"/>
                </a:cubicBezTo>
                <a:close/>
                <a:moveTo>
                  <a:pt x="6038" y="57575"/>
                </a:moveTo>
                <a:lnTo>
                  <a:pt x="6038" y="55474"/>
                </a:lnTo>
                <a:cubicBezTo>
                  <a:pt x="6639" y="55441"/>
                  <a:pt x="7206" y="55407"/>
                  <a:pt x="7773" y="55374"/>
                </a:cubicBezTo>
                <a:lnTo>
                  <a:pt x="7773" y="57575"/>
                </a:lnTo>
                <a:cubicBezTo>
                  <a:pt x="7206" y="57575"/>
                  <a:pt x="6639" y="57575"/>
                  <a:pt x="6038" y="57575"/>
                </a:cubicBezTo>
                <a:close/>
                <a:moveTo>
                  <a:pt x="7773" y="53339"/>
                </a:moveTo>
                <a:cubicBezTo>
                  <a:pt x="7206" y="53339"/>
                  <a:pt x="6639" y="53372"/>
                  <a:pt x="6038" y="53372"/>
                </a:cubicBezTo>
                <a:lnTo>
                  <a:pt x="6038" y="51271"/>
                </a:lnTo>
                <a:cubicBezTo>
                  <a:pt x="6639" y="51204"/>
                  <a:pt x="7206" y="51171"/>
                  <a:pt x="7773" y="51137"/>
                </a:cubicBezTo>
                <a:close/>
                <a:moveTo>
                  <a:pt x="7773" y="49103"/>
                </a:moveTo>
                <a:cubicBezTo>
                  <a:pt x="7206" y="49103"/>
                  <a:pt x="6606" y="49136"/>
                  <a:pt x="6038" y="49169"/>
                </a:cubicBezTo>
                <a:lnTo>
                  <a:pt x="6038" y="47068"/>
                </a:lnTo>
                <a:cubicBezTo>
                  <a:pt x="6639" y="47001"/>
                  <a:pt x="7206" y="46934"/>
                  <a:pt x="7773" y="46901"/>
                </a:cubicBezTo>
                <a:close/>
                <a:moveTo>
                  <a:pt x="7773" y="44866"/>
                </a:moveTo>
                <a:cubicBezTo>
                  <a:pt x="7206" y="44900"/>
                  <a:pt x="6606" y="44933"/>
                  <a:pt x="6038" y="45000"/>
                </a:cubicBezTo>
                <a:lnTo>
                  <a:pt x="6038" y="42865"/>
                </a:lnTo>
                <a:cubicBezTo>
                  <a:pt x="6639" y="42798"/>
                  <a:pt x="7206" y="42731"/>
                  <a:pt x="7773" y="42665"/>
                </a:cubicBezTo>
                <a:close/>
                <a:moveTo>
                  <a:pt x="7773" y="40597"/>
                </a:moveTo>
                <a:cubicBezTo>
                  <a:pt x="7206" y="40663"/>
                  <a:pt x="6606" y="40730"/>
                  <a:pt x="6038" y="40797"/>
                </a:cubicBezTo>
                <a:lnTo>
                  <a:pt x="6038" y="38662"/>
                </a:lnTo>
                <a:cubicBezTo>
                  <a:pt x="6606" y="38595"/>
                  <a:pt x="7206" y="38495"/>
                  <a:pt x="7773" y="38395"/>
                </a:cubicBezTo>
                <a:close/>
                <a:moveTo>
                  <a:pt x="7773" y="36360"/>
                </a:moveTo>
                <a:cubicBezTo>
                  <a:pt x="7206" y="36460"/>
                  <a:pt x="6606" y="36527"/>
                  <a:pt x="6038" y="36594"/>
                </a:cubicBezTo>
                <a:lnTo>
                  <a:pt x="6038" y="34459"/>
                </a:lnTo>
                <a:cubicBezTo>
                  <a:pt x="6606" y="34359"/>
                  <a:pt x="7206" y="34259"/>
                  <a:pt x="7773" y="34159"/>
                </a:cubicBezTo>
                <a:close/>
                <a:moveTo>
                  <a:pt x="7773" y="32124"/>
                </a:moveTo>
                <a:cubicBezTo>
                  <a:pt x="7206" y="32224"/>
                  <a:pt x="6606" y="32324"/>
                  <a:pt x="6038" y="32391"/>
                </a:cubicBezTo>
                <a:lnTo>
                  <a:pt x="6038" y="30289"/>
                </a:lnTo>
                <a:cubicBezTo>
                  <a:pt x="6606" y="30156"/>
                  <a:pt x="7206" y="30056"/>
                  <a:pt x="7773" y="29956"/>
                </a:cubicBezTo>
                <a:close/>
                <a:moveTo>
                  <a:pt x="7773" y="27887"/>
                </a:moveTo>
                <a:cubicBezTo>
                  <a:pt x="7206" y="27988"/>
                  <a:pt x="6606" y="28088"/>
                  <a:pt x="6038" y="28188"/>
                </a:cubicBezTo>
                <a:lnTo>
                  <a:pt x="6038" y="26086"/>
                </a:lnTo>
                <a:cubicBezTo>
                  <a:pt x="6606" y="25953"/>
                  <a:pt x="7206" y="25819"/>
                  <a:pt x="7773" y="25686"/>
                </a:cubicBezTo>
                <a:close/>
                <a:moveTo>
                  <a:pt x="7773" y="23651"/>
                </a:moveTo>
                <a:cubicBezTo>
                  <a:pt x="7206" y="23785"/>
                  <a:pt x="6606" y="23885"/>
                  <a:pt x="6038" y="24018"/>
                </a:cubicBezTo>
                <a:lnTo>
                  <a:pt x="6038" y="21883"/>
                </a:lnTo>
                <a:cubicBezTo>
                  <a:pt x="6606" y="21750"/>
                  <a:pt x="7206" y="21616"/>
                  <a:pt x="7773" y="21450"/>
                </a:cubicBezTo>
                <a:close/>
                <a:moveTo>
                  <a:pt x="6038" y="19815"/>
                </a:moveTo>
                <a:lnTo>
                  <a:pt x="6038" y="17680"/>
                </a:lnTo>
                <a:cubicBezTo>
                  <a:pt x="6639" y="17547"/>
                  <a:pt x="7206" y="17380"/>
                  <a:pt x="7773" y="17213"/>
                </a:cubicBezTo>
                <a:lnTo>
                  <a:pt x="7773" y="19415"/>
                </a:lnTo>
                <a:cubicBezTo>
                  <a:pt x="7206" y="19548"/>
                  <a:pt x="6606" y="19682"/>
                  <a:pt x="6038" y="19815"/>
                </a:cubicBezTo>
                <a:close/>
                <a:moveTo>
                  <a:pt x="7773" y="15178"/>
                </a:moveTo>
                <a:cubicBezTo>
                  <a:pt x="7206" y="15312"/>
                  <a:pt x="6606" y="15479"/>
                  <a:pt x="6038" y="15612"/>
                </a:cubicBezTo>
                <a:lnTo>
                  <a:pt x="6038" y="13477"/>
                </a:lnTo>
                <a:cubicBezTo>
                  <a:pt x="6606" y="13310"/>
                  <a:pt x="7206" y="13144"/>
                  <a:pt x="7773" y="12977"/>
                </a:cubicBezTo>
                <a:close/>
                <a:moveTo>
                  <a:pt x="6038" y="9308"/>
                </a:moveTo>
                <a:lnTo>
                  <a:pt x="7773" y="8740"/>
                </a:lnTo>
                <a:lnTo>
                  <a:pt x="7773" y="10942"/>
                </a:lnTo>
                <a:lnTo>
                  <a:pt x="6038" y="11409"/>
                </a:lnTo>
                <a:close/>
                <a:moveTo>
                  <a:pt x="4471" y="82593"/>
                </a:moveTo>
                <a:lnTo>
                  <a:pt x="3003" y="82393"/>
                </a:lnTo>
                <a:lnTo>
                  <a:pt x="3003" y="80425"/>
                </a:lnTo>
                <a:lnTo>
                  <a:pt x="4471" y="80559"/>
                </a:lnTo>
                <a:close/>
                <a:moveTo>
                  <a:pt x="4471" y="78457"/>
                </a:moveTo>
                <a:cubicBezTo>
                  <a:pt x="3970" y="78390"/>
                  <a:pt x="3470" y="78324"/>
                  <a:pt x="3003" y="78257"/>
                </a:cubicBezTo>
                <a:lnTo>
                  <a:pt x="3003" y="76289"/>
                </a:lnTo>
                <a:cubicBezTo>
                  <a:pt x="3470" y="76322"/>
                  <a:pt x="3970" y="76356"/>
                  <a:pt x="4471" y="76389"/>
                </a:cubicBezTo>
                <a:close/>
                <a:moveTo>
                  <a:pt x="4471" y="74287"/>
                </a:moveTo>
                <a:cubicBezTo>
                  <a:pt x="3970" y="74254"/>
                  <a:pt x="3470" y="74187"/>
                  <a:pt x="2970" y="74154"/>
                </a:cubicBezTo>
                <a:lnTo>
                  <a:pt x="2970" y="72152"/>
                </a:lnTo>
                <a:cubicBezTo>
                  <a:pt x="3470" y="72186"/>
                  <a:pt x="3970" y="72219"/>
                  <a:pt x="4471" y="72219"/>
                </a:cubicBezTo>
                <a:close/>
                <a:moveTo>
                  <a:pt x="4437" y="70118"/>
                </a:moveTo>
                <a:cubicBezTo>
                  <a:pt x="3970" y="70084"/>
                  <a:pt x="3470" y="70051"/>
                  <a:pt x="2970" y="70018"/>
                </a:cubicBezTo>
                <a:lnTo>
                  <a:pt x="2970" y="68050"/>
                </a:lnTo>
                <a:cubicBezTo>
                  <a:pt x="3470" y="68050"/>
                  <a:pt x="3970" y="68050"/>
                  <a:pt x="4437" y="68050"/>
                </a:cubicBezTo>
                <a:close/>
                <a:moveTo>
                  <a:pt x="4437" y="65948"/>
                </a:moveTo>
                <a:cubicBezTo>
                  <a:pt x="3937" y="65948"/>
                  <a:pt x="3437" y="65915"/>
                  <a:pt x="2970" y="65915"/>
                </a:cubicBezTo>
                <a:lnTo>
                  <a:pt x="2970" y="63913"/>
                </a:lnTo>
                <a:cubicBezTo>
                  <a:pt x="3437" y="63913"/>
                  <a:pt x="3937" y="63913"/>
                  <a:pt x="4437" y="63913"/>
                </a:cubicBezTo>
                <a:close/>
                <a:moveTo>
                  <a:pt x="4437" y="61812"/>
                </a:moveTo>
                <a:cubicBezTo>
                  <a:pt x="3937" y="61778"/>
                  <a:pt x="3437" y="61778"/>
                  <a:pt x="2936" y="61778"/>
                </a:cubicBezTo>
                <a:lnTo>
                  <a:pt x="2936" y="59777"/>
                </a:lnTo>
                <a:cubicBezTo>
                  <a:pt x="3437" y="59777"/>
                  <a:pt x="3937" y="59744"/>
                  <a:pt x="4437" y="59744"/>
                </a:cubicBezTo>
                <a:close/>
                <a:moveTo>
                  <a:pt x="4404" y="57642"/>
                </a:moveTo>
                <a:cubicBezTo>
                  <a:pt x="3904" y="57642"/>
                  <a:pt x="3437" y="57642"/>
                  <a:pt x="2936" y="57642"/>
                </a:cubicBezTo>
                <a:lnTo>
                  <a:pt x="2936" y="55674"/>
                </a:lnTo>
                <a:cubicBezTo>
                  <a:pt x="3437" y="55641"/>
                  <a:pt x="3904" y="55607"/>
                  <a:pt x="4404" y="55574"/>
                </a:cubicBezTo>
                <a:close/>
                <a:moveTo>
                  <a:pt x="4404" y="53472"/>
                </a:moveTo>
                <a:cubicBezTo>
                  <a:pt x="3904" y="53506"/>
                  <a:pt x="3403" y="53506"/>
                  <a:pt x="2936" y="53539"/>
                </a:cubicBezTo>
                <a:lnTo>
                  <a:pt x="2936" y="51538"/>
                </a:lnTo>
                <a:cubicBezTo>
                  <a:pt x="3403" y="51504"/>
                  <a:pt x="3904" y="51471"/>
                  <a:pt x="4404" y="51438"/>
                </a:cubicBezTo>
                <a:close/>
                <a:moveTo>
                  <a:pt x="4404" y="49336"/>
                </a:moveTo>
                <a:cubicBezTo>
                  <a:pt x="3904" y="49336"/>
                  <a:pt x="3403" y="49370"/>
                  <a:pt x="2903" y="49403"/>
                </a:cubicBezTo>
                <a:lnTo>
                  <a:pt x="2903" y="47401"/>
                </a:lnTo>
                <a:cubicBezTo>
                  <a:pt x="3403" y="47368"/>
                  <a:pt x="3904" y="47301"/>
                  <a:pt x="4404" y="47268"/>
                </a:cubicBezTo>
                <a:close/>
                <a:moveTo>
                  <a:pt x="4371" y="45167"/>
                </a:moveTo>
                <a:cubicBezTo>
                  <a:pt x="3904" y="45200"/>
                  <a:pt x="3403" y="45233"/>
                  <a:pt x="2903" y="45267"/>
                </a:cubicBezTo>
                <a:lnTo>
                  <a:pt x="2903" y="43299"/>
                </a:lnTo>
                <a:cubicBezTo>
                  <a:pt x="3403" y="43232"/>
                  <a:pt x="3904" y="43165"/>
                  <a:pt x="4371" y="43098"/>
                </a:cubicBezTo>
                <a:close/>
                <a:moveTo>
                  <a:pt x="4371" y="40997"/>
                </a:moveTo>
                <a:cubicBezTo>
                  <a:pt x="3870" y="41064"/>
                  <a:pt x="3370" y="41097"/>
                  <a:pt x="2903" y="41164"/>
                </a:cubicBezTo>
                <a:lnTo>
                  <a:pt x="2903" y="39162"/>
                </a:lnTo>
                <a:cubicBezTo>
                  <a:pt x="3370" y="39096"/>
                  <a:pt x="3870" y="39029"/>
                  <a:pt x="4371" y="38929"/>
                </a:cubicBezTo>
                <a:close/>
                <a:moveTo>
                  <a:pt x="4371" y="36827"/>
                </a:moveTo>
                <a:cubicBezTo>
                  <a:pt x="3870" y="36894"/>
                  <a:pt x="3370" y="36961"/>
                  <a:pt x="2870" y="37027"/>
                </a:cubicBezTo>
                <a:lnTo>
                  <a:pt x="2870" y="35059"/>
                </a:lnTo>
                <a:cubicBezTo>
                  <a:pt x="3370" y="34959"/>
                  <a:pt x="3870" y="34859"/>
                  <a:pt x="4371" y="34792"/>
                </a:cubicBezTo>
                <a:close/>
                <a:moveTo>
                  <a:pt x="4337" y="32691"/>
                </a:moveTo>
                <a:cubicBezTo>
                  <a:pt x="3837" y="32758"/>
                  <a:pt x="3370" y="32824"/>
                  <a:pt x="2870" y="32891"/>
                </a:cubicBezTo>
                <a:lnTo>
                  <a:pt x="2870" y="30923"/>
                </a:lnTo>
                <a:cubicBezTo>
                  <a:pt x="3370" y="30823"/>
                  <a:pt x="3837" y="30723"/>
                  <a:pt x="4337" y="30623"/>
                </a:cubicBezTo>
                <a:close/>
                <a:moveTo>
                  <a:pt x="4337" y="28521"/>
                </a:moveTo>
                <a:cubicBezTo>
                  <a:pt x="3837" y="28621"/>
                  <a:pt x="3337" y="28688"/>
                  <a:pt x="2870" y="28788"/>
                </a:cubicBezTo>
                <a:lnTo>
                  <a:pt x="2870" y="26787"/>
                </a:lnTo>
                <a:cubicBezTo>
                  <a:pt x="3337" y="26687"/>
                  <a:pt x="3837" y="26587"/>
                  <a:pt x="4337" y="26453"/>
                </a:cubicBezTo>
                <a:close/>
                <a:moveTo>
                  <a:pt x="4337" y="24352"/>
                </a:moveTo>
                <a:cubicBezTo>
                  <a:pt x="3837" y="24452"/>
                  <a:pt x="3337" y="24552"/>
                  <a:pt x="2836" y="24652"/>
                </a:cubicBezTo>
                <a:lnTo>
                  <a:pt x="2836" y="22684"/>
                </a:lnTo>
                <a:cubicBezTo>
                  <a:pt x="3337" y="22550"/>
                  <a:pt x="3837" y="22417"/>
                  <a:pt x="4337" y="22317"/>
                </a:cubicBezTo>
                <a:close/>
                <a:moveTo>
                  <a:pt x="4304" y="20215"/>
                </a:moveTo>
                <a:cubicBezTo>
                  <a:pt x="3804" y="20315"/>
                  <a:pt x="3337" y="20415"/>
                  <a:pt x="2836" y="20516"/>
                </a:cubicBezTo>
                <a:lnTo>
                  <a:pt x="2836" y="18547"/>
                </a:lnTo>
                <a:cubicBezTo>
                  <a:pt x="3337" y="18414"/>
                  <a:pt x="3837" y="18281"/>
                  <a:pt x="4304" y="18147"/>
                </a:cubicBezTo>
                <a:close/>
                <a:moveTo>
                  <a:pt x="4304" y="16046"/>
                </a:moveTo>
                <a:cubicBezTo>
                  <a:pt x="3804" y="16146"/>
                  <a:pt x="3303" y="16279"/>
                  <a:pt x="2836" y="16413"/>
                </a:cubicBezTo>
                <a:lnTo>
                  <a:pt x="2836" y="14411"/>
                </a:lnTo>
                <a:cubicBezTo>
                  <a:pt x="3303" y="14278"/>
                  <a:pt x="3804" y="14144"/>
                  <a:pt x="4304" y="13978"/>
                </a:cubicBezTo>
                <a:close/>
                <a:moveTo>
                  <a:pt x="2803" y="10308"/>
                </a:moveTo>
                <a:lnTo>
                  <a:pt x="4304" y="9808"/>
                </a:lnTo>
                <a:lnTo>
                  <a:pt x="4304" y="11876"/>
                </a:lnTo>
                <a:lnTo>
                  <a:pt x="2803" y="1227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rot="-30554">
            <a:off x="2733466" y="4055224"/>
            <a:ext cx="3677063" cy="625780"/>
          </a:xfrm>
          <a:custGeom>
            <a:rect b="b" l="l" r="r" t="t"/>
            <a:pathLst>
              <a:path extrusionOk="0" h="47334" w="278133">
                <a:moveTo>
                  <a:pt x="0" y="6471"/>
                </a:moveTo>
                <a:lnTo>
                  <a:pt x="160515" y="47334"/>
                </a:lnTo>
                <a:lnTo>
                  <a:pt x="278132" y="167"/>
                </a:lnTo>
                <a:lnTo>
                  <a:pt x="249779" y="0"/>
                </a:lnTo>
                <a:lnTo>
                  <a:pt x="220291" y="7606"/>
                </a:lnTo>
                <a:lnTo>
                  <a:pt x="196741" y="4170"/>
                </a:lnTo>
                <a:lnTo>
                  <a:pt x="172657" y="11108"/>
                </a:lnTo>
                <a:lnTo>
                  <a:pt x="157013" y="9007"/>
                </a:lnTo>
                <a:lnTo>
                  <a:pt x="134330" y="14811"/>
                </a:lnTo>
                <a:lnTo>
                  <a:pt x="91099" y="7772"/>
                </a:lnTo>
                <a:lnTo>
                  <a:pt x="60477" y="12342"/>
                </a:lnTo>
                <a:lnTo>
                  <a:pt x="37661" y="6471"/>
                </a:lnTo>
                <a:close/>
              </a:path>
            </a:pathLst>
          </a:cu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txBox="1"/>
          <p:nvPr/>
        </p:nvSpPr>
        <p:spPr>
          <a:xfrm>
            <a:off x="599250" y="2133625"/>
            <a:ext cx="1899600" cy="755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1600"/>
              </a:spcAft>
              <a:buNone/>
            </a:pPr>
            <a:r>
              <a:rPr lang="en" sz="1200">
                <a:latin typeface="Roboto"/>
                <a:ea typeface="Roboto"/>
                <a:cs typeface="Roboto"/>
                <a:sym typeface="Roboto"/>
              </a:rPr>
              <a:t>Altamente competitivo, dinámico y heterogéneo.</a:t>
            </a:r>
            <a:endParaRPr sz="1200">
              <a:solidFill>
                <a:srgbClr val="000000"/>
              </a:solidFill>
              <a:latin typeface="Roboto"/>
              <a:ea typeface="Roboto"/>
              <a:cs typeface="Roboto"/>
              <a:sym typeface="Roboto"/>
            </a:endParaRPr>
          </a:p>
        </p:txBody>
      </p:sp>
      <p:sp>
        <p:nvSpPr>
          <p:cNvPr id="290" name="Google Shape;290;p16"/>
          <p:cNvSpPr txBox="1"/>
          <p:nvPr/>
        </p:nvSpPr>
        <p:spPr>
          <a:xfrm>
            <a:off x="201973" y="3484850"/>
            <a:ext cx="2643000" cy="755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1200">
                <a:latin typeface="Roboto"/>
                <a:ea typeface="Roboto"/>
                <a:cs typeface="Roboto"/>
                <a:sym typeface="Roboto"/>
              </a:rPr>
              <a:t>Gran volumen de propiedades y los montos de dinero involucrados.</a:t>
            </a:r>
            <a:endParaRPr sz="1200">
              <a:latin typeface="Roboto"/>
              <a:ea typeface="Roboto"/>
              <a:cs typeface="Roboto"/>
              <a:sym typeface="Roboto"/>
            </a:endParaRPr>
          </a:p>
        </p:txBody>
      </p:sp>
      <p:sp>
        <p:nvSpPr>
          <p:cNvPr id="291" name="Google Shape;291;p16"/>
          <p:cNvSpPr txBox="1"/>
          <p:nvPr/>
        </p:nvSpPr>
        <p:spPr>
          <a:xfrm>
            <a:off x="6645142" y="2133620"/>
            <a:ext cx="1899600" cy="755700"/>
          </a:xfrm>
          <a:prstGeom prst="rect">
            <a:avLst/>
          </a:prstGeom>
          <a:noFill/>
          <a:ln>
            <a:noFill/>
          </a:ln>
        </p:spPr>
        <p:txBody>
          <a:bodyPr anchorCtr="0" anchor="t" bIns="91425" lIns="91425" spcFirstLastPara="1" rIns="91425" wrap="square" tIns="91425">
            <a:noAutofit/>
          </a:bodyPr>
          <a:lstStyle/>
          <a:p>
            <a:pPr indent="0" lvl="0" marL="12700" rtl="0" algn="l">
              <a:lnSpc>
                <a:spcPct val="100000"/>
              </a:lnSpc>
              <a:spcBef>
                <a:spcPts val="0"/>
              </a:spcBef>
              <a:spcAft>
                <a:spcPts val="0"/>
              </a:spcAft>
              <a:buClr>
                <a:schemeClr val="dk1"/>
              </a:buClr>
              <a:buFont typeface="Arial"/>
              <a:buNone/>
            </a:pPr>
            <a:r>
              <a:rPr lang="en" sz="1200">
                <a:solidFill>
                  <a:schemeClr val="dk1"/>
                </a:solidFill>
                <a:latin typeface="Roboto"/>
                <a:ea typeface="Roboto"/>
                <a:cs typeface="Roboto"/>
                <a:sym typeface="Roboto"/>
              </a:rPr>
              <a:t>Dificultad para fijar precios.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t/>
            </a:r>
            <a:endParaRPr sz="1200">
              <a:latin typeface="Roboto"/>
              <a:ea typeface="Roboto"/>
              <a:cs typeface="Roboto"/>
              <a:sym typeface="Roboto"/>
            </a:endParaRPr>
          </a:p>
          <a:p>
            <a:pPr indent="0" lvl="0" marL="0" rtl="0" algn="l">
              <a:lnSpc>
                <a:spcPct val="100000"/>
              </a:lnSpc>
              <a:spcBef>
                <a:spcPts val="1600"/>
              </a:spcBef>
              <a:spcAft>
                <a:spcPts val="1600"/>
              </a:spcAft>
              <a:buNone/>
            </a:pPr>
            <a:r>
              <a:t/>
            </a:r>
            <a:endParaRPr sz="1200">
              <a:solidFill>
                <a:srgbClr val="000000"/>
              </a:solidFill>
              <a:latin typeface="Roboto"/>
              <a:ea typeface="Roboto"/>
              <a:cs typeface="Roboto"/>
              <a:sym typeface="Roboto"/>
            </a:endParaRPr>
          </a:p>
        </p:txBody>
      </p:sp>
      <p:sp>
        <p:nvSpPr>
          <p:cNvPr id="292" name="Google Shape;292;p16"/>
          <p:cNvSpPr txBox="1"/>
          <p:nvPr/>
        </p:nvSpPr>
        <p:spPr>
          <a:xfrm>
            <a:off x="6645150" y="3438723"/>
            <a:ext cx="2167500" cy="755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latin typeface="Roboto"/>
                <a:ea typeface="Roboto"/>
                <a:cs typeface="Roboto"/>
                <a:sym typeface="Roboto"/>
              </a:rPr>
              <a:t>Optimizar </a:t>
            </a:r>
            <a:r>
              <a:rPr i="1" lang="en" sz="1200">
                <a:latin typeface="Roboto"/>
                <a:ea typeface="Roboto"/>
                <a:cs typeface="Roboto"/>
                <a:sym typeface="Roboto"/>
              </a:rPr>
              <a:t>pricing </a:t>
            </a:r>
            <a:r>
              <a:rPr lang="en" sz="1200">
                <a:latin typeface="Roboto"/>
                <a:ea typeface="Roboto"/>
                <a:cs typeface="Roboto"/>
                <a:sym typeface="Roboto"/>
              </a:rPr>
              <a:t>de cada propiedad.</a:t>
            </a:r>
            <a:endParaRPr sz="1200">
              <a:solidFill>
                <a:srgbClr val="000000"/>
              </a:solidFill>
              <a:latin typeface="Roboto"/>
              <a:ea typeface="Roboto"/>
              <a:cs typeface="Roboto"/>
              <a:sym typeface="Roboto"/>
            </a:endParaRPr>
          </a:p>
        </p:txBody>
      </p:sp>
      <p:sp>
        <p:nvSpPr>
          <p:cNvPr id="293" name="Google Shape;293;p16"/>
          <p:cNvSpPr txBox="1"/>
          <p:nvPr/>
        </p:nvSpPr>
        <p:spPr>
          <a:xfrm>
            <a:off x="6721013" y="3158556"/>
            <a:ext cx="1458300" cy="362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Roboto"/>
                <a:ea typeface="Roboto"/>
                <a:cs typeface="Roboto"/>
                <a:sym typeface="Roboto"/>
              </a:rPr>
              <a:t>Oportunidad</a:t>
            </a:r>
            <a:endParaRPr b="1">
              <a:solidFill>
                <a:schemeClr val="dk1"/>
              </a:solidFill>
              <a:latin typeface="Roboto"/>
              <a:ea typeface="Roboto"/>
              <a:cs typeface="Roboto"/>
              <a:sym typeface="Roboto"/>
            </a:endParaRPr>
          </a:p>
        </p:txBody>
      </p:sp>
      <p:sp>
        <p:nvSpPr>
          <p:cNvPr id="294" name="Google Shape;294;p16"/>
          <p:cNvSpPr txBox="1"/>
          <p:nvPr/>
        </p:nvSpPr>
        <p:spPr>
          <a:xfrm>
            <a:off x="1137788" y="3277431"/>
            <a:ext cx="1458300" cy="3624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b="1" lang="en">
                <a:solidFill>
                  <a:schemeClr val="dk1"/>
                </a:solidFill>
                <a:latin typeface="Roboto"/>
                <a:ea typeface="Roboto"/>
                <a:cs typeface="Roboto"/>
                <a:sym typeface="Roboto"/>
              </a:rPr>
              <a:t>Relevancia</a:t>
            </a:r>
            <a:endParaRPr b="1">
              <a:solidFill>
                <a:schemeClr val="dk1"/>
              </a:solidFill>
              <a:latin typeface="Roboto"/>
              <a:ea typeface="Roboto"/>
              <a:cs typeface="Roboto"/>
              <a:sym typeface="Roboto"/>
            </a:endParaRPr>
          </a:p>
        </p:txBody>
      </p:sp>
      <p:sp>
        <p:nvSpPr>
          <p:cNvPr id="295" name="Google Shape;295;p16"/>
          <p:cNvSpPr txBox="1"/>
          <p:nvPr/>
        </p:nvSpPr>
        <p:spPr>
          <a:xfrm>
            <a:off x="1040561" y="1761706"/>
            <a:ext cx="1458300" cy="3624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b="1" lang="en">
                <a:solidFill>
                  <a:schemeClr val="dk1"/>
                </a:solidFill>
                <a:latin typeface="Roboto"/>
                <a:ea typeface="Roboto"/>
                <a:cs typeface="Roboto"/>
                <a:sym typeface="Roboto"/>
              </a:rPr>
              <a:t>Contexto del mercado</a:t>
            </a:r>
            <a:endParaRPr b="1">
              <a:solidFill>
                <a:schemeClr val="dk1"/>
              </a:solidFill>
              <a:latin typeface="Roboto"/>
              <a:ea typeface="Roboto"/>
              <a:cs typeface="Roboto"/>
              <a:sym typeface="Roboto"/>
            </a:endParaRPr>
          </a:p>
        </p:txBody>
      </p:sp>
      <p:sp>
        <p:nvSpPr>
          <p:cNvPr id="296" name="Google Shape;296;p16"/>
          <p:cNvSpPr txBox="1"/>
          <p:nvPr/>
        </p:nvSpPr>
        <p:spPr>
          <a:xfrm>
            <a:off x="6645140" y="1761706"/>
            <a:ext cx="1458300" cy="362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Roboto"/>
                <a:ea typeface="Roboto"/>
                <a:cs typeface="Roboto"/>
                <a:sym typeface="Roboto"/>
              </a:rPr>
              <a:t>Problema </a:t>
            </a:r>
            <a:endParaRPr b="1">
              <a:solidFill>
                <a:schemeClr val="dk1"/>
              </a:solidFill>
              <a:latin typeface="Roboto"/>
              <a:ea typeface="Roboto"/>
              <a:cs typeface="Roboto"/>
              <a:sym typeface="Roboto"/>
            </a:endParaRPr>
          </a:p>
        </p:txBody>
      </p:sp>
      <p:sp>
        <p:nvSpPr>
          <p:cNvPr id="297" name="Google Shape;297;p16"/>
          <p:cNvSpPr txBox="1"/>
          <p:nvPr>
            <p:ph type="title"/>
          </p:nvPr>
        </p:nvSpPr>
        <p:spPr>
          <a:xfrm>
            <a:off x="2924350" y="539496"/>
            <a:ext cx="3514500" cy="61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Contexto y Oportunidad de Negocio</a:t>
            </a:r>
            <a:endParaRPr/>
          </a:p>
          <a:p>
            <a:pPr indent="0" lvl="0" marL="0" rtl="0" algn="ctr">
              <a:spcBef>
                <a:spcPts val="0"/>
              </a:spcBef>
              <a:spcAft>
                <a:spcPts val="0"/>
              </a:spcAft>
              <a:buClr>
                <a:schemeClr val="dk1"/>
              </a:buClr>
              <a:buSzPts val="11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p:nvPr/>
        </p:nvSpPr>
        <p:spPr>
          <a:xfrm>
            <a:off x="2255161" y="3194417"/>
            <a:ext cx="4474187" cy="132826"/>
          </a:xfrm>
          <a:custGeom>
            <a:rect b="b" l="l" r="r" t="t"/>
            <a:pathLst>
              <a:path extrusionOk="0" h="9107" w="72686">
                <a:moveTo>
                  <a:pt x="0" y="0"/>
                </a:moveTo>
                <a:lnTo>
                  <a:pt x="0" y="9107"/>
                </a:lnTo>
                <a:lnTo>
                  <a:pt x="72686" y="9107"/>
                </a:lnTo>
                <a:lnTo>
                  <a:pt x="72686" y="0"/>
                </a:lnTo>
                <a:close/>
              </a:path>
            </a:pathLst>
          </a:custGeom>
          <a:solidFill>
            <a:schemeClr val="dk2"/>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17"/>
          <p:cNvGrpSpPr/>
          <p:nvPr/>
        </p:nvGrpSpPr>
        <p:grpSpPr>
          <a:xfrm>
            <a:off x="1205500" y="1520979"/>
            <a:ext cx="1551927" cy="1806256"/>
            <a:chOff x="1205500" y="1776413"/>
            <a:chExt cx="1551927" cy="1806256"/>
          </a:xfrm>
        </p:grpSpPr>
        <p:sp>
          <p:nvSpPr>
            <p:cNvPr id="304" name="Google Shape;304;p17"/>
            <p:cNvSpPr/>
            <p:nvPr/>
          </p:nvSpPr>
          <p:spPr>
            <a:xfrm>
              <a:off x="1205500" y="1776413"/>
              <a:ext cx="1551927" cy="651409"/>
            </a:xfrm>
            <a:custGeom>
              <a:rect b="b" l="l" r="r" t="t"/>
              <a:pathLst>
                <a:path extrusionOk="0" h="47635" w="90032">
                  <a:moveTo>
                    <a:pt x="44999" y="1"/>
                  </a:moveTo>
                  <a:lnTo>
                    <a:pt x="0" y="43532"/>
                  </a:lnTo>
                  <a:lnTo>
                    <a:pt x="4103" y="47635"/>
                  </a:lnTo>
                  <a:lnTo>
                    <a:pt x="44999" y="8173"/>
                  </a:lnTo>
                  <a:lnTo>
                    <a:pt x="85928" y="47635"/>
                  </a:lnTo>
                  <a:lnTo>
                    <a:pt x="90031" y="43532"/>
                  </a:lnTo>
                  <a:lnTo>
                    <a:pt x="4499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 name="Google Shape;305;p17"/>
            <p:cNvGrpSpPr/>
            <p:nvPr/>
          </p:nvGrpSpPr>
          <p:grpSpPr>
            <a:xfrm>
              <a:off x="1358991" y="1917083"/>
              <a:ext cx="1249722" cy="1001698"/>
              <a:chOff x="1510700" y="1726228"/>
              <a:chExt cx="1447275" cy="1462547"/>
            </a:xfrm>
          </p:grpSpPr>
          <p:sp>
            <p:nvSpPr>
              <p:cNvPr id="306" name="Google Shape;306;p17"/>
              <p:cNvSpPr/>
              <p:nvPr/>
            </p:nvSpPr>
            <p:spPr>
              <a:xfrm>
                <a:off x="1510700" y="1726228"/>
                <a:ext cx="1447200" cy="6960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1510775" y="2412675"/>
                <a:ext cx="1447200" cy="776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 name="Google Shape;308;p17"/>
            <p:cNvSpPr/>
            <p:nvPr/>
          </p:nvSpPr>
          <p:spPr>
            <a:xfrm>
              <a:off x="1737874" y="2252083"/>
              <a:ext cx="491248" cy="491403"/>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09" name="Google Shape;309;p17"/>
            <p:cNvSpPr/>
            <p:nvPr/>
          </p:nvSpPr>
          <p:spPr>
            <a:xfrm>
              <a:off x="1354435" y="3449843"/>
              <a:ext cx="1254080" cy="132826"/>
            </a:xfrm>
            <a:custGeom>
              <a:rect b="b" l="l" r="r" t="t"/>
              <a:pathLst>
                <a:path extrusionOk="0" h="9107" w="72753">
                  <a:moveTo>
                    <a:pt x="1" y="0"/>
                  </a:moveTo>
                  <a:lnTo>
                    <a:pt x="1" y="9107"/>
                  </a:lnTo>
                  <a:lnTo>
                    <a:pt x="72753" y="9107"/>
                  </a:lnTo>
                  <a:lnTo>
                    <a:pt x="72753"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7"/>
            <p:cNvSpPr/>
            <p:nvPr/>
          </p:nvSpPr>
          <p:spPr>
            <a:xfrm>
              <a:off x="1355021" y="3317011"/>
              <a:ext cx="1252925" cy="132840"/>
            </a:xfrm>
            <a:custGeom>
              <a:rect b="b" l="l" r="r" t="t"/>
              <a:pathLst>
                <a:path extrusionOk="0" h="9108" w="72686">
                  <a:moveTo>
                    <a:pt x="0" y="1"/>
                  </a:moveTo>
                  <a:lnTo>
                    <a:pt x="0" y="9107"/>
                  </a:lnTo>
                  <a:lnTo>
                    <a:pt x="72686" y="9107"/>
                  </a:lnTo>
                  <a:lnTo>
                    <a:pt x="72686" y="1"/>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1355021" y="3184193"/>
              <a:ext cx="1252925" cy="132826"/>
            </a:xfrm>
            <a:custGeom>
              <a:rect b="b" l="l" r="r" t="t"/>
              <a:pathLst>
                <a:path extrusionOk="0" h="9107" w="72686">
                  <a:moveTo>
                    <a:pt x="0" y="0"/>
                  </a:moveTo>
                  <a:lnTo>
                    <a:pt x="0" y="9107"/>
                  </a:lnTo>
                  <a:lnTo>
                    <a:pt x="72686" y="9107"/>
                  </a:lnTo>
                  <a:lnTo>
                    <a:pt x="72686"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1355021" y="3051857"/>
              <a:ext cx="1252925" cy="132344"/>
            </a:xfrm>
            <a:custGeom>
              <a:rect b="b" l="l" r="r" t="t"/>
              <a:pathLst>
                <a:path extrusionOk="0" h="9074" w="72686">
                  <a:moveTo>
                    <a:pt x="0" y="0"/>
                  </a:moveTo>
                  <a:lnTo>
                    <a:pt x="0" y="9073"/>
                  </a:lnTo>
                  <a:lnTo>
                    <a:pt x="72686" y="9073"/>
                  </a:lnTo>
                  <a:lnTo>
                    <a:pt x="72686" y="0"/>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p:nvPr/>
          </p:nvSpPr>
          <p:spPr>
            <a:xfrm>
              <a:off x="1355021" y="2919025"/>
              <a:ext cx="1252925" cy="132840"/>
            </a:xfrm>
            <a:custGeom>
              <a:rect b="b" l="l" r="r" t="t"/>
              <a:pathLst>
                <a:path extrusionOk="0" h="9108" w="72686">
                  <a:moveTo>
                    <a:pt x="0" y="1"/>
                  </a:moveTo>
                  <a:lnTo>
                    <a:pt x="0" y="9107"/>
                  </a:lnTo>
                  <a:lnTo>
                    <a:pt x="72686" y="9107"/>
                  </a:lnTo>
                  <a:lnTo>
                    <a:pt x="72686" y="1"/>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17"/>
          <p:cNvGrpSpPr/>
          <p:nvPr/>
        </p:nvGrpSpPr>
        <p:grpSpPr>
          <a:xfrm>
            <a:off x="6388507" y="1520979"/>
            <a:ext cx="1551927" cy="1806256"/>
            <a:chOff x="6388507" y="1776413"/>
            <a:chExt cx="1551927" cy="1806256"/>
          </a:xfrm>
        </p:grpSpPr>
        <p:sp>
          <p:nvSpPr>
            <p:cNvPr id="315" name="Google Shape;315;p17"/>
            <p:cNvSpPr/>
            <p:nvPr/>
          </p:nvSpPr>
          <p:spPr>
            <a:xfrm>
              <a:off x="6388507" y="1776413"/>
              <a:ext cx="1551927" cy="651409"/>
            </a:xfrm>
            <a:custGeom>
              <a:rect b="b" l="l" r="r" t="t"/>
              <a:pathLst>
                <a:path extrusionOk="0" h="47635" w="90032">
                  <a:moveTo>
                    <a:pt x="44999" y="1"/>
                  </a:moveTo>
                  <a:lnTo>
                    <a:pt x="0" y="43532"/>
                  </a:lnTo>
                  <a:lnTo>
                    <a:pt x="4103" y="47635"/>
                  </a:lnTo>
                  <a:lnTo>
                    <a:pt x="44999" y="8173"/>
                  </a:lnTo>
                  <a:lnTo>
                    <a:pt x="85929" y="47635"/>
                  </a:lnTo>
                  <a:lnTo>
                    <a:pt x="90031" y="43532"/>
                  </a:lnTo>
                  <a:lnTo>
                    <a:pt x="4499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17"/>
            <p:cNvGrpSpPr/>
            <p:nvPr/>
          </p:nvGrpSpPr>
          <p:grpSpPr>
            <a:xfrm>
              <a:off x="6537466" y="1917083"/>
              <a:ext cx="1249722" cy="1001698"/>
              <a:chOff x="1510700" y="1726228"/>
              <a:chExt cx="1447275" cy="1462547"/>
            </a:xfrm>
          </p:grpSpPr>
          <p:sp>
            <p:nvSpPr>
              <p:cNvPr id="317" name="Google Shape;317;p17"/>
              <p:cNvSpPr/>
              <p:nvPr/>
            </p:nvSpPr>
            <p:spPr>
              <a:xfrm>
                <a:off x="1510700" y="1726228"/>
                <a:ext cx="1447200" cy="6960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p:nvPr/>
            </p:nvSpPr>
            <p:spPr>
              <a:xfrm>
                <a:off x="1510775" y="2412675"/>
                <a:ext cx="1447200" cy="776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17"/>
            <p:cNvGrpSpPr/>
            <p:nvPr/>
          </p:nvGrpSpPr>
          <p:grpSpPr>
            <a:xfrm>
              <a:off x="6888317" y="2237646"/>
              <a:ext cx="543983" cy="520253"/>
              <a:chOff x="5045500" y="842250"/>
              <a:chExt cx="503875" cy="481850"/>
            </a:xfrm>
          </p:grpSpPr>
          <p:sp>
            <p:nvSpPr>
              <p:cNvPr id="320" name="Google Shape;320;p17"/>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21" name="Google Shape;321;p17"/>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322" name="Google Shape;322;p17"/>
            <p:cNvSpPr/>
            <p:nvPr/>
          </p:nvSpPr>
          <p:spPr>
            <a:xfrm>
              <a:off x="6537436" y="3449843"/>
              <a:ext cx="1254080" cy="132826"/>
            </a:xfrm>
            <a:custGeom>
              <a:rect b="b" l="l" r="r" t="t"/>
              <a:pathLst>
                <a:path extrusionOk="0" h="9107" w="72753">
                  <a:moveTo>
                    <a:pt x="1" y="0"/>
                  </a:moveTo>
                  <a:lnTo>
                    <a:pt x="1" y="9107"/>
                  </a:lnTo>
                  <a:lnTo>
                    <a:pt x="72753" y="9107"/>
                  </a:lnTo>
                  <a:lnTo>
                    <a:pt x="72753"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6538022" y="3317011"/>
              <a:ext cx="1252925" cy="132840"/>
            </a:xfrm>
            <a:custGeom>
              <a:rect b="b" l="l" r="r" t="t"/>
              <a:pathLst>
                <a:path extrusionOk="0" h="9108" w="72686">
                  <a:moveTo>
                    <a:pt x="0" y="1"/>
                  </a:moveTo>
                  <a:lnTo>
                    <a:pt x="0" y="9107"/>
                  </a:lnTo>
                  <a:lnTo>
                    <a:pt x="72686" y="9107"/>
                  </a:lnTo>
                  <a:lnTo>
                    <a:pt x="72686" y="1"/>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6538022" y="3184193"/>
              <a:ext cx="1252925" cy="132826"/>
            </a:xfrm>
            <a:custGeom>
              <a:rect b="b" l="l" r="r" t="t"/>
              <a:pathLst>
                <a:path extrusionOk="0" h="9107" w="72686">
                  <a:moveTo>
                    <a:pt x="0" y="0"/>
                  </a:moveTo>
                  <a:lnTo>
                    <a:pt x="0" y="9107"/>
                  </a:lnTo>
                  <a:lnTo>
                    <a:pt x="72686" y="9107"/>
                  </a:lnTo>
                  <a:lnTo>
                    <a:pt x="72686" y="0"/>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6538022" y="3051857"/>
              <a:ext cx="1252925" cy="132344"/>
            </a:xfrm>
            <a:custGeom>
              <a:rect b="b" l="l" r="r" t="t"/>
              <a:pathLst>
                <a:path extrusionOk="0" h="9074" w="72686">
                  <a:moveTo>
                    <a:pt x="0" y="0"/>
                  </a:moveTo>
                  <a:lnTo>
                    <a:pt x="0" y="9073"/>
                  </a:lnTo>
                  <a:lnTo>
                    <a:pt x="72686" y="9073"/>
                  </a:lnTo>
                  <a:lnTo>
                    <a:pt x="72686" y="0"/>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6538022" y="2919025"/>
              <a:ext cx="1252925" cy="132840"/>
            </a:xfrm>
            <a:custGeom>
              <a:rect b="b" l="l" r="r" t="t"/>
              <a:pathLst>
                <a:path extrusionOk="0" h="9108" w="72686">
                  <a:moveTo>
                    <a:pt x="0" y="1"/>
                  </a:moveTo>
                  <a:lnTo>
                    <a:pt x="0" y="9107"/>
                  </a:lnTo>
                  <a:lnTo>
                    <a:pt x="72686" y="9107"/>
                  </a:lnTo>
                  <a:lnTo>
                    <a:pt x="72686" y="1"/>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17"/>
          <p:cNvSpPr txBox="1"/>
          <p:nvPr/>
        </p:nvSpPr>
        <p:spPr>
          <a:xfrm>
            <a:off x="3678363" y="3422204"/>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600">
                <a:latin typeface="Roboto"/>
                <a:ea typeface="Roboto"/>
                <a:cs typeface="Roboto"/>
                <a:sym typeface="Roboto"/>
              </a:rPr>
              <a:t>Preguntas Clave</a:t>
            </a:r>
            <a:endParaRPr b="1" sz="1600">
              <a:solidFill>
                <a:srgbClr val="000000"/>
              </a:solidFill>
              <a:latin typeface="Roboto"/>
              <a:ea typeface="Roboto"/>
              <a:cs typeface="Roboto"/>
              <a:sym typeface="Roboto"/>
            </a:endParaRPr>
          </a:p>
        </p:txBody>
      </p:sp>
      <p:sp>
        <p:nvSpPr>
          <p:cNvPr id="328" name="Google Shape;328;p17"/>
          <p:cNvSpPr txBox="1"/>
          <p:nvPr/>
        </p:nvSpPr>
        <p:spPr>
          <a:xfrm>
            <a:off x="872813" y="3418767"/>
            <a:ext cx="22173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600">
                <a:latin typeface="Roboto"/>
                <a:ea typeface="Roboto"/>
                <a:cs typeface="Roboto"/>
                <a:sym typeface="Roboto"/>
              </a:rPr>
              <a:t>Objetivo General</a:t>
            </a:r>
            <a:endParaRPr b="1" sz="1600">
              <a:solidFill>
                <a:srgbClr val="000000"/>
              </a:solidFill>
              <a:latin typeface="Roboto"/>
              <a:ea typeface="Roboto"/>
              <a:cs typeface="Roboto"/>
              <a:sym typeface="Roboto"/>
            </a:endParaRPr>
          </a:p>
        </p:txBody>
      </p:sp>
      <p:sp>
        <p:nvSpPr>
          <p:cNvPr id="329" name="Google Shape;329;p17"/>
          <p:cNvSpPr txBox="1"/>
          <p:nvPr/>
        </p:nvSpPr>
        <p:spPr>
          <a:xfrm>
            <a:off x="634750" y="3777254"/>
            <a:ext cx="2693400" cy="538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1200">
                <a:latin typeface="Roboto"/>
                <a:ea typeface="Roboto"/>
                <a:cs typeface="Roboto"/>
                <a:sym typeface="Roboto"/>
              </a:rPr>
              <a:t>Que las propiedades se publiquen con un </a:t>
            </a:r>
            <a:r>
              <a:rPr b="1" lang="en" sz="1200">
                <a:latin typeface="Roboto"/>
                <a:ea typeface="Roboto"/>
                <a:cs typeface="Roboto"/>
                <a:sym typeface="Roboto"/>
              </a:rPr>
              <a:t>precio justo</a:t>
            </a:r>
            <a:r>
              <a:rPr lang="en" sz="1200">
                <a:latin typeface="Roboto"/>
                <a:ea typeface="Roboto"/>
                <a:cs typeface="Roboto"/>
                <a:sym typeface="Roboto"/>
              </a:rPr>
              <a:t> y que Lianjia pueda ajustar ese precio </a:t>
            </a:r>
            <a:r>
              <a:rPr b="1" lang="en" sz="1200">
                <a:latin typeface="Roboto"/>
                <a:ea typeface="Roboto"/>
                <a:cs typeface="Roboto"/>
                <a:sym typeface="Roboto"/>
              </a:rPr>
              <a:t>dinámicamente</a:t>
            </a:r>
            <a:r>
              <a:rPr lang="en" sz="1200">
                <a:latin typeface="Roboto"/>
                <a:ea typeface="Roboto"/>
                <a:cs typeface="Roboto"/>
                <a:sym typeface="Roboto"/>
              </a:rPr>
              <a:t> </a:t>
            </a:r>
            <a:endParaRPr sz="1200">
              <a:latin typeface="Roboto"/>
              <a:ea typeface="Roboto"/>
              <a:cs typeface="Roboto"/>
              <a:sym typeface="Roboto"/>
            </a:endParaRPr>
          </a:p>
        </p:txBody>
      </p:sp>
      <p:sp>
        <p:nvSpPr>
          <p:cNvPr id="330" name="Google Shape;330;p17"/>
          <p:cNvSpPr txBox="1"/>
          <p:nvPr/>
        </p:nvSpPr>
        <p:spPr>
          <a:xfrm>
            <a:off x="3191575" y="3777250"/>
            <a:ext cx="2934000" cy="538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200">
                <a:latin typeface="Roboto"/>
                <a:ea typeface="Roboto"/>
                <a:cs typeface="Roboto"/>
                <a:sym typeface="Roboto"/>
              </a:rPr>
              <a:t>¿Qué </a:t>
            </a:r>
            <a:r>
              <a:rPr b="1" lang="en" sz="1200">
                <a:latin typeface="Roboto"/>
                <a:ea typeface="Roboto"/>
                <a:cs typeface="Roboto"/>
                <a:sym typeface="Roboto"/>
              </a:rPr>
              <a:t>factores</a:t>
            </a:r>
            <a:r>
              <a:rPr lang="en" sz="1200">
                <a:latin typeface="Roboto"/>
                <a:ea typeface="Roboto"/>
                <a:cs typeface="Roboto"/>
                <a:sym typeface="Roboto"/>
              </a:rPr>
              <a:t> explican mejor el </a:t>
            </a:r>
            <a:r>
              <a:rPr b="1" lang="en" sz="1200">
                <a:latin typeface="Roboto"/>
                <a:ea typeface="Roboto"/>
                <a:cs typeface="Roboto"/>
                <a:sym typeface="Roboto"/>
              </a:rPr>
              <a:t>precio</a:t>
            </a:r>
            <a:r>
              <a:rPr lang="en" sz="1200">
                <a:latin typeface="Roboto"/>
                <a:ea typeface="Roboto"/>
                <a:cs typeface="Roboto"/>
                <a:sym typeface="Roboto"/>
              </a:rPr>
              <a:t>?</a:t>
            </a:r>
            <a:endParaRPr sz="1200">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t>
            </a:r>
            <a:r>
              <a:rPr lang="en" sz="1200">
                <a:latin typeface="Roboto"/>
                <a:ea typeface="Roboto"/>
                <a:cs typeface="Roboto"/>
                <a:sym typeface="Roboto"/>
              </a:rPr>
              <a:t>Cómo</a:t>
            </a:r>
            <a:r>
              <a:rPr lang="en" sz="1200">
                <a:latin typeface="Roboto"/>
                <a:ea typeface="Roboto"/>
                <a:cs typeface="Roboto"/>
                <a:sym typeface="Roboto"/>
              </a:rPr>
              <a:t> </a:t>
            </a:r>
            <a:r>
              <a:rPr b="1" lang="en" sz="1200">
                <a:latin typeface="Roboto"/>
                <a:ea typeface="Roboto"/>
                <a:cs typeface="Roboto"/>
                <a:sym typeface="Roboto"/>
              </a:rPr>
              <a:t>interactúan</a:t>
            </a:r>
            <a:r>
              <a:rPr lang="en" sz="1200">
                <a:latin typeface="Roboto"/>
                <a:ea typeface="Roboto"/>
                <a:cs typeface="Roboto"/>
                <a:sym typeface="Roboto"/>
              </a:rPr>
              <a:t> los factores?</a:t>
            </a:r>
            <a:endParaRPr sz="1200">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lang="en" sz="1200">
                <a:latin typeface="Roboto"/>
                <a:ea typeface="Roboto"/>
                <a:cs typeface="Roboto"/>
                <a:sym typeface="Roboto"/>
              </a:rPr>
              <a:t>¿Se puede predecir el precio con un </a:t>
            </a:r>
            <a:r>
              <a:rPr b="1" lang="en" sz="1200">
                <a:latin typeface="Roboto"/>
                <a:ea typeface="Roboto"/>
                <a:cs typeface="Roboto"/>
                <a:sym typeface="Roboto"/>
              </a:rPr>
              <a:t>modelo confiable</a:t>
            </a:r>
            <a:r>
              <a:rPr lang="en" sz="1200">
                <a:latin typeface="Roboto"/>
                <a:ea typeface="Roboto"/>
                <a:cs typeface="Roboto"/>
                <a:sym typeface="Roboto"/>
              </a:rPr>
              <a:t>?</a:t>
            </a:r>
            <a:endParaRPr sz="1200">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lnSpc>
                <a:spcPct val="115000"/>
              </a:lnSpc>
              <a:spcBef>
                <a:spcPts val="160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lnSpc>
                <a:spcPct val="115000"/>
              </a:lnSpc>
              <a:spcBef>
                <a:spcPts val="1600"/>
              </a:spcBef>
              <a:spcAft>
                <a:spcPts val="0"/>
              </a:spcAft>
              <a:buClr>
                <a:schemeClr val="dk1"/>
              </a:buClr>
              <a:buSzPts val="1100"/>
              <a:buFont typeface="Arial"/>
              <a:buNone/>
            </a:pPr>
            <a:r>
              <a:t/>
            </a:r>
            <a:endParaRPr sz="1200">
              <a:latin typeface="Roboto"/>
              <a:ea typeface="Roboto"/>
              <a:cs typeface="Roboto"/>
              <a:sym typeface="Roboto"/>
            </a:endParaRPr>
          </a:p>
          <a:p>
            <a:pPr indent="0" lvl="0" marL="0" rtl="0" algn="ctr">
              <a:lnSpc>
                <a:spcPct val="115000"/>
              </a:lnSpc>
              <a:spcBef>
                <a:spcPts val="1600"/>
              </a:spcBef>
              <a:spcAft>
                <a:spcPts val="1600"/>
              </a:spcAft>
              <a:buNone/>
            </a:pPr>
            <a:r>
              <a:t/>
            </a:r>
            <a:endParaRPr sz="1200">
              <a:latin typeface="Roboto"/>
              <a:ea typeface="Roboto"/>
              <a:cs typeface="Roboto"/>
              <a:sym typeface="Roboto"/>
            </a:endParaRPr>
          </a:p>
        </p:txBody>
      </p:sp>
      <p:sp>
        <p:nvSpPr>
          <p:cNvPr id="331" name="Google Shape;331;p17"/>
          <p:cNvSpPr txBox="1"/>
          <p:nvPr/>
        </p:nvSpPr>
        <p:spPr>
          <a:xfrm>
            <a:off x="6269863" y="3418766"/>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600">
                <a:latin typeface="Roboto"/>
                <a:ea typeface="Roboto"/>
                <a:cs typeface="Roboto"/>
                <a:sym typeface="Roboto"/>
              </a:rPr>
              <a:t>Relevancia</a:t>
            </a:r>
            <a:endParaRPr b="1" sz="1600">
              <a:solidFill>
                <a:srgbClr val="000000"/>
              </a:solidFill>
              <a:latin typeface="Roboto"/>
              <a:ea typeface="Roboto"/>
              <a:cs typeface="Roboto"/>
              <a:sym typeface="Roboto"/>
            </a:endParaRPr>
          </a:p>
        </p:txBody>
      </p:sp>
      <p:sp>
        <p:nvSpPr>
          <p:cNvPr id="332" name="Google Shape;332;p17"/>
          <p:cNvSpPr txBox="1"/>
          <p:nvPr/>
        </p:nvSpPr>
        <p:spPr>
          <a:xfrm>
            <a:off x="6227024" y="3777250"/>
            <a:ext cx="2693400" cy="5382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000000"/>
              </a:buClr>
              <a:buSzPts val="1200"/>
              <a:buFont typeface="Roboto"/>
              <a:buChar char="-"/>
            </a:pPr>
            <a:r>
              <a:rPr lang="en" sz="1200">
                <a:latin typeface="Roboto"/>
                <a:ea typeface="Roboto"/>
                <a:cs typeface="Roboto"/>
                <a:sym typeface="Roboto"/>
              </a:rPr>
              <a:t>Precisión</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Transparencia</a:t>
            </a:r>
            <a:endParaRPr b="1"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Adaptación</a:t>
            </a:r>
            <a:endParaRPr b="1" sz="1200">
              <a:latin typeface="Roboto"/>
              <a:ea typeface="Roboto"/>
              <a:cs typeface="Roboto"/>
              <a:sym typeface="Roboto"/>
            </a:endParaRPr>
          </a:p>
        </p:txBody>
      </p:sp>
      <p:grpSp>
        <p:nvGrpSpPr>
          <p:cNvPr id="333" name="Google Shape;333;p17"/>
          <p:cNvGrpSpPr/>
          <p:nvPr/>
        </p:nvGrpSpPr>
        <p:grpSpPr>
          <a:xfrm>
            <a:off x="3797010" y="1520979"/>
            <a:ext cx="1551927" cy="1806256"/>
            <a:chOff x="3797010" y="1776413"/>
            <a:chExt cx="1551927" cy="1806256"/>
          </a:xfrm>
        </p:grpSpPr>
        <p:sp>
          <p:nvSpPr>
            <p:cNvPr id="334" name="Google Shape;334;p17"/>
            <p:cNvSpPr/>
            <p:nvPr/>
          </p:nvSpPr>
          <p:spPr>
            <a:xfrm>
              <a:off x="3797010" y="1776413"/>
              <a:ext cx="1551927" cy="651409"/>
            </a:xfrm>
            <a:custGeom>
              <a:rect b="b" l="l" r="r" t="t"/>
              <a:pathLst>
                <a:path extrusionOk="0" h="47635" w="90032">
                  <a:moveTo>
                    <a:pt x="44999" y="1"/>
                  </a:moveTo>
                  <a:lnTo>
                    <a:pt x="0" y="43532"/>
                  </a:lnTo>
                  <a:lnTo>
                    <a:pt x="4103" y="47635"/>
                  </a:lnTo>
                  <a:lnTo>
                    <a:pt x="44999" y="8173"/>
                  </a:lnTo>
                  <a:lnTo>
                    <a:pt x="85928" y="47635"/>
                  </a:lnTo>
                  <a:lnTo>
                    <a:pt x="90031" y="43532"/>
                  </a:lnTo>
                  <a:lnTo>
                    <a:pt x="4499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 name="Google Shape;335;p17"/>
            <p:cNvGrpSpPr/>
            <p:nvPr/>
          </p:nvGrpSpPr>
          <p:grpSpPr>
            <a:xfrm>
              <a:off x="3948245" y="1917083"/>
              <a:ext cx="1249722" cy="1001698"/>
              <a:chOff x="1510700" y="1726228"/>
              <a:chExt cx="1447275" cy="1462547"/>
            </a:xfrm>
          </p:grpSpPr>
          <p:sp>
            <p:nvSpPr>
              <p:cNvPr id="336" name="Google Shape;336;p17"/>
              <p:cNvSpPr/>
              <p:nvPr/>
            </p:nvSpPr>
            <p:spPr>
              <a:xfrm>
                <a:off x="1510700" y="1726228"/>
                <a:ext cx="1447200" cy="6960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1510775" y="2412675"/>
                <a:ext cx="1447200" cy="776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 name="Google Shape;338;p17"/>
            <p:cNvSpPr/>
            <p:nvPr/>
          </p:nvSpPr>
          <p:spPr>
            <a:xfrm>
              <a:off x="3945942" y="3449843"/>
              <a:ext cx="1254080" cy="132826"/>
            </a:xfrm>
            <a:custGeom>
              <a:rect b="b" l="l" r="r" t="t"/>
              <a:pathLst>
                <a:path extrusionOk="0" h="9107" w="72753">
                  <a:moveTo>
                    <a:pt x="1" y="0"/>
                  </a:moveTo>
                  <a:lnTo>
                    <a:pt x="1" y="9107"/>
                  </a:lnTo>
                  <a:lnTo>
                    <a:pt x="72753" y="9107"/>
                  </a:lnTo>
                  <a:lnTo>
                    <a:pt x="72753"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a:off x="3946528" y="3317011"/>
              <a:ext cx="1252925" cy="132840"/>
            </a:xfrm>
            <a:custGeom>
              <a:rect b="b" l="l" r="r" t="t"/>
              <a:pathLst>
                <a:path extrusionOk="0" h="9108" w="72686">
                  <a:moveTo>
                    <a:pt x="0" y="1"/>
                  </a:moveTo>
                  <a:lnTo>
                    <a:pt x="0" y="9107"/>
                  </a:lnTo>
                  <a:lnTo>
                    <a:pt x="72686" y="9107"/>
                  </a:lnTo>
                  <a:lnTo>
                    <a:pt x="72686" y="1"/>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3946528" y="3184193"/>
              <a:ext cx="1252925" cy="132826"/>
            </a:xfrm>
            <a:custGeom>
              <a:rect b="b" l="l" r="r" t="t"/>
              <a:pathLst>
                <a:path extrusionOk="0" h="9107" w="72686">
                  <a:moveTo>
                    <a:pt x="0" y="0"/>
                  </a:moveTo>
                  <a:lnTo>
                    <a:pt x="0" y="9107"/>
                  </a:lnTo>
                  <a:lnTo>
                    <a:pt x="72686" y="9107"/>
                  </a:lnTo>
                  <a:lnTo>
                    <a:pt x="72686"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p:nvPr/>
          </p:nvSpPr>
          <p:spPr>
            <a:xfrm>
              <a:off x="3946528" y="3051857"/>
              <a:ext cx="1252925" cy="132344"/>
            </a:xfrm>
            <a:custGeom>
              <a:rect b="b" l="l" r="r" t="t"/>
              <a:pathLst>
                <a:path extrusionOk="0" h="9074" w="72686">
                  <a:moveTo>
                    <a:pt x="0" y="0"/>
                  </a:moveTo>
                  <a:lnTo>
                    <a:pt x="0" y="9073"/>
                  </a:lnTo>
                  <a:lnTo>
                    <a:pt x="72686" y="9073"/>
                  </a:lnTo>
                  <a:lnTo>
                    <a:pt x="72686" y="0"/>
                  </a:lnTo>
                  <a:close/>
                </a:path>
              </a:pathLst>
            </a:custGeom>
            <a:solidFill>
              <a:schemeClr val="accent4"/>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3946528" y="2919025"/>
              <a:ext cx="1252925" cy="132840"/>
            </a:xfrm>
            <a:custGeom>
              <a:rect b="b" l="l" r="r" t="t"/>
              <a:pathLst>
                <a:path extrusionOk="0" h="9108" w="72686">
                  <a:moveTo>
                    <a:pt x="0" y="1"/>
                  </a:moveTo>
                  <a:lnTo>
                    <a:pt x="0" y="9107"/>
                  </a:lnTo>
                  <a:lnTo>
                    <a:pt x="72686" y="9107"/>
                  </a:lnTo>
                  <a:lnTo>
                    <a:pt x="72686" y="1"/>
                  </a:lnTo>
                  <a:close/>
                </a:path>
              </a:pathLst>
            </a:custGeom>
            <a:solidFill>
              <a:schemeClr val="accent1"/>
            </a:solidFill>
            <a:ln cap="flat" cmpd="sng" w="19050">
              <a:solidFill>
                <a:schemeClr val="lt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rot="10800000">
              <a:off x="4295636" y="2246683"/>
              <a:ext cx="552589" cy="486392"/>
            </a:xfrm>
            <a:custGeom>
              <a:rect b="b" l="l" r="r" t="t"/>
              <a:pathLst>
                <a:path extrusionOk="0" h="15004" w="17046">
                  <a:moveTo>
                    <a:pt x="3703" y="1"/>
                  </a:moveTo>
                  <a:cubicBezTo>
                    <a:pt x="3469" y="1"/>
                    <a:pt x="3303" y="168"/>
                    <a:pt x="3303" y="401"/>
                  </a:cubicBezTo>
                  <a:lnTo>
                    <a:pt x="3303" y="5471"/>
                  </a:lnTo>
                  <a:cubicBezTo>
                    <a:pt x="3303" y="5705"/>
                    <a:pt x="3436" y="6005"/>
                    <a:pt x="3603" y="6139"/>
                  </a:cubicBezTo>
                  <a:lnTo>
                    <a:pt x="8239" y="10809"/>
                  </a:lnTo>
                  <a:cubicBezTo>
                    <a:pt x="8323" y="10892"/>
                    <a:pt x="8423" y="10934"/>
                    <a:pt x="8523" y="10934"/>
                  </a:cubicBezTo>
                  <a:cubicBezTo>
                    <a:pt x="8623" y="10934"/>
                    <a:pt x="8723" y="10892"/>
                    <a:pt x="8806" y="10809"/>
                  </a:cubicBezTo>
                  <a:lnTo>
                    <a:pt x="13276" y="6339"/>
                  </a:lnTo>
                  <a:cubicBezTo>
                    <a:pt x="13443" y="6172"/>
                    <a:pt x="13577" y="5872"/>
                    <a:pt x="13577" y="5638"/>
                  </a:cubicBezTo>
                  <a:lnTo>
                    <a:pt x="13577" y="401"/>
                  </a:lnTo>
                  <a:cubicBezTo>
                    <a:pt x="13577" y="168"/>
                    <a:pt x="13376" y="1"/>
                    <a:pt x="13176" y="1"/>
                  </a:cubicBezTo>
                  <a:lnTo>
                    <a:pt x="10674" y="1"/>
                  </a:lnTo>
                  <a:cubicBezTo>
                    <a:pt x="10474" y="1"/>
                    <a:pt x="10274" y="168"/>
                    <a:pt x="10274" y="401"/>
                  </a:cubicBezTo>
                  <a:lnTo>
                    <a:pt x="10274" y="4037"/>
                  </a:lnTo>
                  <a:cubicBezTo>
                    <a:pt x="10274" y="4237"/>
                    <a:pt x="10107" y="4437"/>
                    <a:pt x="9874" y="4437"/>
                  </a:cubicBezTo>
                  <a:lnTo>
                    <a:pt x="7172" y="4437"/>
                  </a:lnTo>
                  <a:cubicBezTo>
                    <a:pt x="6938" y="4437"/>
                    <a:pt x="6772" y="4237"/>
                    <a:pt x="6772" y="4037"/>
                  </a:cubicBezTo>
                  <a:lnTo>
                    <a:pt x="6772" y="401"/>
                  </a:lnTo>
                  <a:cubicBezTo>
                    <a:pt x="6772" y="168"/>
                    <a:pt x="6572" y="1"/>
                    <a:pt x="6371" y="1"/>
                  </a:cubicBezTo>
                  <a:close/>
                  <a:moveTo>
                    <a:pt x="1305" y="5246"/>
                  </a:moveTo>
                  <a:cubicBezTo>
                    <a:pt x="1201" y="5246"/>
                    <a:pt x="1101" y="5288"/>
                    <a:pt x="1034" y="5371"/>
                  </a:cubicBezTo>
                  <a:lnTo>
                    <a:pt x="167" y="6239"/>
                  </a:lnTo>
                  <a:cubicBezTo>
                    <a:pt x="0" y="6405"/>
                    <a:pt x="0" y="6639"/>
                    <a:pt x="167" y="6806"/>
                  </a:cubicBezTo>
                  <a:lnTo>
                    <a:pt x="8239" y="14878"/>
                  </a:lnTo>
                  <a:cubicBezTo>
                    <a:pt x="8306" y="14962"/>
                    <a:pt x="8406" y="15003"/>
                    <a:pt x="8510" y="15003"/>
                  </a:cubicBezTo>
                  <a:cubicBezTo>
                    <a:pt x="8615" y="15003"/>
                    <a:pt x="8723" y="14962"/>
                    <a:pt x="8806" y="14878"/>
                  </a:cubicBezTo>
                  <a:lnTo>
                    <a:pt x="11308" y="12376"/>
                  </a:lnTo>
                  <a:lnTo>
                    <a:pt x="11308" y="13811"/>
                  </a:lnTo>
                  <a:cubicBezTo>
                    <a:pt x="11308" y="14044"/>
                    <a:pt x="11475" y="14211"/>
                    <a:pt x="11709" y="14211"/>
                  </a:cubicBezTo>
                  <a:lnTo>
                    <a:pt x="13176" y="14211"/>
                  </a:lnTo>
                  <a:cubicBezTo>
                    <a:pt x="13376" y="14211"/>
                    <a:pt x="13577" y="14044"/>
                    <a:pt x="13577" y="13811"/>
                  </a:cubicBezTo>
                  <a:lnTo>
                    <a:pt x="13577" y="10141"/>
                  </a:lnTo>
                  <a:lnTo>
                    <a:pt x="16879" y="6806"/>
                  </a:lnTo>
                  <a:cubicBezTo>
                    <a:pt x="17046" y="6639"/>
                    <a:pt x="17046" y="6405"/>
                    <a:pt x="16879" y="6239"/>
                  </a:cubicBezTo>
                  <a:lnTo>
                    <a:pt x="16012" y="5371"/>
                  </a:lnTo>
                  <a:cubicBezTo>
                    <a:pt x="15928" y="5288"/>
                    <a:pt x="15820" y="5246"/>
                    <a:pt x="15716" y="5246"/>
                  </a:cubicBezTo>
                  <a:cubicBezTo>
                    <a:pt x="15611" y="5246"/>
                    <a:pt x="15511" y="5288"/>
                    <a:pt x="15445" y="5371"/>
                  </a:cubicBezTo>
                  <a:lnTo>
                    <a:pt x="8806" y="12009"/>
                  </a:lnTo>
                  <a:cubicBezTo>
                    <a:pt x="8723" y="12093"/>
                    <a:pt x="8615" y="12135"/>
                    <a:pt x="8510" y="12135"/>
                  </a:cubicBezTo>
                  <a:cubicBezTo>
                    <a:pt x="8406" y="12135"/>
                    <a:pt x="8306" y="12093"/>
                    <a:pt x="8239" y="12009"/>
                  </a:cubicBezTo>
                  <a:lnTo>
                    <a:pt x="1601" y="5371"/>
                  </a:lnTo>
                  <a:cubicBezTo>
                    <a:pt x="1518" y="5288"/>
                    <a:pt x="1410" y="5246"/>
                    <a:pt x="1305" y="524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17"/>
          <p:cNvSpPr txBox="1"/>
          <p:nvPr>
            <p:ph type="title"/>
          </p:nvPr>
        </p:nvSpPr>
        <p:spPr>
          <a:xfrm>
            <a:off x="2787764" y="536650"/>
            <a:ext cx="37416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Objetivo del An</a:t>
            </a:r>
            <a:r>
              <a:rPr lang="en"/>
              <a:t>álisis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8"/>
          <p:cNvSpPr txBox="1"/>
          <p:nvPr>
            <p:ph type="title"/>
          </p:nvPr>
        </p:nvSpPr>
        <p:spPr>
          <a:xfrm>
            <a:off x="2174821" y="642338"/>
            <a:ext cx="48618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Metodología y Datos Utilizados</a:t>
            </a:r>
            <a:endParaRPr/>
          </a:p>
          <a:p>
            <a:pPr indent="0" lvl="0" marL="0" rtl="0" algn="ctr">
              <a:spcBef>
                <a:spcPts val="0"/>
              </a:spcBef>
              <a:spcAft>
                <a:spcPts val="0"/>
              </a:spcAft>
              <a:buClr>
                <a:schemeClr val="dk1"/>
              </a:buClr>
              <a:buSzPts val="1100"/>
              <a:buFont typeface="Arial"/>
              <a:buNone/>
            </a:pPr>
            <a:r>
              <a:t/>
            </a:r>
            <a:endParaRPr/>
          </a:p>
        </p:txBody>
      </p:sp>
      <p:sp>
        <p:nvSpPr>
          <p:cNvPr id="350" name="Google Shape;350;p18"/>
          <p:cNvSpPr/>
          <p:nvPr/>
        </p:nvSpPr>
        <p:spPr>
          <a:xfrm>
            <a:off x="2954376" y="2862861"/>
            <a:ext cx="786873" cy="387306"/>
          </a:xfrm>
          <a:custGeom>
            <a:rect b="b" l="l" r="r" t="t"/>
            <a:pathLst>
              <a:path extrusionOk="0" h="23627" w="48002">
                <a:moveTo>
                  <a:pt x="22475" y="0"/>
                </a:moveTo>
                <a:cubicBezTo>
                  <a:pt x="22035" y="0"/>
                  <a:pt x="21592" y="38"/>
                  <a:pt x="21149" y="110"/>
                </a:cubicBezTo>
                <a:cubicBezTo>
                  <a:pt x="20516" y="310"/>
                  <a:pt x="19915" y="510"/>
                  <a:pt x="19315" y="744"/>
                </a:cubicBezTo>
                <a:cubicBezTo>
                  <a:pt x="18414" y="1177"/>
                  <a:pt x="17647" y="1778"/>
                  <a:pt x="17013" y="2511"/>
                </a:cubicBezTo>
                <a:cubicBezTo>
                  <a:pt x="15946" y="3712"/>
                  <a:pt x="15279" y="5213"/>
                  <a:pt x="15145" y="6815"/>
                </a:cubicBezTo>
                <a:cubicBezTo>
                  <a:pt x="15145" y="6881"/>
                  <a:pt x="15145" y="6948"/>
                  <a:pt x="15145" y="7015"/>
                </a:cubicBezTo>
                <a:cubicBezTo>
                  <a:pt x="14711" y="6881"/>
                  <a:pt x="14244" y="6815"/>
                  <a:pt x="13777" y="6781"/>
                </a:cubicBezTo>
                <a:cubicBezTo>
                  <a:pt x="13177" y="6815"/>
                  <a:pt x="12610" y="6848"/>
                  <a:pt x="12010" y="6881"/>
                </a:cubicBezTo>
                <a:cubicBezTo>
                  <a:pt x="10809" y="7115"/>
                  <a:pt x="9741" y="7615"/>
                  <a:pt x="8807" y="8449"/>
                </a:cubicBezTo>
                <a:cubicBezTo>
                  <a:pt x="7506" y="9583"/>
                  <a:pt x="6672" y="11251"/>
                  <a:pt x="6539" y="12986"/>
                </a:cubicBezTo>
                <a:cubicBezTo>
                  <a:pt x="6506" y="13419"/>
                  <a:pt x="6539" y="13886"/>
                  <a:pt x="6572" y="14320"/>
                </a:cubicBezTo>
                <a:cubicBezTo>
                  <a:pt x="5805" y="14420"/>
                  <a:pt x="5171" y="14620"/>
                  <a:pt x="4237" y="14987"/>
                </a:cubicBezTo>
                <a:cubicBezTo>
                  <a:pt x="3203" y="15421"/>
                  <a:pt x="1802" y="16688"/>
                  <a:pt x="1269" y="17656"/>
                </a:cubicBezTo>
                <a:cubicBezTo>
                  <a:pt x="1002" y="18189"/>
                  <a:pt x="735" y="18723"/>
                  <a:pt x="468" y="19257"/>
                </a:cubicBezTo>
                <a:cubicBezTo>
                  <a:pt x="68" y="20458"/>
                  <a:pt x="1" y="21658"/>
                  <a:pt x="201" y="22859"/>
                </a:cubicBezTo>
                <a:cubicBezTo>
                  <a:pt x="301" y="23126"/>
                  <a:pt x="401" y="23360"/>
                  <a:pt x="468" y="23627"/>
                </a:cubicBezTo>
                <a:lnTo>
                  <a:pt x="47268" y="23627"/>
                </a:lnTo>
                <a:cubicBezTo>
                  <a:pt x="47502" y="22993"/>
                  <a:pt x="47668" y="22326"/>
                  <a:pt x="47735" y="21625"/>
                </a:cubicBezTo>
                <a:cubicBezTo>
                  <a:pt x="48002" y="17989"/>
                  <a:pt x="45066" y="14153"/>
                  <a:pt x="41230" y="14086"/>
                </a:cubicBezTo>
                <a:cubicBezTo>
                  <a:pt x="40530" y="14086"/>
                  <a:pt x="39863" y="14086"/>
                  <a:pt x="39162" y="14120"/>
                </a:cubicBezTo>
                <a:cubicBezTo>
                  <a:pt x="39162" y="13820"/>
                  <a:pt x="39096" y="13553"/>
                  <a:pt x="39062" y="13252"/>
                </a:cubicBezTo>
                <a:cubicBezTo>
                  <a:pt x="38662" y="11184"/>
                  <a:pt x="37428" y="9283"/>
                  <a:pt x="35660" y="8115"/>
                </a:cubicBezTo>
                <a:cubicBezTo>
                  <a:pt x="34315" y="7226"/>
                  <a:pt x="32954" y="6867"/>
                  <a:pt x="31578" y="6867"/>
                </a:cubicBezTo>
                <a:cubicBezTo>
                  <a:pt x="30940" y="6867"/>
                  <a:pt x="30300" y="6944"/>
                  <a:pt x="29655" y="7081"/>
                </a:cubicBezTo>
                <a:cubicBezTo>
                  <a:pt x="29655" y="7048"/>
                  <a:pt x="29655" y="7015"/>
                  <a:pt x="29622" y="6981"/>
                </a:cubicBezTo>
                <a:cubicBezTo>
                  <a:pt x="29622" y="6614"/>
                  <a:pt x="29589" y="6247"/>
                  <a:pt x="29522" y="5881"/>
                </a:cubicBezTo>
                <a:cubicBezTo>
                  <a:pt x="29088" y="3345"/>
                  <a:pt x="27187" y="1211"/>
                  <a:pt x="24785" y="377"/>
                </a:cubicBezTo>
                <a:cubicBezTo>
                  <a:pt x="24037" y="120"/>
                  <a:pt x="23261" y="0"/>
                  <a:pt x="2247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7010413" y="3565075"/>
            <a:ext cx="1536950" cy="814600"/>
          </a:xfrm>
          <a:custGeom>
            <a:rect b="b" l="l" r="r" t="t"/>
            <a:pathLst>
              <a:path extrusionOk="0" h="32584" w="61478">
                <a:moveTo>
                  <a:pt x="22290" y="0"/>
                </a:moveTo>
                <a:cubicBezTo>
                  <a:pt x="20659" y="0"/>
                  <a:pt x="19082" y="372"/>
                  <a:pt x="17580" y="1094"/>
                </a:cubicBezTo>
                <a:lnTo>
                  <a:pt x="17480" y="1128"/>
                </a:lnTo>
                <a:cubicBezTo>
                  <a:pt x="15712" y="1995"/>
                  <a:pt x="14277" y="3262"/>
                  <a:pt x="13210" y="4897"/>
                </a:cubicBezTo>
                <a:cubicBezTo>
                  <a:pt x="11809" y="6965"/>
                  <a:pt x="11175" y="9467"/>
                  <a:pt x="11409" y="11935"/>
                </a:cubicBezTo>
                <a:cubicBezTo>
                  <a:pt x="11042" y="11835"/>
                  <a:pt x="10675" y="11769"/>
                  <a:pt x="10275" y="11769"/>
                </a:cubicBezTo>
                <a:cubicBezTo>
                  <a:pt x="10067" y="11754"/>
                  <a:pt x="9862" y="11746"/>
                  <a:pt x="9658" y="11746"/>
                </a:cubicBezTo>
                <a:cubicBezTo>
                  <a:pt x="8481" y="11746"/>
                  <a:pt x="7352" y="11996"/>
                  <a:pt x="6272" y="12536"/>
                </a:cubicBezTo>
                <a:cubicBezTo>
                  <a:pt x="5038" y="13136"/>
                  <a:pt x="4037" y="14003"/>
                  <a:pt x="3270" y="15138"/>
                </a:cubicBezTo>
                <a:cubicBezTo>
                  <a:pt x="2803" y="15771"/>
                  <a:pt x="2436" y="16472"/>
                  <a:pt x="2169" y="17206"/>
                </a:cubicBezTo>
                <a:cubicBezTo>
                  <a:pt x="1268" y="19841"/>
                  <a:pt x="1802" y="22977"/>
                  <a:pt x="3737" y="25045"/>
                </a:cubicBezTo>
                <a:cubicBezTo>
                  <a:pt x="3770" y="25078"/>
                  <a:pt x="3803" y="25111"/>
                  <a:pt x="3837" y="25145"/>
                </a:cubicBezTo>
                <a:cubicBezTo>
                  <a:pt x="3536" y="25345"/>
                  <a:pt x="3270" y="25578"/>
                  <a:pt x="3003" y="25845"/>
                </a:cubicBezTo>
                <a:cubicBezTo>
                  <a:pt x="2336" y="26446"/>
                  <a:pt x="1735" y="27113"/>
                  <a:pt x="1302" y="27880"/>
                </a:cubicBezTo>
                <a:cubicBezTo>
                  <a:pt x="534" y="29281"/>
                  <a:pt x="67" y="30949"/>
                  <a:pt x="1" y="32583"/>
                </a:cubicBezTo>
                <a:lnTo>
                  <a:pt x="60277" y="32583"/>
                </a:lnTo>
                <a:cubicBezTo>
                  <a:pt x="61178" y="30449"/>
                  <a:pt x="61478" y="28047"/>
                  <a:pt x="61078" y="25912"/>
                </a:cubicBezTo>
                <a:cubicBezTo>
                  <a:pt x="60213" y="21292"/>
                  <a:pt x="55905" y="16739"/>
                  <a:pt x="50925" y="16739"/>
                </a:cubicBezTo>
                <a:cubicBezTo>
                  <a:pt x="50907" y="16739"/>
                  <a:pt x="50888" y="16739"/>
                  <a:pt x="50870" y="16739"/>
                </a:cubicBezTo>
                <a:cubicBezTo>
                  <a:pt x="49736" y="16772"/>
                  <a:pt x="48602" y="16772"/>
                  <a:pt x="47468" y="16805"/>
                </a:cubicBezTo>
                <a:cubicBezTo>
                  <a:pt x="45933" y="12703"/>
                  <a:pt x="42197" y="9300"/>
                  <a:pt x="37661" y="9300"/>
                </a:cubicBezTo>
                <a:cubicBezTo>
                  <a:pt x="36093" y="9300"/>
                  <a:pt x="34525" y="9567"/>
                  <a:pt x="33124" y="10067"/>
                </a:cubicBezTo>
                <a:cubicBezTo>
                  <a:pt x="33091" y="9700"/>
                  <a:pt x="33058" y="9300"/>
                  <a:pt x="32991" y="8933"/>
                </a:cubicBezTo>
                <a:cubicBezTo>
                  <a:pt x="32457" y="6198"/>
                  <a:pt x="30756" y="3296"/>
                  <a:pt x="28321" y="1861"/>
                </a:cubicBezTo>
                <a:cubicBezTo>
                  <a:pt x="28254" y="1861"/>
                  <a:pt x="28221" y="1828"/>
                  <a:pt x="28187" y="1795"/>
                </a:cubicBezTo>
                <a:cubicBezTo>
                  <a:pt x="26620" y="761"/>
                  <a:pt x="24918" y="194"/>
                  <a:pt x="23050" y="27"/>
                </a:cubicBezTo>
                <a:cubicBezTo>
                  <a:pt x="22796" y="9"/>
                  <a:pt x="22542" y="0"/>
                  <a:pt x="222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flipH="1">
            <a:off x="5206411" y="3466325"/>
            <a:ext cx="922338" cy="387338"/>
          </a:xfrm>
          <a:custGeom>
            <a:rect b="b" l="l" r="r" t="t"/>
            <a:pathLst>
              <a:path extrusionOk="0" h="27821" w="66248">
                <a:moveTo>
                  <a:pt x="28621" y="1"/>
                </a:moveTo>
                <a:cubicBezTo>
                  <a:pt x="23217" y="1"/>
                  <a:pt x="18447" y="3436"/>
                  <a:pt x="18013" y="9107"/>
                </a:cubicBezTo>
                <a:cubicBezTo>
                  <a:pt x="17947" y="9741"/>
                  <a:pt x="17980" y="10408"/>
                  <a:pt x="18080" y="11042"/>
                </a:cubicBezTo>
                <a:cubicBezTo>
                  <a:pt x="17947" y="11042"/>
                  <a:pt x="17847" y="11009"/>
                  <a:pt x="17713" y="11009"/>
                </a:cubicBezTo>
                <a:cubicBezTo>
                  <a:pt x="16979" y="11042"/>
                  <a:pt x="16279" y="11075"/>
                  <a:pt x="15545" y="11142"/>
                </a:cubicBezTo>
                <a:cubicBezTo>
                  <a:pt x="14011" y="11409"/>
                  <a:pt x="12676" y="12076"/>
                  <a:pt x="11509" y="13077"/>
                </a:cubicBezTo>
                <a:cubicBezTo>
                  <a:pt x="10108" y="14311"/>
                  <a:pt x="9174" y="15979"/>
                  <a:pt x="8807" y="17780"/>
                </a:cubicBezTo>
                <a:cubicBezTo>
                  <a:pt x="5138" y="18280"/>
                  <a:pt x="1835" y="20649"/>
                  <a:pt x="534" y="24451"/>
                </a:cubicBezTo>
                <a:cubicBezTo>
                  <a:pt x="167" y="25552"/>
                  <a:pt x="1" y="26686"/>
                  <a:pt x="1" y="27787"/>
                </a:cubicBezTo>
                <a:lnTo>
                  <a:pt x="64647" y="27787"/>
                </a:lnTo>
                <a:lnTo>
                  <a:pt x="64647" y="27821"/>
                </a:lnTo>
                <a:cubicBezTo>
                  <a:pt x="65314" y="26620"/>
                  <a:pt x="65748" y="25285"/>
                  <a:pt x="65848" y="23751"/>
                </a:cubicBezTo>
                <a:cubicBezTo>
                  <a:pt x="66248" y="18681"/>
                  <a:pt x="62145" y="13177"/>
                  <a:pt x="56741" y="13177"/>
                </a:cubicBezTo>
                <a:cubicBezTo>
                  <a:pt x="53739" y="13177"/>
                  <a:pt x="50904" y="14244"/>
                  <a:pt x="48936" y="16179"/>
                </a:cubicBezTo>
                <a:cubicBezTo>
                  <a:pt x="48502" y="14878"/>
                  <a:pt x="47835" y="13677"/>
                  <a:pt x="46901" y="12643"/>
                </a:cubicBezTo>
                <a:cubicBezTo>
                  <a:pt x="46234" y="12076"/>
                  <a:pt x="45600" y="11476"/>
                  <a:pt x="44933" y="10908"/>
                </a:cubicBezTo>
                <a:cubicBezTo>
                  <a:pt x="43432" y="9941"/>
                  <a:pt x="41797" y="9374"/>
                  <a:pt x="39996" y="9207"/>
                </a:cubicBezTo>
                <a:lnTo>
                  <a:pt x="37728" y="9341"/>
                </a:lnTo>
                <a:cubicBezTo>
                  <a:pt x="37427" y="4671"/>
                  <a:pt x="33558" y="1"/>
                  <a:pt x="2862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5110014" y="1806167"/>
            <a:ext cx="1085987" cy="456056"/>
          </a:xfrm>
          <a:custGeom>
            <a:rect b="b" l="l" r="r" t="t"/>
            <a:pathLst>
              <a:path extrusionOk="0" h="27821" w="66249">
                <a:moveTo>
                  <a:pt x="28621" y="0"/>
                </a:moveTo>
                <a:cubicBezTo>
                  <a:pt x="23218" y="0"/>
                  <a:pt x="18447" y="3436"/>
                  <a:pt x="18014" y="9107"/>
                </a:cubicBezTo>
                <a:cubicBezTo>
                  <a:pt x="17980" y="9741"/>
                  <a:pt x="18014" y="10408"/>
                  <a:pt x="18081" y="11042"/>
                </a:cubicBezTo>
                <a:cubicBezTo>
                  <a:pt x="17980" y="11042"/>
                  <a:pt x="17847" y="11008"/>
                  <a:pt x="17747" y="11008"/>
                </a:cubicBezTo>
                <a:cubicBezTo>
                  <a:pt x="17013" y="11042"/>
                  <a:pt x="16279" y="11075"/>
                  <a:pt x="15545" y="11142"/>
                </a:cubicBezTo>
                <a:cubicBezTo>
                  <a:pt x="14044" y="11409"/>
                  <a:pt x="12677" y="12076"/>
                  <a:pt x="11509" y="13110"/>
                </a:cubicBezTo>
                <a:cubicBezTo>
                  <a:pt x="10142" y="14311"/>
                  <a:pt x="9208" y="15978"/>
                  <a:pt x="8841" y="17780"/>
                </a:cubicBezTo>
                <a:cubicBezTo>
                  <a:pt x="5138" y="18280"/>
                  <a:pt x="1869" y="20649"/>
                  <a:pt x="535" y="24451"/>
                </a:cubicBezTo>
                <a:cubicBezTo>
                  <a:pt x="168" y="25552"/>
                  <a:pt x="1" y="26686"/>
                  <a:pt x="1" y="27787"/>
                </a:cubicBezTo>
                <a:lnTo>
                  <a:pt x="64647" y="27787"/>
                </a:lnTo>
                <a:lnTo>
                  <a:pt x="64647" y="27820"/>
                </a:lnTo>
                <a:cubicBezTo>
                  <a:pt x="65314" y="26619"/>
                  <a:pt x="65748" y="25285"/>
                  <a:pt x="65881" y="23751"/>
                </a:cubicBezTo>
                <a:cubicBezTo>
                  <a:pt x="66248" y="18680"/>
                  <a:pt x="62145" y="13176"/>
                  <a:pt x="56775" y="13176"/>
                </a:cubicBezTo>
                <a:cubicBezTo>
                  <a:pt x="53739" y="13176"/>
                  <a:pt x="50937" y="14244"/>
                  <a:pt x="48936" y="16179"/>
                </a:cubicBezTo>
                <a:cubicBezTo>
                  <a:pt x="48502" y="14878"/>
                  <a:pt x="47835" y="13677"/>
                  <a:pt x="46934" y="12643"/>
                </a:cubicBezTo>
                <a:cubicBezTo>
                  <a:pt x="46267" y="12076"/>
                  <a:pt x="45600" y="11475"/>
                  <a:pt x="44933" y="10908"/>
                </a:cubicBezTo>
                <a:cubicBezTo>
                  <a:pt x="43432" y="9941"/>
                  <a:pt x="41797" y="9374"/>
                  <a:pt x="40030" y="9207"/>
                </a:cubicBezTo>
                <a:lnTo>
                  <a:pt x="37728" y="9340"/>
                </a:lnTo>
                <a:cubicBezTo>
                  <a:pt x="37428" y="4670"/>
                  <a:pt x="33558" y="0"/>
                  <a:pt x="286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4275318" y="2509490"/>
            <a:ext cx="1552943" cy="1975314"/>
          </a:xfrm>
          <a:custGeom>
            <a:rect b="b" l="l" r="r" t="t"/>
            <a:pathLst>
              <a:path extrusionOk="0" h="140968" w="94735">
                <a:moveTo>
                  <a:pt x="0" y="51937"/>
                </a:moveTo>
                <a:lnTo>
                  <a:pt x="12876" y="51937"/>
                </a:lnTo>
                <a:lnTo>
                  <a:pt x="12876" y="140968"/>
                </a:lnTo>
                <a:lnTo>
                  <a:pt x="42430" y="140968"/>
                </a:lnTo>
                <a:lnTo>
                  <a:pt x="42430" y="106810"/>
                </a:lnTo>
                <a:cubicBezTo>
                  <a:pt x="44832" y="102240"/>
                  <a:pt x="50002" y="102240"/>
                  <a:pt x="52404" y="106810"/>
                </a:cubicBezTo>
                <a:lnTo>
                  <a:pt x="52404" y="140968"/>
                </a:lnTo>
                <a:lnTo>
                  <a:pt x="81925" y="140968"/>
                </a:lnTo>
                <a:lnTo>
                  <a:pt x="81925" y="57141"/>
                </a:lnTo>
                <a:lnTo>
                  <a:pt x="81925" y="51937"/>
                </a:lnTo>
                <a:lnTo>
                  <a:pt x="94734" y="51937"/>
                </a:lnTo>
                <a:lnTo>
                  <a:pt x="81925" y="37794"/>
                </a:lnTo>
                <a:lnTo>
                  <a:pt x="81925" y="14811"/>
                </a:lnTo>
                <a:lnTo>
                  <a:pt x="72352" y="14811"/>
                </a:lnTo>
                <a:lnTo>
                  <a:pt x="72352" y="27286"/>
                </a:lnTo>
                <a:lnTo>
                  <a:pt x="47434" y="0"/>
                </a:lnTo>
                <a:close/>
                <a:moveTo>
                  <a:pt x="61177" y="77756"/>
                </a:moveTo>
                <a:cubicBezTo>
                  <a:pt x="63579" y="73219"/>
                  <a:pt x="68783" y="73219"/>
                  <a:pt x="71184" y="77756"/>
                </a:cubicBezTo>
                <a:lnTo>
                  <a:pt x="71184" y="95835"/>
                </a:lnTo>
                <a:lnTo>
                  <a:pt x="61177" y="95835"/>
                </a:lnTo>
                <a:close/>
                <a:moveTo>
                  <a:pt x="42430" y="77756"/>
                </a:moveTo>
                <a:cubicBezTo>
                  <a:pt x="44832" y="73219"/>
                  <a:pt x="50002" y="73219"/>
                  <a:pt x="52404" y="77756"/>
                </a:cubicBezTo>
                <a:lnTo>
                  <a:pt x="52404" y="95835"/>
                </a:lnTo>
                <a:lnTo>
                  <a:pt x="42430" y="95835"/>
                </a:lnTo>
                <a:close/>
                <a:moveTo>
                  <a:pt x="23684" y="77756"/>
                </a:moveTo>
                <a:cubicBezTo>
                  <a:pt x="26052" y="73219"/>
                  <a:pt x="31656" y="73219"/>
                  <a:pt x="34058" y="77756"/>
                </a:cubicBezTo>
                <a:lnTo>
                  <a:pt x="34058" y="95835"/>
                </a:lnTo>
                <a:lnTo>
                  <a:pt x="23684" y="95835"/>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3315721" y="1485898"/>
            <a:ext cx="1552943" cy="2998969"/>
          </a:xfrm>
          <a:custGeom>
            <a:rect b="b" l="l" r="r" t="t"/>
            <a:pathLst>
              <a:path extrusionOk="0" h="214021" w="94735">
                <a:moveTo>
                  <a:pt x="0" y="51938"/>
                </a:moveTo>
                <a:lnTo>
                  <a:pt x="12910" y="51938"/>
                </a:lnTo>
                <a:lnTo>
                  <a:pt x="12910" y="214021"/>
                </a:lnTo>
                <a:lnTo>
                  <a:pt x="81959" y="214021"/>
                </a:lnTo>
                <a:lnTo>
                  <a:pt x="81959" y="51938"/>
                </a:lnTo>
                <a:lnTo>
                  <a:pt x="94735" y="51938"/>
                </a:lnTo>
                <a:lnTo>
                  <a:pt x="47434" y="1"/>
                </a:lnTo>
                <a:lnTo>
                  <a:pt x="22483" y="27421"/>
                </a:lnTo>
                <a:lnTo>
                  <a:pt x="22483" y="10041"/>
                </a:lnTo>
                <a:lnTo>
                  <a:pt x="12910" y="10041"/>
                </a:lnTo>
                <a:lnTo>
                  <a:pt x="12910" y="37928"/>
                </a:lnTo>
                <a:close/>
                <a:moveTo>
                  <a:pt x="61211" y="165486"/>
                </a:moveTo>
                <a:cubicBezTo>
                  <a:pt x="63579" y="160916"/>
                  <a:pt x="68783" y="160916"/>
                  <a:pt x="71185" y="165486"/>
                </a:cubicBezTo>
                <a:lnTo>
                  <a:pt x="71185" y="183666"/>
                </a:lnTo>
                <a:lnTo>
                  <a:pt x="61211" y="183666"/>
                </a:lnTo>
                <a:close/>
                <a:moveTo>
                  <a:pt x="61211" y="133563"/>
                </a:moveTo>
                <a:cubicBezTo>
                  <a:pt x="63579" y="128993"/>
                  <a:pt x="68783" y="128993"/>
                  <a:pt x="71185" y="133563"/>
                </a:cubicBezTo>
                <a:lnTo>
                  <a:pt x="71185" y="151743"/>
                </a:lnTo>
                <a:lnTo>
                  <a:pt x="61211" y="151743"/>
                </a:lnTo>
                <a:close/>
                <a:moveTo>
                  <a:pt x="61211" y="101607"/>
                </a:moveTo>
                <a:cubicBezTo>
                  <a:pt x="63579" y="97070"/>
                  <a:pt x="68783" y="97070"/>
                  <a:pt x="71185" y="101607"/>
                </a:cubicBezTo>
                <a:lnTo>
                  <a:pt x="71185" y="119820"/>
                </a:lnTo>
                <a:lnTo>
                  <a:pt x="61211" y="119820"/>
                </a:lnTo>
                <a:close/>
                <a:moveTo>
                  <a:pt x="61211" y="69684"/>
                </a:moveTo>
                <a:cubicBezTo>
                  <a:pt x="63579" y="65114"/>
                  <a:pt x="68783" y="65114"/>
                  <a:pt x="71185" y="69684"/>
                </a:cubicBezTo>
                <a:lnTo>
                  <a:pt x="71185" y="87864"/>
                </a:lnTo>
                <a:lnTo>
                  <a:pt x="61211" y="87864"/>
                </a:lnTo>
                <a:close/>
                <a:moveTo>
                  <a:pt x="42431" y="165486"/>
                </a:moveTo>
                <a:cubicBezTo>
                  <a:pt x="44832" y="160916"/>
                  <a:pt x="50036" y="160916"/>
                  <a:pt x="52404" y="165486"/>
                </a:cubicBezTo>
                <a:lnTo>
                  <a:pt x="52404" y="183666"/>
                </a:lnTo>
                <a:lnTo>
                  <a:pt x="42431" y="183666"/>
                </a:lnTo>
                <a:close/>
                <a:moveTo>
                  <a:pt x="42431" y="133563"/>
                </a:moveTo>
                <a:cubicBezTo>
                  <a:pt x="44832" y="128993"/>
                  <a:pt x="50036" y="128993"/>
                  <a:pt x="52404" y="133563"/>
                </a:cubicBezTo>
                <a:lnTo>
                  <a:pt x="52404" y="151743"/>
                </a:lnTo>
                <a:lnTo>
                  <a:pt x="42431" y="151743"/>
                </a:lnTo>
                <a:close/>
                <a:moveTo>
                  <a:pt x="42431" y="101607"/>
                </a:moveTo>
                <a:cubicBezTo>
                  <a:pt x="44832" y="97070"/>
                  <a:pt x="50036" y="97070"/>
                  <a:pt x="52404" y="101607"/>
                </a:cubicBezTo>
                <a:lnTo>
                  <a:pt x="52404" y="119820"/>
                </a:lnTo>
                <a:lnTo>
                  <a:pt x="42431" y="119820"/>
                </a:lnTo>
                <a:close/>
                <a:moveTo>
                  <a:pt x="42431" y="69684"/>
                </a:moveTo>
                <a:cubicBezTo>
                  <a:pt x="44832" y="65114"/>
                  <a:pt x="50036" y="65114"/>
                  <a:pt x="52404" y="69684"/>
                </a:cubicBezTo>
                <a:lnTo>
                  <a:pt x="52404" y="87864"/>
                </a:lnTo>
                <a:lnTo>
                  <a:pt x="42431" y="87864"/>
                </a:lnTo>
                <a:close/>
                <a:moveTo>
                  <a:pt x="23684" y="165486"/>
                </a:moveTo>
                <a:cubicBezTo>
                  <a:pt x="26086" y="160916"/>
                  <a:pt x="31656" y="160916"/>
                  <a:pt x="34058" y="165486"/>
                </a:cubicBezTo>
                <a:lnTo>
                  <a:pt x="34058" y="183666"/>
                </a:lnTo>
                <a:lnTo>
                  <a:pt x="23684" y="183666"/>
                </a:lnTo>
                <a:close/>
                <a:moveTo>
                  <a:pt x="23684" y="133563"/>
                </a:moveTo>
                <a:cubicBezTo>
                  <a:pt x="26086" y="128993"/>
                  <a:pt x="31656" y="128993"/>
                  <a:pt x="34058" y="133563"/>
                </a:cubicBezTo>
                <a:lnTo>
                  <a:pt x="34058" y="151743"/>
                </a:lnTo>
                <a:lnTo>
                  <a:pt x="23684" y="151743"/>
                </a:lnTo>
                <a:close/>
                <a:moveTo>
                  <a:pt x="23684" y="101607"/>
                </a:moveTo>
                <a:cubicBezTo>
                  <a:pt x="26086" y="97070"/>
                  <a:pt x="31656" y="97070"/>
                  <a:pt x="34058" y="101607"/>
                </a:cubicBezTo>
                <a:lnTo>
                  <a:pt x="34058" y="119820"/>
                </a:lnTo>
                <a:lnTo>
                  <a:pt x="23684" y="119820"/>
                </a:lnTo>
                <a:close/>
                <a:moveTo>
                  <a:pt x="23684" y="69684"/>
                </a:moveTo>
                <a:cubicBezTo>
                  <a:pt x="26086" y="65114"/>
                  <a:pt x="31656" y="65114"/>
                  <a:pt x="34058" y="69684"/>
                </a:cubicBezTo>
                <a:lnTo>
                  <a:pt x="34058" y="87864"/>
                </a:lnTo>
                <a:lnTo>
                  <a:pt x="23684" y="87864"/>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txBox="1"/>
          <p:nvPr/>
        </p:nvSpPr>
        <p:spPr>
          <a:xfrm>
            <a:off x="336725" y="2757388"/>
            <a:ext cx="29790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latin typeface="Roboto"/>
                <a:ea typeface="Roboto"/>
                <a:cs typeface="Roboto"/>
                <a:sym typeface="Roboto"/>
              </a:rPr>
              <a:t>Dataset: Housing price in Beijing (Kaggle)</a:t>
            </a:r>
            <a:endParaRPr b="1" sz="2000">
              <a:latin typeface="Roboto"/>
              <a:ea typeface="Roboto"/>
              <a:cs typeface="Roboto"/>
              <a:sym typeface="Roboto"/>
            </a:endParaRPr>
          </a:p>
          <a:p>
            <a:pPr indent="0" lvl="0" marL="0" rtl="0" algn="l">
              <a:spcBef>
                <a:spcPts val="0"/>
              </a:spcBef>
              <a:spcAft>
                <a:spcPts val="0"/>
              </a:spcAft>
              <a:buNone/>
            </a:pPr>
            <a:r>
              <a:t/>
            </a:r>
            <a:endParaRPr b="1" sz="2000">
              <a:latin typeface="Roboto"/>
              <a:ea typeface="Roboto"/>
              <a:cs typeface="Roboto"/>
              <a:sym typeface="Roboto"/>
            </a:endParaRPr>
          </a:p>
        </p:txBody>
      </p:sp>
      <p:sp>
        <p:nvSpPr>
          <p:cNvPr id="357" name="Google Shape;357;p18"/>
          <p:cNvSpPr txBox="1"/>
          <p:nvPr/>
        </p:nvSpPr>
        <p:spPr>
          <a:xfrm>
            <a:off x="6465875" y="2522075"/>
            <a:ext cx="2314200" cy="456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2000">
                <a:latin typeface="Roboto"/>
                <a:ea typeface="Roboto"/>
                <a:cs typeface="Roboto"/>
                <a:sym typeface="Roboto"/>
              </a:rPr>
              <a:t>Transformaciones</a:t>
            </a:r>
            <a:endParaRPr b="1" sz="2000">
              <a:solidFill>
                <a:srgbClr val="000000"/>
              </a:solidFill>
              <a:latin typeface="Roboto"/>
              <a:ea typeface="Roboto"/>
              <a:cs typeface="Roboto"/>
              <a:sym typeface="Roboto"/>
            </a:endParaRPr>
          </a:p>
        </p:txBody>
      </p:sp>
      <p:sp>
        <p:nvSpPr>
          <p:cNvPr id="358" name="Google Shape;358;p18"/>
          <p:cNvSpPr txBox="1"/>
          <p:nvPr/>
        </p:nvSpPr>
        <p:spPr>
          <a:xfrm>
            <a:off x="6466475" y="2951375"/>
            <a:ext cx="2403300" cy="10569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Limpieza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Tratamiento de Outliers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Manejo de Faltantes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Ingeniería de Variables</a:t>
            </a:r>
            <a:endParaRPr sz="1200">
              <a:solidFill>
                <a:schemeClr val="dk1"/>
              </a:solidFill>
              <a:latin typeface="Roboto"/>
              <a:ea typeface="Roboto"/>
              <a:cs typeface="Roboto"/>
              <a:sym typeface="Roboto"/>
            </a:endParaRPr>
          </a:p>
          <a:p>
            <a:pPr indent="0" lvl="0" marL="0" rtl="0" algn="r">
              <a:spcBef>
                <a:spcPts val="1600"/>
              </a:spcBef>
              <a:spcAft>
                <a:spcPts val="0"/>
              </a:spcAft>
              <a:buNone/>
            </a:pPr>
            <a:r>
              <a:t/>
            </a:r>
            <a:endParaRPr sz="1200">
              <a:latin typeface="Roboto"/>
              <a:ea typeface="Roboto"/>
              <a:cs typeface="Roboto"/>
              <a:sym typeface="Roboto"/>
            </a:endParaRPr>
          </a:p>
          <a:p>
            <a:pPr indent="0" lvl="0" marL="0" rtl="0" algn="r">
              <a:spcBef>
                <a:spcPts val="1600"/>
              </a:spcBef>
              <a:spcAft>
                <a:spcPts val="1600"/>
              </a:spcAft>
              <a:buNone/>
            </a:pPr>
            <a:r>
              <a:t/>
            </a:r>
            <a:endParaRPr sz="1200">
              <a:solidFill>
                <a:srgbClr val="000000"/>
              </a:solidFill>
              <a:latin typeface="Roboto"/>
              <a:ea typeface="Roboto"/>
              <a:cs typeface="Roboto"/>
              <a:sym typeface="Roboto"/>
            </a:endParaRPr>
          </a:p>
        </p:txBody>
      </p:sp>
      <p:sp>
        <p:nvSpPr>
          <p:cNvPr id="359" name="Google Shape;359;p18"/>
          <p:cNvSpPr txBox="1"/>
          <p:nvPr/>
        </p:nvSpPr>
        <p:spPr>
          <a:xfrm>
            <a:off x="146575" y="3250175"/>
            <a:ext cx="2403300" cy="10569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000000"/>
              </a:buClr>
              <a:buSzPts val="1200"/>
              <a:buFont typeface="Roboto"/>
              <a:buChar char="-"/>
            </a:pPr>
            <a:r>
              <a:rPr lang="en" sz="1200">
                <a:latin typeface="Roboto"/>
                <a:ea typeface="Roboto"/>
                <a:cs typeface="Roboto"/>
                <a:sym typeface="Roboto"/>
              </a:rPr>
              <a:t>Variables estructurales</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Variables de localización</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Variables de mercado</a:t>
            </a:r>
            <a:endParaRPr sz="1200">
              <a:latin typeface="Roboto"/>
              <a:ea typeface="Roboto"/>
              <a:cs typeface="Roboto"/>
              <a:sym typeface="Roboto"/>
            </a:endParaRPr>
          </a:p>
          <a:p>
            <a:pPr indent="0" lvl="0" marL="457200" rtl="0" algn="l">
              <a:spcBef>
                <a:spcPts val="1600"/>
              </a:spcBef>
              <a:spcAft>
                <a:spcPts val="1600"/>
              </a:spcAft>
              <a:buNone/>
            </a:pPr>
            <a:r>
              <a:t/>
            </a:r>
            <a:endParaRPr sz="1200">
              <a:latin typeface="Roboto"/>
              <a:ea typeface="Roboto"/>
              <a:cs typeface="Roboto"/>
              <a:sym typeface="Roboto"/>
            </a:endParaRPr>
          </a:p>
        </p:txBody>
      </p:sp>
      <p:cxnSp>
        <p:nvCxnSpPr>
          <p:cNvPr id="360" name="Google Shape;360;p18"/>
          <p:cNvCxnSpPr/>
          <p:nvPr/>
        </p:nvCxnSpPr>
        <p:spPr>
          <a:xfrm>
            <a:off x="665550" y="2359425"/>
            <a:ext cx="2733300" cy="0"/>
          </a:xfrm>
          <a:prstGeom prst="straightConnector1">
            <a:avLst/>
          </a:prstGeom>
          <a:noFill/>
          <a:ln cap="flat" cmpd="sng" w="19050">
            <a:solidFill>
              <a:srgbClr val="000000"/>
            </a:solidFill>
            <a:prstDash val="solid"/>
            <a:round/>
            <a:headEnd len="med" w="med" type="none"/>
            <a:tailEnd len="med" w="med" type="triangle"/>
          </a:ln>
        </p:spPr>
      </p:cxnSp>
      <p:cxnSp>
        <p:nvCxnSpPr>
          <p:cNvPr id="361" name="Google Shape;361;p18"/>
          <p:cNvCxnSpPr/>
          <p:nvPr/>
        </p:nvCxnSpPr>
        <p:spPr>
          <a:xfrm rot="10800000">
            <a:off x="5020550" y="4216125"/>
            <a:ext cx="3470100" cy="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9"/>
          <p:cNvSpPr/>
          <p:nvPr/>
        </p:nvSpPr>
        <p:spPr>
          <a:xfrm>
            <a:off x="7248112" y="2128395"/>
            <a:ext cx="587975" cy="282100"/>
          </a:xfrm>
          <a:custGeom>
            <a:rect b="b" l="l" r="r" t="t"/>
            <a:pathLst>
              <a:path extrusionOk="0" h="11284" w="23519">
                <a:moveTo>
                  <a:pt x="0" y="4079"/>
                </a:moveTo>
                <a:lnTo>
                  <a:pt x="1178" y="1768"/>
                </a:lnTo>
                <a:lnTo>
                  <a:pt x="2673" y="499"/>
                </a:lnTo>
                <a:lnTo>
                  <a:pt x="6344" y="0"/>
                </a:lnTo>
                <a:lnTo>
                  <a:pt x="8927" y="997"/>
                </a:lnTo>
                <a:lnTo>
                  <a:pt x="10196" y="4124"/>
                </a:lnTo>
                <a:lnTo>
                  <a:pt x="14229" y="4124"/>
                </a:lnTo>
                <a:lnTo>
                  <a:pt x="20619" y="4487"/>
                </a:lnTo>
                <a:lnTo>
                  <a:pt x="22522" y="4351"/>
                </a:lnTo>
                <a:lnTo>
                  <a:pt x="23157" y="4849"/>
                </a:lnTo>
                <a:lnTo>
                  <a:pt x="23519" y="7432"/>
                </a:lnTo>
                <a:lnTo>
                  <a:pt x="22885" y="7976"/>
                </a:lnTo>
                <a:lnTo>
                  <a:pt x="21616" y="7976"/>
                </a:lnTo>
                <a:lnTo>
                  <a:pt x="21435" y="8837"/>
                </a:lnTo>
                <a:lnTo>
                  <a:pt x="19350" y="8882"/>
                </a:lnTo>
                <a:lnTo>
                  <a:pt x="18806" y="7795"/>
                </a:lnTo>
                <a:lnTo>
                  <a:pt x="16586" y="7749"/>
                </a:lnTo>
                <a:lnTo>
                  <a:pt x="15861" y="8610"/>
                </a:lnTo>
                <a:lnTo>
                  <a:pt x="14728" y="7568"/>
                </a:lnTo>
                <a:lnTo>
                  <a:pt x="14093" y="8565"/>
                </a:lnTo>
                <a:lnTo>
                  <a:pt x="12371" y="7795"/>
                </a:lnTo>
                <a:lnTo>
                  <a:pt x="10921" y="7976"/>
                </a:lnTo>
                <a:lnTo>
                  <a:pt x="10105" y="8792"/>
                </a:lnTo>
                <a:lnTo>
                  <a:pt x="8383" y="10695"/>
                </a:lnTo>
                <a:lnTo>
                  <a:pt x="6933" y="11284"/>
                </a:lnTo>
                <a:lnTo>
                  <a:pt x="3172" y="10831"/>
                </a:lnTo>
                <a:lnTo>
                  <a:pt x="680" y="9154"/>
                </a:lnTo>
                <a:close/>
              </a:path>
            </a:pathLst>
          </a:custGeom>
          <a:solidFill>
            <a:schemeClr val="accent4"/>
          </a:solidFill>
          <a:ln>
            <a:noFill/>
          </a:ln>
        </p:spPr>
      </p:sp>
      <p:sp>
        <p:nvSpPr>
          <p:cNvPr id="367" name="Google Shape;367;p19"/>
          <p:cNvSpPr/>
          <p:nvPr/>
        </p:nvSpPr>
        <p:spPr>
          <a:xfrm>
            <a:off x="5324912" y="1956920"/>
            <a:ext cx="472425" cy="540400"/>
          </a:xfrm>
          <a:custGeom>
            <a:rect b="b" l="l" r="r" t="t"/>
            <a:pathLst>
              <a:path extrusionOk="0" h="21616" w="18897">
                <a:moveTo>
                  <a:pt x="0" y="9924"/>
                </a:moveTo>
                <a:lnTo>
                  <a:pt x="2945" y="6390"/>
                </a:lnTo>
                <a:lnTo>
                  <a:pt x="5619" y="3716"/>
                </a:lnTo>
                <a:lnTo>
                  <a:pt x="7885" y="1903"/>
                </a:lnTo>
                <a:lnTo>
                  <a:pt x="9426" y="0"/>
                </a:lnTo>
                <a:lnTo>
                  <a:pt x="10151" y="0"/>
                </a:lnTo>
                <a:lnTo>
                  <a:pt x="12553" y="2402"/>
                </a:lnTo>
                <a:lnTo>
                  <a:pt x="14683" y="5483"/>
                </a:lnTo>
                <a:lnTo>
                  <a:pt x="14683" y="2220"/>
                </a:lnTo>
                <a:lnTo>
                  <a:pt x="17084" y="2266"/>
                </a:lnTo>
                <a:lnTo>
                  <a:pt x="16903" y="7522"/>
                </a:lnTo>
                <a:lnTo>
                  <a:pt x="18670" y="9335"/>
                </a:lnTo>
                <a:lnTo>
                  <a:pt x="18897" y="10695"/>
                </a:lnTo>
                <a:lnTo>
                  <a:pt x="18444" y="11238"/>
                </a:lnTo>
                <a:lnTo>
                  <a:pt x="17538" y="10785"/>
                </a:lnTo>
                <a:lnTo>
                  <a:pt x="17311" y="20619"/>
                </a:lnTo>
                <a:lnTo>
                  <a:pt x="16133" y="21254"/>
                </a:lnTo>
                <a:lnTo>
                  <a:pt x="2447" y="21616"/>
                </a:lnTo>
                <a:lnTo>
                  <a:pt x="1948" y="20936"/>
                </a:lnTo>
                <a:lnTo>
                  <a:pt x="2130" y="10287"/>
                </a:lnTo>
                <a:lnTo>
                  <a:pt x="1269" y="11012"/>
                </a:lnTo>
                <a:close/>
              </a:path>
            </a:pathLst>
          </a:custGeom>
          <a:solidFill>
            <a:schemeClr val="accent3"/>
          </a:solidFill>
          <a:ln>
            <a:noFill/>
          </a:ln>
        </p:spPr>
      </p:sp>
      <p:sp>
        <p:nvSpPr>
          <p:cNvPr id="368" name="Google Shape;368;p19"/>
          <p:cNvSpPr/>
          <p:nvPr/>
        </p:nvSpPr>
        <p:spPr>
          <a:xfrm>
            <a:off x="3071112" y="1798470"/>
            <a:ext cx="1027274" cy="93911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9"/>
          <p:cNvSpPr/>
          <p:nvPr/>
        </p:nvSpPr>
        <p:spPr>
          <a:xfrm>
            <a:off x="1094970" y="1798470"/>
            <a:ext cx="1027274" cy="93911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9"/>
          <p:cNvSpPr/>
          <p:nvPr/>
        </p:nvSpPr>
        <p:spPr>
          <a:xfrm>
            <a:off x="5051079" y="1798470"/>
            <a:ext cx="1027274" cy="93911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7031575" y="1798470"/>
            <a:ext cx="1027274" cy="93911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txBox="1"/>
          <p:nvPr>
            <p:ph type="title"/>
          </p:nvPr>
        </p:nvSpPr>
        <p:spPr>
          <a:xfrm>
            <a:off x="2169222" y="701054"/>
            <a:ext cx="51162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Hallazgos e insights principales</a:t>
            </a:r>
            <a:endParaRPr/>
          </a:p>
          <a:p>
            <a:pPr indent="0" lvl="0" marL="0" rtl="0" algn="ctr">
              <a:spcBef>
                <a:spcPts val="0"/>
              </a:spcBef>
              <a:spcAft>
                <a:spcPts val="0"/>
              </a:spcAft>
              <a:buClr>
                <a:schemeClr val="dk1"/>
              </a:buClr>
              <a:buSzPts val="1100"/>
              <a:buFont typeface="Arial"/>
              <a:buNone/>
            </a:pPr>
            <a:r>
              <a:t/>
            </a:r>
            <a:endParaRPr/>
          </a:p>
        </p:txBody>
      </p:sp>
      <p:grpSp>
        <p:nvGrpSpPr>
          <p:cNvPr id="373" name="Google Shape;373;p19"/>
          <p:cNvGrpSpPr/>
          <p:nvPr/>
        </p:nvGrpSpPr>
        <p:grpSpPr>
          <a:xfrm>
            <a:off x="1335789" y="1989137"/>
            <a:ext cx="536432" cy="557788"/>
            <a:chOff x="3311390" y="2148717"/>
            <a:chExt cx="536432" cy="557788"/>
          </a:xfrm>
        </p:grpSpPr>
        <p:sp>
          <p:nvSpPr>
            <p:cNvPr id="374" name="Google Shape;374;p19"/>
            <p:cNvSpPr/>
            <p:nvPr/>
          </p:nvSpPr>
          <p:spPr>
            <a:xfrm>
              <a:off x="3315800" y="2162325"/>
              <a:ext cx="521150" cy="538150"/>
            </a:xfrm>
            <a:custGeom>
              <a:rect b="b" l="l" r="r" t="t"/>
              <a:pathLst>
                <a:path extrusionOk="0" h="21526" w="20846">
                  <a:moveTo>
                    <a:pt x="1223" y="0"/>
                  </a:moveTo>
                  <a:lnTo>
                    <a:pt x="317" y="227"/>
                  </a:lnTo>
                  <a:lnTo>
                    <a:pt x="0" y="2039"/>
                  </a:lnTo>
                  <a:lnTo>
                    <a:pt x="589" y="12462"/>
                  </a:lnTo>
                  <a:lnTo>
                    <a:pt x="317" y="18354"/>
                  </a:lnTo>
                  <a:lnTo>
                    <a:pt x="453" y="20438"/>
                  </a:lnTo>
                  <a:lnTo>
                    <a:pt x="1133" y="21526"/>
                  </a:lnTo>
                  <a:lnTo>
                    <a:pt x="1858" y="21118"/>
                  </a:lnTo>
                  <a:lnTo>
                    <a:pt x="2220" y="17266"/>
                  </a:lnTo>
                  <a:lnTo>
                    <a:pt x="1903" y="14683"/>
                  </a:lnTo>
                  <a:lnTo>
                    <a:pt x="2220" y="6616"/>
                  </a:lnTo>
                  <a:lnTo>
                    <a:pt x="2130" y="2810"/>
                  </a:lnTo>
                  <a:lnTo>
                    <a:pt x="5483" y="2810"/>
                  </a:lnTo>
                  <a:lnTo>
                    <a:pt x="5211" y="4894"/>
                  </a:lnTo>
                  <a:lnTo>
                    <a:pt x="4214" y="5030"/>
                  </a:lnTo>
                  <a:lnTo>
                    <a:pt x="3852" y="5755"/>
                  </a:lnTo>
                  <a:lnTo>
                    <a:pt x="3625" y="8565"/>
                  </a:lnTo>
                  <a:lnTo>
                    <a:pt x="3807" y="15227"/>
                  </a:lnTo>
                  <a:lnTo>
                    <a:pt x="4124" y="15680"/>
                  </a:lnTo>
                  <a:lnTo>
                    <a:pt x="7976" y="15952"/>
                  </a:lnTo>
                  <a:lnTo>
                    <a:pt x="13504" y="15725"/>
                  </a:lnTo>
                  <a:lnTo>
                    <a:pt x="19622" y="15317"/>
                  </a:lnTo>
                  <a:lnTo>
                    <a:pt x="20574" y="14048"/>
                  </a:lnTo>
                  <a:lnTo>
                    <a:pt x="20393" y="4985"/>
                  </a:lnTo>
                  <a:lnTo>
                    <a:pt x="19804" y="4668"/>
                  </a:lnTo>
                  <a:lnTo>
                    <a:pt x="18036" y="4758"/>
                  </a:lnTo>
                  <a:lnTo>
                    <a:pt x="18127" y="3082"/>
                  </a:lnTo>
                  <a:lnTo>
                    <a:pt x="20529" y="2719"/>
                  </a:lnTo>
                  <a:lnTo>
                    <a:pt x="20846" y="1949"/>
                  </a:lnTo>
                  <a:lnTo>
                    <a:pt x="20257" y="1450"/>
                  </a:lnTo>
                  <a:lnTo>
                    <a:pt x="9471" y="1133"/>
                  </a:lnTo>
                  <a:lnTo>
                    <a:pt x="4668" y="1496"/>
                  </a:lnTo>
                  <a:lnTo>
                    <a:pt x="2674" y="1632"/>
                  </a:lnTo>
                  <a:lnTo>
                    <a:pt x="2130" y="1360"/>
                  </a:lnTo>
                  <a:lnTo>
                    <a:pt x="1949" y="272"/>
                  </a:lnTo>
                  <a:close/>
                </a:path>
              </a:pathLst>
            </a:custGeom>
            <a:solidFill>
              <a:schemeClr val="accent2"/>
            </a:solidFill>
            <a:ln>
              <a:noFill/>
            </a:ln>
          </p:spPr>
        </p:sp>
        <p:sp>
          <p:nvSpPr>
            <p:cNvPr id="375" name="Google Shape;375;p19"/>
            <p:cNvSpPr/>
            <p:nvPr/>
          </p:nvSpPr>
          <p:spPr>
            <a:xfrm>
              <a:off x="3472150" y="2231425"/>
              <a:ext cx="269625" cy="56650"/>
            </a:xfrm>
            <a:custGeom>
              <a:rect b="b" l="l" r="r" t="t"/>
              <a:pathLst>
                <a:path extrusionOk="0" h="2266" w="10785">
                  <a:moveTo>
                    <a:pt x="45" y="182"/>
                  </a:moveTo>
                  <a:lnTo>
                    <a:pt x="0" y="1858"/>
                  </a:lnTo>
                  <a:lnTo>
                    <a:pt x="4486" y="2266"/>
                  </a:lnTo>
                  <a:lnTo>
                    <a:pt x="10785" y="2040"/>
                  </a:lnTo>
                  <a:lnTo>
                    <a:pt x="10695" y="0"/>
                  </a:lnTo>
                  <a:close/>
                </a:path>
              </a:pathLst>
            </a:custGeom>
            <a:solidFill>
              <a:schemeClr val="lt1"/>
            </a:solidFill>
            <a:ln>
              <a:noFill/>
            </a:ln>
          </p:spPr>
        </p:sp>
        <p:grpSp>
          <p:nvGrpSpPr>
            <p:cNvPr id="376" name="Google Shape;376;p19"/>
            <p:cNvGrpSpPr/>
            <p:nvPr/>
          </p:nvGrpSpPr>
          <p:grpSpPr>
            <a:xfrm>
              <a:off x="3311390" y="2148717"/>
              <a:ext cx="536432" cy="557788"/>
              <a:chOff x="2550402" y="3800605"/>
              <a:chExt cx="536432" cy="557788"/>
            </a:xfrm>
          </p:grpSpPr>
          <p:sp>
            <p:nvSpPr>
              <p:cNvPr id="377" name="Google Shape;377;p19"/>
              <p:cNvSpPr/>
              <p:nvPr/>
            </p:nvSpPr>
            <p:spPr>
              <a:xfrm>
                <a:off x="2550402" y="3800605"/>
                <a:ext cx="536432" cy="557788"/>
              </a:xfrm>
              <a:custGeom>
                <a:rect b="b" l="l" r="r" t="t"/>
                <a:pathLst>
                  <a:path extrusionOk="0" h="43357" w="41697">
                    <a:moveTo>
                      <a:pt x="18245" y="3876"/>
                    </a:moveTo>
                    <a:cubicBezTo>
                      <a:pt x="19240" y="3876"/>
                      <a:pt x="20223" y="3914"/>
                      <a:pt x="21182" y="4011"/>
                    </a:cubicBezTo>
                    <a:cubicBezTo>
                      <a:pt x="23337" y="4232"/>
                      <a:pt x="25561" y="4361"/>
                      <a:pt x="27778" y="4361"/>
                    </a:cubicBezTo>
                    <a:cubicBezTo>
                      <a:pt x="28237" y="4361"/>
                      <a:pt x="28696" y="4356"/>
                      <a:pt x="29154" y="4344"/>
                    </a:cubicBezTo>
                    <a:cubicBezTo>
                      <a:pt x="31083" y="4303"/>
                      <a:pt x="33166" y="4094"/>
                      <a:pt x="35203" y="4094"/>
                    </a:cubicBezTo>
                    <a:cubicBezTo>
                      <a:pt x="36443" y="4094"/>
                      <a:pt x="37667" y="4171"/>
                      <a:pt x="38828" y="4411"/>
                    </a:cubicBezTo>
                    <a:cubicBezTo>
                      <a:pt x="38820" y="4410"/>
                      <a:pt x="38816" y="4409"/>
                      <a:pt x="38814" y="4409"/>
                    </a:cubicBezTo>
                    <a:cubicBezTo>
                      <a:pt x="38777" y="4409"/>
                      <a:pt x="39440" y="4605"/>
                      <a:pt x="39668" y="4605"/>
                    </a:cubicBezTo>
                    <a:cubicBezTo>
                      <a:pt x="39735" y="4605"/>
                      <a:pt x="39764" y="4588"/>
                      <a:pt x="39729" y="4545"/>
                    </a:cubicBezTo>
                    <a:lnTo>
                      <a:pt x="39729" y="4545"/>
                    </a:lnTo>
                    <a:cubicBezTo>
                      <a:pt x="40695" y="5712"/>
                      <a:pt x="39094" y="5846"/>
                      <a:pt x="38628" y="5912"/>
                    </a:cubicBezTo>
                    <a:cubicBezTo>
                      <a:pt x="37498" y="6143"/>
                      <a:pt x="36385" y="6214"/>
                      <a:pt x="35265" y="6214"/>
                    </a:cubicBezTo>
                    <a:cubicBezTo>
                      <a:pt x="34764" y="6214"/>
                      <a:pt x="34263" y="6200"/>
                      <a:pt x="33757" y="6179"/>
                    </a:cubicBezTo>
                    <a:cubicBezTo>
                      <a:pt x="30555" y="6079"/>
                      <a:pt x="27320" y="6079"/>
                      <a:pt x="24084" y="6079"/>
                    </a:cubicBezTo>
                    <a:cubicBezTo>
                      <a:pt x="20815" y="6079"/>
                      <a:pt x="17579" y="5812"/>
                      <a:pt x="14277" y="5779"/>
                    </a:cubicBezTo>
                    <a:cubicBezTo>
                      <a:pt x="13510" y="5779"/>
                      <a:pt x="5337" y="5979"/>
                      <a:pt x="5204" y="5979"/>
                    </a:cubicBezTo>
                    <a:cubicBezTo>
                      <a:pt x="5170" y="5512"/>
                      <a:pt x="5137" y="5045"/>
                      <a:pt x="5070" y="4578"/>
                    </a:cubicBezTo>
                    <a:cubicBezTo>
                      <a:pt x="5070" y="4511"/>
                      <a:pt x="5070" y="4445"/>
                      <a:pt x="5070" y="4378"/>
                    </a:cubicBezTo>
                    <a:cubicBezTo>
                      <a:pt x="5607" y="4588"/>
                      <a:pt x="6230" y="4663"/>
                      <a:pt x="6883" y="4663"/>
                    </a:cubicBezTo>
                    <a:cubicBezTo>
                      <a:pt x="8299" y="4663"/>
                      <a:pt x="9856" y="4313"/>
                      <a:pt x="10975" y="4244"/>
                    </a:cubicBezTo>
                    <a:cubicBezTo>
                      <a:pt x="13318" y="4102"/>
                      <a:pt x="15813" y="3876"/>
                      <a:pt x="18245" y="3876"/>
                    </a:cubicBezTo>
                    <a:close/>
                    <a:moveTo>
                      <a:pt x="34858" y="7547"/>
                    </a:moveTo>
                    <a:cubicBezTo>
                      <a:pt x="34858" y="7714"/>
                      <a:pt x="34892" y="7880"/>
                      <a:pt x="34892" y="8080"/>
                    </a:cubicBezTo>
                    <a:cubicBezTo>
                      <a:pt x="34925" y="8481"/>
                      <a:pt x="34958" y="9081"/>
                      <a:pt x="34825" y="9482"/>
                    </a:cubicBezTo>
                    <a:cubicBezTo>
                      <a:pt x="34825" y="9548"/>
                      <a:pt x="34825" y="9582"/>
                      <a:pt x="34792" y="9615"/>
                    </a:cubicBezTo>
                    <a:lnTo>
                      <a:pt x="33757" y="9615"/>
                    </a:lnTo>
                    <a:cubicBezTo>
                      <a:pt x="33624" y="9415"/>
                      <a:pt x="33657" y="8948"/>
                      <a:pt x="33624" y="8748"/>
                    </a:cubicBezTo>
                    <a:cubicBezTo>
                      <a:pt x="33591" y="8347"/>
                      <a:pt x="33524" y="7947"/>
                      <a:pt x="33491" y="7547"/>
                    </a:cubicBezTo>
                    <a:close/>
                    <a:moveTo>
                      <a:pt x="12242" y="7113"/>
                    </a:moveTo>
                    <a:cubicBezTo>
                      <a:pt x="11642" y="7814"/>
                      <a:pt x="12642" y="9448"/>
                      <a:pt x="11675" y="9782"/>
                    </a:cubicBezTo>
                    <a:cubicBezTo>
                      <a:pt x="11592" y="9798"/>
                      <a:pt x="11500" y="9798"/>
                      <a:pt x="11408" y="9798"/>
                    </a:cubicBezTo>
                    <a:cubicBezTo>
                      <a:pt x="11316" y="9798"/>
                      <a:pt x="11225" y="9798"/>
                      <a:pt x="11141" y="9815"/>
                    </a:cubicBezTo>
                    <a:cubicBezTo>
                      <a:pt x="11075" y="9815"/>
                      <a:pt x="11008" y="9800"/>
                      <a:pt x="10981" y="9800"/>
                    </a:cubicBezTo>
                    <a:cubicBezTo>
                      <a:pt x="10974" y="9800"/>
                      <a:pt x="10970" y="9801"/>
                      <a:pt x="10968" y="9803"/>
                    </a:cubicBezTo>
                    <a:lnTo>
                      <a:pt x="10968" y="9803"/>
                    </a:lnTo>
                    <a:cubicBezTo>
                      <a:pt x="10919" y="9685"/>
                      <a:pt x="11076" y="9278"/>
                      <a:pt x="11108" y="9181"/>
                    </a:cubicBezTo>
                    <a:cubicBezTo>
                      <a:pt x="11275" y="8514"/>
                      <a:pt x="11308" y="7780"/>
                      <a:pt x="11175" y="7113"/>
                    </a:cubicBezTo>
                    <a:close/>
                    <a:moveTo>
                      <a:pt x="15618" y="7111"/>
                    </a:moveTo>
                    <a:cubicBezTo>
                      <a:pt x="19049" y="7111"/>
                      <a:pt x="22480" y="7349"/>
                      <a:pt x="25911" y="7349"/>
                    </a:cubicBezTo>
                    <a:cubicBezTo>
                      <a:pt x="26114" y="7349"/>
                      <a:pt x="26316" y="7348"/>
                      <a:pt x="26519" y="7347"/>
                    </a:cubicBezTo>
                    <a:cubicBezTo>
                      <a:pt x="28620" y="7347"/>
                      <a:pt x="30789" y="7513"/>
                      <a:pt x="32924" y="7547"/>
                    </a:cubicBezTo>
                    <a:cubicBezTo>
                      <a:pt x="32823" y="8147"/>
                      <a:pt x="32623" y="8981"/>
                      <a:pt x="32723" y="9648"/>
                    </a:cubicBezTo>
                    <a:lnTo>
                      <a:pt x="32056" y="9648"/>
                    </a:lnTo>
                    <a:cubicBezTo>
                      <a:pt x="29527" y="9775"/>
                      <a:pt x="26908" y="10321"/>
                      <a:pt x="24342" y="10321"/>
                    </a:cubicBezTo>
                    <a:cubicBezTo>
                      <a:pt x="24200" y="10321"/>
                      <a:pt x="24058" y="10319"/>
                      <a:pt x="23917" y="10315"/>
                    </a:cubicBezTo>
                    <a:cubicBezTo>
                      <a:pt x="22683" y="10249"/>
                      <a:pt x="21449" y="10015"/>
                      <a:pt x="20181" y="9982"/>
                    </a:cubicBezTo>
                    <a:cubicBezTo>
                      <a:pt x="19442" y="9982"/>
                      <a:pt x="18696" y="10003"/>
                      <a:pt x="17949" y="10003"/>
                    </a:cubicBezTo>
                    <a:cubicBezTo>
                      <a:pt x="17078" y="10003"/>
                      <a:pt x="16206" y="9974"/>
                      <a:pt x="15344" y="9848"/>
                    </a:cubicBezTo>
                    <a:cubicBezTo>
                      <a:pt x="14733" y="9747"/>
                      <a:pt x="14160" y="9703"/>
                      <a:pt x="13582" y="9703"/>
                    </a:cubicBezTo>
                    <a:cubicBezTo>
                      <a:pt x="13403" y="9703"/>
                      <a:pt x="13224" y="9707"/>
                      <a:pt x="13043" y="9715"/>
                    </a:cubicBezTo>
                    <a:cubicBezTo>
                      <a:pt x="13176" y="9348"/>
                      <a:pt x="13176" y="8948"/>
                      <a:pt x="13143" y="8548"/>
                    </a:cubicBezTo>
                    <a:cubicBezTo>
                      <a:pt x="13109" y="8147"/>
                      <a:pt x="13143" y="7647"/>
                      <a:pt x="13009" y="7247"/>
                    </a:cubicBezTo>
                    <a:cubicBezTo>
                      <a:pt x="13009" y="7180"/>
                      <a:pt x="12976" y="7146"/>
                      <a:pt x="12943" y="7113"/>
                    </a:cubicBezTo>
                    <a:lnTo>
                      <a:pt x="15011" y="7113"/>
                    </a:lnTo>
                    <a:cubicBezTo>
                      <a:pt x="15213" y="7111"/>
                      <a:pt x="15416" y="7111"/>
                      <a:pt x="15618" y="7111"/>
                    </a:cubicBezTo>
                    <a:close/>
                    <a:moveTo>
                      <a:pt x="38088" y="10877"/>
                    </a:moveTo>
                    <a:cubicBezTo>
                      <a:pt x="38256" y="10877"/>
                      <a:pt x="38425" y="10879"/>
                      <a:pt x="38594" y="10883"/>
                    </a:cubicBezTo>
                    <a:cubicBezTo>
                      <a:pt x="39395" y="11550"/>
                      <a:pt x="39195" y="12584"/>
                      <a:pt x="39195" y="13951"/>
                    </a:cubicBezTo>
                    <a:cubicBezTo>
                      <a:pt x="39161" y="15719"/>
                      <a:pt x="39195" y="17487"/>
                      <a:pt x="39161" y="19222"/>
                    </a:cubicBezTo>
                    <a:cubicBezTo>
                      <a:pt x="39161" y="22224"/>
                      <a:pt x="39662" y="25159"/>
                      <a:pt x="39161" y="28162"/>
                    </a:cubicBezTo>
                    <a:cubicBezTo>
                      <a:pt x="38961" y="29229"/>
                      <a:pt x="38961" y="29663"/>
                      <a:pt x="37860" y="30096"/>
                    </a:cubicBezTo>
                    <a:cubicBezTo>
                      <a:pt x="36860" y="30463"/>
                      <a:pt x="36092" y="30430"/>
                      <a:pt x="35092" y="30497"/>
                    </a:cubicBezTo>
                    <a:cubicBezTo>
                      <a:pt x="33691" y="30563"/>
                      <a:pt x="32290" y="30663"/>
                      <a:pt x="30922" y="30797"/>
                    </a:cubicBezTo>
                    <a:cubicBezTo>
                      <a:pt x="29783" y="30928"/>
                      <a:pt x="28644" y="30956"/>
                      <a:pt x="27505" y="30956"/>
                    </a:cubicBezTo>
                    <a:cubicBezTo>
                      <a:pt x="26646" y="30956"/>
                      <a:pt x="25786" y="30940"/>
                      <a:pt x="24927" y="30940"/>
                    </a:cubicBezTo>
                    <a:cubicBezTo>
                      <a:pt x="24023" y="30940"/>
                      <a:pt x="23120" y="30958"/>
                      <a:pt x="22216" y="31030"/>
                    </a:cubicBezTo>
                    <a:cubicBezTo>
                      <a:pt x="19883" y="31210"/>
                      <a:pt x="17522" y="31336"/>
                      <a:pt x="15135" y="31336"/>
                    </a:cubicBezTo>
                    <a:cubicBezTo>
                      <a:pt x="14861" y="31336"/>
                      <a:pt x="14586" y="31334"/>
                      <a:pt x="14310" y="31330"/>
                    </a:cubicBezTo>
                    <a:cubicBezTo>
                      <a:pt x="14123" y="31330"/>
                      <a:pt x="13932" y="31331"/>
                      <a:pt x="13739" y="31331"/>
                    </a:cubicBezTo>
                    <a:cubicBezTo>
                      <a:pt x="12389" y="31331"/>
                      <a:pt x="10933" y="31305"/>
                      <a:pt x="9707" y="30897"/>
                    </a:cubicBezTo>
                    <a:cubicBezTo>
                      <a:pt x="9140" y="30697"/>
                      <a:pt x="8606" y="30697"/>
                      <a:pt x="8306" y="30063"/>
                    </a:cubicBezTo>
                    <a:cubicBezTo>
                      <a:pt x="8006" y="29496"/>
                      <a:pt x="8306" y="28028"/>
                      <a:pt x="8306" y="27361"/>
                    </a:cubicBezTo>
                    <a:cubicBezTo>
                      <a:pt x="8306" y="24225"/>
                      <a:pt x="8006" y="21157"/>
                      <a:pt x="7906" y="18054"/>
                    </a:cubicBezTo>
                    <a:cubicBezTo>
                      <a:pt x="7872" y="16553"/>
                      <a:pt x="7939" y="15119"/>
                      <a:pt x="8006" y="13618"/>
                    </a:cubicBezTo>
                    <a:cubicBezTo>
                      <a:pt x="8106" y="12484"/>
                      <a:pt x="8106" y="11883"/>
                      <a:pt x="9040" y="11116"/>
                    </a:cubicBezTo>
                    <a:cubicBezTo>
                      <a:pt x="9107" y="11049"/>
                      <a:pt x="9140" y="11016"/>
                      <a:pt x="9207" y="10983"/>
                    </a:cubicBezTo>
                    <a:cubicBezTo>
                      <a:pt x="9318" y="10994"/>
                      <a:pt x="9433" y="10997"/>
                      <a:pt x="9553" y="10997"/>
                    </a:cubicBezTo>
                    <a:cubicBezTo>
                      <a:pt x="9792" y="10997"/>
                      <a:pt x="10052" y="10983"/>
                      <a:pt x="10341" y="10983"/>
                    </a:cubicBezTo>
                    <a:cubicBezTo>
                      <a:pt x="10832" y="10956"/>
                      <a:pt x="11307" y="10943"/>
                      <a:pt x="11774" y="10943"/>
                    </a:cubicBezTo>
                    <a:cubicBezTo>
                      <a:pt x="13050" y="10943"/>
                      <a:pt x="14268" y="11036"/>
                      <a:pt x="15611" y="11183"/>
                    </a:cubicBezTo>
                    <a:cubicBezTo>
                      <a:pt x="16221" y="11250"/>
                      <a:pt x="16835" y="11269"/>
                      <a:pt x="17454" y="11269"/>
                    </a:cubicBezTo>
                    <a:cubicBezTo>
                      <a:pt x="18175" y="11269"/>
                      <a:pt x="18901" y="11244"/>
                      <a:pt x="19628" y="11244"/>
                    </a:cubicBezTo>
                    <a:cubicBezTo>
                      <a:pt x="19812" y="11244"/>
                      <a:pt x="19997" y="11245"/>
                      <a:pt x="20181" y="11249"/>
                    </a:cubicBezTo>
                    <a:cubicBezTo>
                      <a:pt x="21572" y="11281"/>
                      <a:pt x="22933" y="11552"/>
                      <a:pt x="24320" y="11552"/>
                    </a:cubicBezTo>
                    <a:cubicBezTo>
                      <a:pt x="24397" y="11552"/>
                      <a:pt x="24474" y="11551"/>
                      <a:pt x="24551" y="11550"/>
                    </a:cubicBezTo>
                    <a:cubicBezTo>
                      <a:pt x="27545" y="11455"/>
                      <a:pt x="30538" y="10944"/>
                      <a:pt x="33560" y="10944"/>
                    </a:cubicBezTo>
                    <a:cubicBezTo>
                      <a:pt x="33737" y="10944"/>
                      <a:pt x="33914" y="10946"/>
                      <a:pt x="34091" y="10949"/>
                    </a:cubicBezTo>
                    <a:cubicBezTo>
                      <a:pt x="34264" y="10953"/>
                      <a:pt x="34436" y="10955"/>
                      <a:pt x="34607" y="10955"/>
                    </a:cubicBezTo>
                    <a:cubicBezTo>
                      <a:pt x="35785" y="10955"/>
                      <a:pt x="36930" y="10877"/>
                      <a:pt x="38088" y="10877"/>
                    </a:cubicBezTo>
                    <a:close/>
                    <a:moveTo>
                      <a:pt x="2757" y="1593"/>
                    </a:moveTo>
                    <a:cubicBezTo>
                      <a:pt x="2952" y="1593"/>
                      <a:pt x="3167" y="1610"/>
                      <a:pt x="3402" y="1643"/>
                    </a:cubicBezTo>
                    <a:cubicBezTo>
                      <a:pt x="4070" y="2310"/>
                      <a:pt x="4003" y="5012"/>
                      <a:pt x="4003" y="5979"/>
                    </a:cubicBezTo>
                    <a:cubicBezTo>
                      <a:pt x="3970" y="6079"/>
                      <a:pt x="3970" y="6212"/>
                      <a:pt x="3970" y="6346"/>
                    </a:cubicBezTo>
                    <a:cubicBezTo>
                      <a:pt x="4003" y="6413"/>
                      <a:pt x="4003" y="6479"/>
                      <a:pt x="4003" y="6579"/>
                    </a:cubicBezTo>
                    <a:cubicBezTo>
                      <a:pt x="4003" y="6579"/>
                      <a:pt x="4036" y="6613"/>
                      <a:pt x="4036" y="6613"/>
                    </a:cubicBezTo>
                    <a:cubicBezTo>
                      <a:pt x="4036" y="8014"/>
                      <a:pt x="3970" y="9415"/>
                      <a:pt x="3970" y="10816"/>
                    </a:cubicBezTo>
                    <a:cubicBezTo>
                      <a:pt x="3970" y="14318"/>
                      <a:pt x="3936" y="17821"/>
                      <a:pt x="3936" y="21323"/>
                    </a:cubicBezTo>
                    <a:cubicBezTo>
                      <a:pt x="3903" y="24159"/>
                      <a:pt x="3803" y="26961"/>
                      <a:pt x="3669" y="29763"/>
                    </a:cubicBezTo>
                    <a:cubicBezTo>
                      <a:pt x="3569" y="31197"/>
                      <a:pt x="3903" y="32631"/>
                      <a:pt x="3903" y="34066"/>
                    </a:cubicBezTo>
                    <a:cubicBezTo>
                      <a:pt x="3903" y="34733"/>
                      <a:pt x="3903" y="35433"/>
                      <a:pt x="3903" y="36101"/>
                    </a:cubicBezTo>
                    <a:cubicBezTo>
                      <a:pt x="3903" y="36101"/>
                      <a:pt x="3869" y="36134"/>
                      <a:pt x="3869" y="36134"/>
                    </a:cubicBezTo>
                    <a:cubicBezTo>
                      <a:pt x="3669" y="37001"/>
                      <a:pt x="3469" y="37835"/>
                      <a:pt x="3402" y="38736"/>
                    </a:cubicBezTo>
                    <a:cubicBezTo>
                      <a:pt x="3336" y="39336"/>
                      <a:pt x="3503" y="40370"/>
                      <a:pt x="3302" y="40971"/>
                    </a:cubicBezTo>
                    <a:cubicBezTo>
                      <a:pt x="3368" y="41430"/>
                      <a:pt x="3304" y="41660"/>
                      <a:pt x="3112" y="41660"/>
                    </a:cubicBezTo>
                    <a:cubicBezTo>
                      <a:pt x="3010" y="41660"/>
                      <a:pt x="2874" y="41597"/>
                      <a:pt x="2702" y="41471"/>
                    </a:cubicBezTo>
                    <a:cubicBezTo>
                      <a:pt x="2302" y="41471"/>
                      <a:pt x="2068" y="41304"/>
                      <a:pt x="2035" y="40937"/>
                    </a:cubicBezTo>
                    <a:cubicBezTo>
                      <a:pt x="1768" y="40504"/>
                      <a:pt x="1868" y="39837"/>
                      <a:pt x="1835" y="39336"/>
                    </a:cubicBezTo>
                    <a:cubicBezTo>
                      <a:pt x="1801" y="38769"/>
                      <a:pt x="1668" y="38235"/>
                      <a:pt x="1601" y="37702"/>
                    </a:cubicBezTo>
                    <a:cubicBezTo>
                      <a:pt x="1935" y="34833"/>
                      <a:pt x="1835" y="31864"/>
                      <a:pt x="1901" y="28995"/>
                    </a:cubicBezTo>
                    <a:cubicBezTo>
                      <a:pt x="1968" y="25927"/>
                      <a:pt x="2102" y="22858"/>
                      <a:pt x="2068" y="19789"/>
                    </a:cubicBezTo>
                    <a:cubicBezTo>
                      <a:pt x="2035" y="16853"/>
                      <a:pt x="1334" y="13885"/>
                      <a:pt x="1368" y="10949"/>
                    </a:cubicBezTo>
                    <a:cubicBezTo>
                      <a:pt x="1401" y="9215"/>
                      <a:pt x="1368" y="7513"/>
                      <a:pt x="1368" y="5779"/>
                    </a:cubicBezTo>
                    <a:cubicBezTo>
                      <a:pt x="1368" y="4978"/>
                      <a:pt x="1301" y="4178"/>
                      <a:pt x="1334" y="3377"/>
                    </a:cubicBezTo>
                    <a:lnTo>
                      <a:pt x="1368" y="2943"/>
                    </a:lnTo>
                    <a:cubicBezTo>
                      <a:pt x="1312" y="2024"/>
                      <a:pt x="1769" y="1593"/>
                      <a:pt x="2757" y="1593"/>
                    </a:cubicBezTo>
                    <a:close/>
                    <a:moveTo>
                      <a:pt x="2395" y="1"/>
                    </a:moveTo>
                    <a:cubicBezTo>
                      <a:pt x="255" y="1"/>
                      <a:pt x="66" y="2528"/>
                      <a:pt x="33" y="4178"/>
                    </a:cubicBezTo>
                    <a:cubicBezTo>
                      <a:pt x="0" y="7980"/>
                      <a:pt x="133" y="11750"/>
                      <a:pt x="234" y="15519"/>
                    </a:cubicBezTo>
                    <a:cubicBezTo>
                      <a:pt x="300" y="17454"/>
                      <a:pt x="600" y="19322"/>
                      <a:pt x="534" y="21257"/>
                    </a:cubicBezTo>
                    <a:cubicBezTo>
                      <a:pt x="500" y="22457"/>
                      <a:pt x="534" y="23658"/>
                      <a:pt x="534" y="24893"/>
                    </a:cubicBezTo>
                    <a:cubicBezTo>
                      <a:pt x="434" y="26594"/>
                      <a:pt x="367" y="28295"/>
                      <a:pt x="334" y="30030"/>
                    </a:cubicBezTo>
                    <a:cubicBezTo>
                      <a:pt x="300" y="31597"/>
                      <a:pt x="500" y="33065"/>
                      <a:pt x="534" y="34633"/>
                    </a:cubicBezTo>
                    <a:cubicBezTo>
                      <a:pt x="567" y="35934"/>
                      <a:pt x="400" y="37168"/>
                      <a:pt x="567" y="38469"/>
                    </a:cubicBezTo>
                    <a:cubicBezTo>
                      <a:pt x="701" y="39636"/>
                      <a:pt x="500" y="40771"/>
                      <a:pt x="1001" y="41871"/>
                    </a:cubicBezTo>
                    <a:cubicBezTo>
                      <a:pt x="1384" y="42660"/>
                      <a:pt x="2208" y="43357"/>
                      <a:pt x="3021" y="43357"/>
                    </a:cubicBezTo>
                    <a:cubicBezTo>
                      <a:pt x="3412" y="43357"/>
                      <a:pt x="3800" y="43195"/>
                      <a:pt x="4136" y="42805"/>
                    </a:cubicBezTo>
                    <a:cubicBezTo>
                      <a:pt x="4770" y="42071"/>
                      <a:pt x="4904" y="40937"/>
                      <a:pt x="4837" y="39770"/>
                    </a:cubicBezTo>
                    <a:cubicBezTo>
                      <a:pt x="5004" y="39670"/>
                      <a:pt x="5170" y="39503"/>
                      <a:pt x="5170" y="39236"/>
                    </a:cubicBezTo>
                    <a:cubicBezTo>
                      <a:pt x="5270" y="37268"/>
                      <a:pt x="5337" y="35300"/>
                      <a:pt x="5304" y="33332"/>
                    </a:cubicBezTo>
                    <a:cubicBezTo>
                      <a:pt x="5270" y="32365"/>
                      <a:pt x="5004" y="31330"/>
                      <a:pt x="5004" y="30363"/>
                    </a:cubicBezTo>
                    <a:cubicBezTo>
                      <a:pt x="5004" y="29596"/>
                      <a:pt x="5237" y="28829"/>
                      <a:pt x="5270" y="28061"/>
                    </a:cubicBezTo>
                    <a:cubicBezTo>
                      <a:pt x="5537" y="24259"/>
                      <a:pt x="5237" y="20323"/>
                      <a:pt x="5204" y="16520"/>
                    </a:cubicBezTo>
                    <a:cubicBezTo>
                      <a:pt x="5204" y="13451"/>
                      <a:pt x="5371" y="10282"/>
                      <a:pt x="5270" y="7180"/>
                    </a:cubicBezTo>
                    <a:lnTo>
                      <a:pt x="5270" y="7180"/>
                    </a:lnTo>
                    <a:cubicBezTo>
                      <a:pt x="5635" y="7228"/>
                      <a:pt x="6004" y="7245"/>
                      <a:pt x="6377" y="7245"/>
                    </a:cubicBezTo>
                    <a:cubicBezTo>
                      <a:pt x="7302" y="7245"/>
                      <a:pt x="8246" y="7137"/>
                      <a:pt x="9173" y="7113"/>
                    </a:cubicBezTo>
                    <a:lnTo>
                      <a:pt x="10241" y="7113"/>
                    </a:lnTo>
                    <a:cubicBezTo>
                      <a:pt x="10207" y="7647"/>
                      <a:pt x="10241" y="8181"/>
                      <a:pt x="10141" y="8681"/>
                    </a:cubicBezTo>
                    <a:cubicBezTo>
                      <a:pt x="10074" y="9048"/>
                      <a:pt x="9940" y="9381"/>
                      <a:pt x="9907" y="9748"/>
                    </a:cubicBezTo>
                    <a:cubicBezTo>
                      <a:pt x="9907" y="9848"/>
                      <a:pt x="9907" y="9949"/>
                      <a:pt x="9940" y="10049"/>
                    </a:cubicBezTo>
                    <a:cubicBezTo>
                      <a:pt x="9273" y="10115"/>
                      <a:pt x="8606" y="10215"/>
                      <a:pt x="7939" y="10215"/>
                    </a:cubicBezTo>
                    <a:cubicBezTo>
                      <a:pt x="7839" y="10249"/>
                      <a:pt x="7772" y="10349"/>
                      <a:pt x="7839" y="10416"/>
                    </a:cubicBezTo>
                    <a:cubicBezTo>
                      <a:pt x="7939" y="10482"/>
                      <a:pt x="8006" y="10549"/>
                      <a:pt x="8106" y="10616"/>
                    </a:cubicBezTo>
                    <a:cubicBezTo>
                      <a:pt x="7839" y="10716"/>
                      <a:pt x="7605" y="10883"/>
                      <a:pt x="7439" y="11149"/>
                    </a:cubicBezTo>
                    <a:cubicBezTo>
                      <a:pt x="6972" y="11883"/>
                      <a:pt x="7138" y="13151"/>
                      <a:pt x="7072" y="13985"/>
                    </a:cubicBezTo>
                    <a:cubicBezTo>
                      <a:pt x="6738" y="17454"/>
                      <a:pt x="7005" y="20823"/>
                      <a:pt x="7005" y="24292"/>
                    </a:cubicBezTo>
                    <a:cubicBezTo>
                      <a:pt x="7005" y="25960"/>
                      <a:pt x="7005" y="27628"/>
                      <a:pt x="7005" y="29296"/>
                    </a:cubicBezTo>
                    <a:cubicBezTo>
                      <a:pt x="7005" y="30096"/>
                      <a:pt x="6872" y="31097"/>
                      <a:pt x="7539" y="31664"/>
                    </a:cubicBezTo>
                    <a:cubicBezTo>
                      <a:pt x="8106" y="32131"/>
                      <a:pt x="9040" y="32131"/>
                      <a:pt x="9674" y="32231"/>
                    </a:cubicBezTo>
                    <a:cubicBezTo>
                      <a:pt x="11108" y="32465"/>
                      <a:pt x="12509" y="32665"/>
                      <a:pt x="13977" y="32698"/>
                    </a:cubicBezTo>
                    <a:cubicBezTo>
                      <a:pt x="14053" y="32700"/>
                      <a:pt x="14130" y="32700"/>
                      <a:pt x="14206" y="32700"/>
                    </a:cubicBezTo>
                    <a:cubicBezTo>
                      <a:pt x="15654" y="32700"/>
                      <a:pt x="17103" y="32429"/>
                      <a:pt x="18551" y="32429"/>
                    </a:cubicBezTo>
                    <a:cubicBezTo>
                      <a:pt x="18627" y="32429"/>
                      <a:pt x="18704" y="32430"/>
                      <a:pt x="18780" y="32431"/>
                    </a:cubicBezTo>
                    <a:cubicBezTo>
                      <a:pt x="19347" y="32431"/>
                      <a:pt x="19948" y="32731"/>
                      <a:pt x="20548" y="32731"/>
                    </a:cubicBezTo>
                    <a:cubicBezTo>
                      <a:pt x="21482" y="32731"/>
                      <a:pt x="22416" y="32431"/>
                      <a:pt x="23383" y="32398"/>
                    </a:cubicBezTo>
                    <a:cubicBezTo>
                      <a:pt x="26452" y="32365"/>
                      <a:pt x="29454" y="32398"/>
                      <a:pt x="32523" y="32164"/>
                    </a:cubicBezTo>
                    <a:cubicBezTo>
                      <a:pt x="34124" y="32031"/>
                      <a:pt x="35759" y="31998"/>
                      <a:pt x="37327" y="31831"/>
                    </a:cubicBezTo>
                    <a:cubicBezTo>
                      <a:pt x="38227" y="31731"/>
                      <a:pt x="39061" y="31631"/>
                      <a:pt x="39662" y="30930"/>
                    </a:cubicBezTo>
                    <a:cubicBezTo>
                      <a:pt x="40996" y="29396"/>
                      <a:pt x="40963" y="25760"/>
                      <a:pt x="40896" y="23959"/>
                    </a:cubicBezTo>
                    <a:cubicBezTo>
                      <a:pt x="40796" y="22224"/>
                      <a:pt x="40596" y="20556"/>
                      <a:pt x="40596" y="18822"/>
                    </a:cubicBezTo>
                    <a:cubicBezTo>
                      <a:pt x="40596" y="16820"/>
                      <a:pt x="40596" y="14785"/>
                      <a:pt x="40596" y="12784"/>
                    </a:cubicBezTo>
                    <a:cubicBezTo>
                      <a:pt x="40596" y="11883"/>
                      <a:pt x="40896" y="10482"/>
                      <a:pt x="40129" y="9782"/>
                    </a:cubicBezTo>
                    <a:cubicBezTo>
                      <a:pt x="39815" y="9502"/>
                      <a:pt x="39427" y="9406"/>
                      <a:pt x="39029" y="9406"/>
                    </a:cubicBezTo>
                    <a:cubicBezTo>
                      <a:pt x="38666" y="9406"/>
                      <a:pt x="38294" y="9486"/>
                      <a:pt x="37960" y="9582"/>
                    </a:cubicBezTo>
                    <a:cubicBezTo>
                      <a:pt x="37360" y="9548"/>
                      <a:pt x="36760" y="9515"/>
                      <a:pt x="36693" y="9515"/>
                    </a:cubicBezTo>
                    <a:cubicBezTo>
                      <a:pt x="36459" y="9548"/>
                      <a:pt x="36226" y="9548"/>
                      <a:pt x="35992" y="9582"/>
                    </a:cubicBezTo>
                    <a:cubicBezTo>
                      <a:pt x="36126" y="8914"/>
                      <a:pt x="36159" y="8114"/>
                      <a:pt x="36026" y="7513"/>
                    </a:cubicBezTo>
                    <a:cubicBezTo>
                      <a:pt x="36593" y="7480"/>
                      <a:pt x="37127" y="7413"/>
                      <a:pt x="37694" y="7347"/>
                    </a:cubicBezTo>
                    <a:cubicBezTo>
                      <a:pt x="39195" y="7180"/>
                      <a:pt x="41696" y="6880"/>
                      <a:pt x="41263" y="4811"/>
                    </a:cubicBezTo>
                    <a:cubicBezTo>
                      <a:pt x="40963" y="3242"/>
                      <a:pt x="39288" y="2982"/>
                      <a:pt x="37722" y="2982"/>
                    </a:cubicBezTo>
                    <a:cubicBezTo>
                      <a:pt x="37025" y="2982"/>
                      <a:pt x="36349" y="3033"/>
                      <a:pt x="35826" y="3044"/>
                    </a:cubicBezTo>
                    <a:cubicBezTo>
                      <a:pt x="34958" y="3077"/>
                      <a:pt x="34091" y="3077"/>
                      <a:pt x="33224" y="3077"/>
                    </a:cubicBezTo>
                    <a:cubicBezTo>
                      <a:pt x="32356" y="3077"/>
                      <a:pt x="31489" y="3077"/>
                      <a:pt x="30622" y="3110"/>
                    </a:cubicBezTo>
                    <a:cubicBezTo>
                      <a:pt x="30492" y="3112"/>
                      <a:pt x="30362" y="3114"/>
                      <a:pt x="30233" y="3114"/>
                    </a:cubicBezTo>
                    <a:cubicBezTo>
                      <a:pt x="28407" y="3114"/>
                      <a:pt x="26660" y="2906"/>
                      <a:pt x="24884" y="2843"/>
                    </a:cubicBezTo>
                    <a:cubicBezTo>
                      <a:pt x="23615" y="2808"/>
                      <a:pt x="22338" y="2789"/>
                      <a:pt x="21056" y="2789"/>
                    </a:cubicBezTo>
                    <a:cubicBezTo>
                      <a:pt x="18767" y="2789"/>
                      <a:pt x="16465" y="2849"/>
                      <a:pt x="14177" y="2977"/>
                    </a:cubicBezTo>
                    <a:cubicBezTo>
                      <a:pt x="12242" y="3077"/>
                      <a:pt x="10307" y="3344"/>
                      <a:pt x="8406" y="3444"/>
                    </a:cubicBezTo>
                    <a:cubicBezTo>
                      <a:pt x="8363" y="3445"/>
                      <a:pt x="8318" y="3446"/>
                      <a:pt x="8272" y="3446"/>
                    </a:cubicBezTo>
                    <a:cubicBezTo>
                      <a:pt x="7769" y="3446"/>
                      <a:pt x="7048" y="3359"/>
                      <a:pt x="6376" y="3359"/>
                    </a:cubicBezTo>
                    <a:cubicBezTo>
                      <a:pt x="5843" y="3359"/>
                      <a:pt x="5340" y="3414"/>
                      <a:pt x="5004" y="3611"/>
                    </a:cubicBezTo>
                    <a:cubicBezTo>
                      <a:pt x="4837" y="2009"/>
                      <a:pt x="4470" y="108"/>
                      <a:pt x="2602" y="8"/>
                    </a:cubicBezTo>
                    <a:cubicBezTo>
                      <a:pt x="2531" y="3"/>
                      <a:pt x="2462" y="1"/>
                      <a:pt x="23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2776993" y="3962444"/>
                <a:ext cx="51511" cy="82786"/>
              </a:xfrm>
              <a:custGeom>
                <a:rect b="b" l="l" r="r" t="t"/>
                <a:pathLst>
                  <a:path extrusionOk="0" h="6435" w="4004">
                    <a:moveTo>
                      <a:pt x="2884" y="0"/>
                    </a:moveTo>
                    <a:cubicBezTo>
                      <a:pt x="2664" y="0"/>
                      <a:pt x="2441" y="41"/>
                      <a:pt x="2202" y="105"/>
                    </a:cubicBezTo>
                    <a:cubicBezTo>
                      <a:pt x="1787" y="232"/>
                      <a:pt x="1158" y="574"/>
                      <a:pt x="725" y="574"/>
                    </a:cubicBezTo>
                    <a:cubicBezTo>
                      <a:pt x="706" y="574"/>
                      <a:pt x="686" y="573"/>
                      <a:pt x="668" y="572"/>
                    </a:cubicBezTo>
                    <a:cubicBezTo>
                      <a:pt x="639" y="565"/>
                      <a:pt x="610" y="562"/>
                      <a:pt x="581" y="562"/>
                    </a:cubicBezTo>
                    <a:cubicBezTo>
                      <a:pt x="309" y="562"/>
                      <a:pt x="53" y="834"/>
                      <a:pt x="234" y="1106"/>
                    </a:cubicBezTo>
                    <a:cubicBezTo>
                      <a:pt x="468" y="1439"/>
                      <a:pt x="568" y="2040"/>
                      <a:pt x="668" y="2607"/>
                    </a:cubicBezTo>
                    <a:cubicBezTo>
                      <a:pt x="634" y="2840"/>
                      <a:pt x="634" y="3074"/>
                      <a:pt x="634" y="3307"/>
                    </a:cubicBezTo>
                    <a:cubicBezTo>
                      <a:pt x="534" y="3340"/>
                      <a:pt x="434" y="3374"/>
                      <a:pt x="301" y="3374"/>
                    </a:cubicBezTo>
                    <a:cubicBezTo>
                      <a:pt x="101" y="3407"/>
                      <a:pt x="1" y="3741"/>
                      <a:pt x="267" y="3807"/>
                    </a:cubicBezTo>
                    <a:cubicBezTo>
                      <a:pt x="401" y="3841"/>
                      <a:pt x="501" y="3874"/>
                      <a:pt x="634" y="3908"/>
                    </a:cubicBezTo>
                    <a:cubicBezTo>
                      <a:pt x="634" y="4608"/>
                      <a:pt x="668" y="5342"/>
                      <a:pt x="701" y="6009"/>
                    </a:cubicBezTo>
                    <a:cubicBezTo>
                      <a:pt x="718" y="6293"/>
                      <a:pt x="951" y="6434"/>
                      <a:pt x="1176" y="6434"/>
                    </a:cubicBezTo>
                    <a:cubicBezTo>
                      <a:pt x="1402" y="6434"/>
                      <a:pt x="1618" y="6293"/>
                      <a:pt x="1602" y="6009"/>
                    </a:cubicBezTo>
                    <a:cubicBezTo>
                      <a:pt x="1635" y="5342"/>
                      <a:pt x="1668" y="4608"/>
                      <a:pt x="1668" y="3874"/>
                    </a:cubicBezTo>
                    <a:cubicBezTo>
                      <a:pt x="1816" y="3835"/>
                      <a:pt x="1963" y="3822"/>
                      <a:pt x="2111" y="3822"/>
                    </a:cubicBezTo>
                    <a:cubicBezTo>
                      <a:pt x="2419" y="3822"/>
                      <a:pt x="2730" y="3879"/>
                      <a:pt x="3052" y="3879"/>
                    </a:cubicBezTo>
                    <a:cubicBezTo>
                      <a:pt x="3102" y="3879"/>
                      <a:pt x="3152" y="3877"/>
                      <a:pt x="3203" y="3874"/>
                    </a:cubicBezTo>
                    <a:cubicBezTo>
                      <a:pt x="3803" y="3841"/>
                      <a:pt x="4003" y="2873"/>
                      <a:pt x="3336" y="2773"/>
                    </a:cubicBezTo>
                    <a:cubicBezTo>
                      <a:pt x="3069" y="2723"/>
                      <a:pt x="2803" y="2690"/>
                      <a:pt x="2536" y="2690"/>
                    </a:cubicBezTo>
                    <a:cubicBezTo>
                      <a:pt x="2269" y="2690"/>
                      <a:pt x="2002" y="2723"/>
                      <a:pt x="1735" y="2807"/>
                    </a:cubicBezTo>
                    <a:cubicBezTo>
                      <a:pt x="1702" y="2807"/>
                      <a:pt x="1668" y="2807"/>
                      <a:pt x="1635" y="2840"/>
                    </a:cubicBezTo>
                    <a:cubicBezTo>
                      <a:pt x="1602" y="2340"/>
                      <a:pt x="1568" y="1839"/>
                      <a:pt x="1502" y="1372"/>
                    </a:cubicBezTo>
                    <a:cubicBezTo>
                      <a:pt x="2069" y="1306"/>
                      <a:pt x="2636" y="1139"/>
                      <a:pt x="3103" y="1106"/>
                    </a:cubicBezTo>
                    <a:lnTo>
                      <a:pt x="3136" y="1106"/>
                    </a:lnTo>
                    <a:cubicBezTo>
                      <a:pt x="3194" y="1125"/>
                      <a:pt x="3274" y="1144"/>
                      <a:pt x="3351" y="1144"/>
                    </a:cubicBezTo>
                    <a:cubicBezTo>
                      <a:pt x="3407" y="1144"/>
                      <a:pt x="3461" y="1134"/>
                      <a:pt x="3503" y="1106"/>
                    </a:cubicBezTo>
                    <a:cubicBezTo>
                      <a:pt x="3536" y="1072"/>
                      <a:pt x="3570" y="1039"/>
                      <a:pt x="3603" y="1005"/>
                    </a:cubicBezTo>
                    <a:cubicBezTo>
                      <a:pt x="3903" y="839"/>
                      <a:pt x="3970" y="338"/>
                      <a:pt x="3603" y="172"/>
                    </a:cubicBezTo>
                    <a:cubicBezTo>
                      <a:pt x="3359" y="49"/>
                      <a:pt x="3124" y="0"/>
                      <a:pt x="28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2833640" y="3977189"/>
                <a:ext cx="57892" cy="62061"/>
              </a:xfrm>
              <a:custGeom>
                <a:rect b="b" l="l" r="r" t="t"/>
                <a:pathLst>
                  <a:path extrusionOk="0" h="4824" w="4500">
                    <a:moveTo>
                      <a:pt x="2242" y="972"/>
                    </a:moveTo>
                    <a:cubicBezTo>
                      <a:pt x="2972" y="972"/>
                      <a:pt x="3608" y="1988"/>
                      <a:pt x="3503" y="2695"/>
                    </a:cubicBezTo>
                    <a:cubicBezTo>
                      <a:pt x="3422" y="3343"/>
                      <a:pt x="2911" y="3831"/>
                      <a:pt x="2425" y="3831"/>
                    </a:cubicBezTo>
                    <a:cubicBezTo>
                      <a:pt x="2110" y="3831"/>
                      <a:pt x="1806" y="3627"/>
                      <a:pt x="1635" y="3128"/>
                    </a:cubicBezTo>
                    <a:cubicBezTo>
                      <a:pt x="1502" y="2728"/>
                      <a:pt x="1435" y="2028"/>
                      <a:pt x="1435" y="1594"/>
                    </a:cubicBezTo>
                    <a:cubicBezTo>
                      <a:pt x="1435" y="1561"/>
                      <a:pt x="1435" y="1494"/>
                      <a:pt x="1435" y="1461"/>
                    </a:cubicBezTo>
                    <a:cubicBezTo>
                      <a:pt x="1502" y="1394"/>
                      <a:pt x="1569" y="1327"/>
                      <a:pt x="1635" y="1227"/>
                    </a:cubicBezTo>
                    <a:cubicBezTo>
                      <a:pt x="1836" y="1048"/>
                      <a:pt x="2043" y="972"/>
                      <a:pt x="2242" y="972"/>
                    </a:cubicBezTo>
                    <a:close/>
                    <a:moveTo>
                      <a:pt x="2217" y="1"/>
                    </a:moveTo>
                    <a:cubicBezTo>
                      <a:pt x="2037" y="1"/>
                      <a:pt x="1854" y="30"/>
                      <a:pt x="1669" y="93"/>
                    </a:cubicBezTo>
                    <a:cubicBezTo>
                      <a:pt x="935" y="360"/>
                      <a:pt x="334" y="1160"/>
                      <a:pt x="201" y="1894"/>
                    </a:cubicBezTo>
                    <a:cubicBezTo>
                      <a:pt x="1" y="2895"/>
                      <a:pt x="835" y="3562"/>
                      <a:pt x="1068" y="4463"/>
                    </a:cubicBezTo>
                    <a:cubicBezTo>
                      <a:pt x="1118" y="4662"/>
                      <a:pt x="1335" y="4824"/>
                      <a:pt x="1553" y="4824"/>
                    </a:cubicBezTo>
                    <a:cubicBezTo>
                      <a:pt x="1627" y="4824"/>
                      <a:pt x="1701" y="4805"/>
                      <a:pt x="1769" y="4763"/>
                    </a:cubicBezTo>
                    <a:cubicBezTo>
                      <a:pt x="1769" y="4730"/>
                      <a:pt x="1802" y="4696"/>
                      <a:pt x="1835" y="4696"/>
                    </a:cubicBezTo>
                    <a:cubicBezTo>
                      <a:pt x="2026" y="4776"/>
                      <a:pt x="2218" y="4813"/>
                      <a:pt x="2406" y="4813"/>
                    </a:cubicBezTo>
                    <a:cubicBezTo>
                      <a:pt x="3474" y="4813"/>
                      <a:pt x="4442" y="3644"/>
                      <a:pt x="4471" y="2595"/>
                    </a:cubicBezTo>
                    <a:cubicBezTo>
                      <a:pt x="4500" y="1400"/>
                      <a:pt x="3459" y="1"/>
                      <a:pt x="2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2899307" y="3961518"/>
                <a:ext cx="61070" cy="82439"/>
              </a:xfrm>
              <a:custGeom>
                <a:rect b="b" l="l" r="r" t="t"/>
                <a:pathLst>
                  <a:path extrusionOk="0" h="6408" w="4747">
                    <a:moveTo>
                      <a:pt x="1317" y="1139"/>
                    </a:moveTo>
                    <a:cubicBezTo>
                      <a:pt x="1394" y="1139"/>
                      <a:pt x="1488" y="1199"/>
                      <a:pt x="1602" y="1344"/>
                    </a:cubicBezTo>
                    <a:cubicBezTo>
                      <a:pt x="1935" y="1811"/>
                      <a:pt x="1668" y="1978"/>
                      <a:pt x="1335" y="2378"/>
                    </a:cubicBezTo>
                    <a:cubicBezTo>
                      <a:pt x="1201" y="2512"/>
                      <a:pt x="1068" y="2645"/>
                      <a:pt x="934" y="2779"/>
                    </a:cubicBezTo>
                    <a:cubicBezTo>
                      <a:pt x="901" y="2545"/>
                      <a:pt x="901" y="2312"/>
                      <a:pt x="934" y="2045"/>
                    </a:cubicBezTo>
                    <a:cubicBezTo>
                      <a:pt x="985" y="1716"/>
                      <a:pt x="1074" y="1139"/>
                      <a:pt x="1317" y="1139"/>
                    </a:cubicBezTo>
                    <a:close/>
                    <a:moveTo>
                      <a:pt x="1820" y="0"/>
                    </a:moveTo>
                    <a:cubicBezTo>
                      <a:pt x="1770" y="0"/>
                      <a:pt x="1720" y="3"/>
                      <a:pt x="1668" y="10"/>
                    </a:cubicBezTo>
                    <a:cubicBezTo>
                      <a:pt x="734" y="143"/>
                      <a:pt x="201" y="1144"/>
                      <a:pt x="100" y="2011"/>
                    </a:cubicBezTo>
                    <a:cubicBezTo>
                      <a:pt x="34" y="2478"/>
                      <a:pt x="0" y="3046"/>
                      <a:pt x="100" y="3513"/>
                    </a:cubicBezTo>
                    <a:cubicBezTo>
                      <a:pt x="100" y="3546"/>
                      <a:pt x="134" y="3579"/>
                      <a:pt x="134" y="3613"/>
                    </a:cubicBezTo>
                    <a:cubicBezTo>
                      <a:pt x="134" y="3713"/>
                      <a:pt x="100" y="3779"/>
                      <a:pt x="100" y="3846"/>
                    </a:cubicBezTo>
                    <a:cubicBezTo>
                      <a:pt x="67" y="4447"/>
                      <a:pt x="334" y="4980"/>
                      <a:pt x="301" y="5547"/>
                    </a:cubicBezTo>
                    <a:cubicBezTo>
                      <a:pt x="284" y="5864"/>
                      <a:pt x="526" y="6023"/>
                      <a:pt x="776" y="6023"/>
                    </a:cubicBezTo>
                    <a:cubicBezTo>
                      <a:pt x="1026" y="6023"/>
                      <a:pt x="1285" y="5864"/>
                      <a:pt x="1301" y="5547"/>
                    </a:cubicBezTo>
                    <a:cubicBezTo>
                      <a:pt x="1335" y="5180"/>
                      <a:pt x="1401" y="4780"/>
                      <a:pt x="1335" y="4413"/>
                    </a:cubicBezTo>
                    <a:lnTo>
                      <a:pt x="1335" y="4413"/>
                    </a:lnTo>
                    <a:cubicBezTo>
                      <a:pt x="1668" y="4647"/>
                      <a:pt x="1968" y="4980"/>
                      <a:pt x="2302" y="5147"/>
                    </a:cubicBezTo>
                    <a:cubicBezTo>
                      <a:pt x="2769" y="5414"/>
                      <a:pt x="3470" y="5647"/>
                      <a:pt x="3703" y="6148"/>
                    </a:cubicBezTo>
                    <a:cubicBezTo>
                      <a:pt x="3783" y="6330"/>
                      <a:pt x="3937" y="6407"/>
                      <a:pt x="4098" y="6407"/>
                    </a:cubicBezTo>
                    <a:cubicBezTo>
                      <a:pt x="4408" y="6407"/>
                      <a:pt x="4747" y="6121"/>
                      <a:pt x="4637" y="5747"/>
                    </a:cubicBezTo>
                    <a:cubicBezTo>
                      <a:pt x="4437" y="5047"/>
                      <a:pt x="3836" y="4680"/>
                      <a:pt x="3203" y="4346"/>
                    </a:cubicBezTo>
                    <a:cubicBezTo>
                      <a:pt x="2636" y="4080"/>
                      <a:pt x="2135" y="3646"/>
                      <a:pt x="1602" y="3379"/>
                    </a:cubicBezTo>
                    <a:cubicBezTo>
                      <a:pt x="1802" y="3112"/>
                      <a:pt x="2069" y="2912"/>
                      <a:pt x="2235" y="2679"/>
                    </a:cubicBezTo>
                    <a:cubicBezTo>
                      <a:pt x="2536" y="2245"/>
                      <a:pt x="2836" y="1811"/>
                      <a:pt x="2869" y="1278"/>
                    </a:cubicBezTo>
                    <a:cubicBezTo>
                      <a:pt x="2931" y="624"/>
                      <a:pt x="2500" y="0"/>
                      <a:pt x="18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2710040" y="4070221"/>
                <a:ext cx="63965" cy="91998"/>
              </a:xfrm>
              <a:custGeom>
                <a:rect b="b" l="l" r="r" t="t"/>
                <a:pathLst>
                  <a:path extrusionOk="0" h="7151" w="4972">
                    <a:moveTo>
                      <a:pt x="3503" y="0"/>
                    </a:moveTo>
                    <a:cubicBezTo>
                      <a:pt x="2636" y="34"/>
                      <a:pt x="1569" y="634"/>
                      <a:pt x="902" y="1168"/>
                    </a:cubicBezTo>
                    <a:cubicBezTo>
                      <a:pt x="134" y="1768"/>
                      <a:pt x="1" y="2802"/>
                      <a:pt x="801" y="3436"/>
                    </a:cubicBezTo>
                    <a:cubicBezTo>
                      <a:pt x="1268" y="3770"/>
                      <a:pt x="1969" y="3903"/>
                      <a:pt x="2303" y="4404"/>
                    </a:cubicBezTo>
                    <a:cubicBezTo>
                      <a:pt x="3103" y="5538"/>
                      <a:pt x="1402" y="5871"/>
                      <a:pt x="701" y="6071"/>
                    </a:cubicBezTo>
                    <a:cubicBezTo>
                      <a:pt x="501" y="6105"/>
                      <a:pt x="468" y="6305"/>
                      <a:pt x="535" y="6472"/>
                    </a:cubicBezTo>
                    <a:cubicBezTo>
                      <a:pt x="750" y="6952"/>
                      <a:pt x="1114" y="7151"/>
                      <a:pt x="1521" y="7151"/>
                    </a:cubicBezTo>
                    <a:cubicBezTo>
                      <a:pt x="2752" y="7151"/>
                      <a:pt x="4381" y="5332"/>
                      <a:pt x="3503" y="4003"/>
                    </a:cubicBezTo>
                    <a:cubicBezTo>
                      <a:pt x="3203" y="3570"/>
                      <a:pt x="2703" y="3269"/>
                      <a:pt x="2236" y="3036"/>
                    </a:cubicBezTo>
                    <a:cubicBezTo>
                      <a:pt x="2102" y="2936"/>
                      <a:pt x="1802" y="2869"/>
                      <a:pt x="1669" y="2769"/>
                    </a:cubicBezTo>
                    <a:cubicBezTo>
                      <a:pt x="1168" y="2369"/>
                      <a:pt x="1602" y="1968"/>
                      <a:pt x="1936" y="1702"/>
                    </a:cubicBezTo>
                    <a:cubicBezTo>
                      <a:pt x="2372" y="1334"/>
                      <a:pt x="3013" y="999"/>
                      <a:pt x="3588" y="999"/>
                    </a:cubicBezTo>
                    <a:cubicBezTo>
                      <a:pt x="3848" y="999"/>
                      <a:pt x="4096" y="1068"/>
                      <a:pt x="4304" y="1235"/>
                    </a:cubicBezTo>
                    <a:cubicBezTo>
                      <a:pt x="4331" y="1244"/>
                      <a:pt x="4360" y="1248"/>
                      <a:pt x="4389" y="1248"/>
                    </a:cubicBezTo>
                    <a:cubicBezTo>
                      <a:pt x="4468" y="1248"/>
                      <a:pt x="4546" y="1217"/>
                      <a:pt x="4571" y="1168"/>
                    </a:cubicBezTo>
                    <a:cubicBezTo>
                      <a:pt x="4971" y="434"/>
                      <a:pt x="4171" y="0"/>
                      <a:pt x="35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2769698" y="4080102"/>
                <a:ext cx="70397" cy="73922"/>
              </a:xfrm>
              <a:custGeom>
                <a:rect b="b" l="l" r="r" t="t"/>
                <a:pathLst>
                  <a:path extrusionOk="0" h="5746" w="5472">
                    <a:moveTo>
                      <a:pt x="1937" y="1154"/>
                    </a:moveTo>
                    <a:cubicBezTo>
                      <a:pt x="1958" y="1154"/>
                      <a:pt x="1981" y="1214"/>
                      <a:pt x="2102" y="1301"/>
                    </a:cubicBezTo>
                    <a:cubicBezTo>
                      <a:pt x="2436" y="1501"/>
                      <a:pt x="2636" y="2101"/>
                      <a:pt x="2836" y="2435"/>
                    </a:cubicBezTo>
                    <a:cubicBezTo>
                      <a:pt x="2969" y="2635"/>
                      <a:pt x="3069" y="2835"/>
                      <a:pt x="3203" y="3035"/>
                    </a:cubicBezTo>
                    <a:cubicBezTo>
                      <a:pt x="3082" y="3016"/>
                      <a:pt x="2950" y="3008"/>
                      <a:pt x="2816" y="3008"/>
                    </a:cubicBezTo>
                    <a:cubicBezTo>
                      <a:pt x="2468" y="3008"/>
                      <a:pt x="2100" y="3063"/>
                      <a:pt x="1835" y="3135"/>
                    </a:cubicBezTo>
                    <a:cubicBezTo>
                      <a:pt x="1702" y="3169"/>
                      <a:pt x="1568" y="3202"/>
                      <a:pt x="1435" y="3269"/>
                    </a:cubicBezTo>
                    <a:cubicBezTo>
                      <a:pt x="1502" y="2802"/>
                      <a:pt x="1535" y="2301"/>
                      <a:pt x="1635" y="1834"/>
                    </a:cubicBezTo>
                    <a:cubicBezTo>
                      <a:pt x="1668" y="1667"/>
                      <a:pt x="1702" y="1434"/>
                      <a:pt x="1802" y="1334"/>
                    </a:cubicBezTo>
                    <a:cubicBezTo>
                      <a:pt x="1898" y="1206"/>
                      <a:pt x="1917" y="1154"/>
                      <a:pt x="1937" y="1154"/>
                    </a:cubicBezTo>
                    <a:close/>
                    <a:moveTo>
                      <a:pt x="1954" y="0"/>
                    </a:moveTo>
                    <a:cubicBezTo>
                      <a:pt x="1872" y="0"/>
                      <a:pt x="1788" y="11"/>
                      <a:pt x="1702" y="33"/>
                    </a:cubicBezTo>
                    <a:cubicBezTo>
                      <a:pt x="868" y="233"/>
                      <a:pt x="668" y="1301"/>
                      <a:pt x="568" y="2034"/>
                    </a:cubicBezTo>
                    <a:cubicBezTo>
                      <a:pt x="501" y="2468"/>
                      <a:pt x="501" y="2935"/>
                      <a:pt x="401" y="3369"/>
                    </a:cubicBezTo>
                    <a:cubicBezTo>
                      <a:pt x="367" y="3535"/>
                      <a:pt x="301" y="3736"/>
                      <a:pt x="234" y="3936"/>
                    </a:cubicBezTo>
                    <a:cubicBezTo>
                      <a:pt x="67" y="4002"/>
                      <a:pt x="1" y="4269"/>
                      <a:pt x="134" y="4403"/>
                    </a:cubicBezTo>
                    <a:cubicBezTo>
                      <a:pt x="101" y="4703"/>
                      <a:pt x="234" y="5037"/>
                      <a:pt x="101" y="5437"/>
                    </a:cubicBezTo>
                    <a:cubicBezTo>
                      <a:pt x="9" y="5437"/>
                      <a:pt x="141" y="5745"/>
                      <a:pt x="318" y="5745"/>
                    </a:cubicBezTo>
                    <a:cubicBezTo>
                      <a:pt x="334" y="5745"/>
                      <a:pt x="351" y="5743"/>
                      <a:pt x="367" y="5737"/>
                    </a:cubicBezTo>
                    <a:cubicBezTo>
                      <a:pt x="968" y="5504"/>
                      <a:pt x="1068" y="4903"/>
                      <a:pt x="1201" y="4303"/>
                    </a:cubicBezTo>
                    <a:cubicBezTo>
                      <a:pt x="1468" y="4236"/>
                      <a:pt x="1768" y="4203"/>
                      <a:pt x="2069" y="4203"/>
                    </a:cubicBezTo>
                    <a:cubicBezTo>
                      <a:pt x="2333" y="4218"/>
                      <a:pt x="2613" y="4270"/>
                      <a:pt x="2880" y="4270"/>
                    </a:cubicBezTo>
                    <a:cubicBezTo>
                      <a:pt x="3184" y="4270"/>
                      <a:pt x="3472" y="4202"/>
                      <a:pt x="3703" y="3936"/>
                    </a:cubicBezTo>
                    <a:cubicBezTo>
                      <a:pt x="3703" y="3936"/>
                      <a:pt x="3703" y="3936"/>
                      <a:pt x="3703" y="3902"/>
                    </a:cubicBezTo>
                    <a:cubicBezTo>
                      <a:pt x="3903" y="4303"/>
                      <a:pt x="4070" y="4736"/>
                      <a:pt x="4170" y="5170"/>
                    </a:cubicBezTo>
                    <a:cubicBezTo>
                      <a:pt x="4236" y="5502"/>
                      <a:pt x="4466" y="5643"/>
                      <a:pt x="4709" y="5643"/>
                    </a:cubicBezTo>
                    <a:cubicBezTo>
                      <a:pt x="5076" y="5643"/>
                      <a:pt x="5471" y="5319"/>
                      <a:pt x="5371" y="4836"/>
                    </a:cubicBezTo>
                    <a:cubicBezTo>
                      <a:pt x="5138" y="3569"/>
                      <a:pt x="4337" y="2501"/>
                      <a:pt x="3636" y="1467"/>
                    </a:cubicBezTo>
                    <a:cubicBezTo>
                      <a:pt x="3275" y="925"/>
                      <a:pt x="2722" y="0"/>
                      <a:pt x="19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2847381" y="4072640"/>
                <a:ext cx="67387" cy="77332"/>
              </a:xfrm>
              <a:custGeom>
                <a:rect b="b" l="l" r="r" t="t"/>
                <a:pathLst>
                  <a:path extrusionOk="0" h="6011" w="5238">
                    <a:moveTo>
                      <a:pt x="413" y="0"/>
                    </a:moveTo>
                    <a:cubicBezTo>
                      <a:pt x="231" y="0"/>
                      <a:pt x="56" y="170"/>
                      <a:pt x="100" y="413"/>
                    </a:cubicBezTo>
                    <a:cubicBezTo>
                      <a:pt x="367" y="1547"/>
                      <a:pt x="67" y="2648"/>
                      <a:pt x="34" y="3782"/>
                    </a:cubicBezTo>
                    <a:cubicBezTo>
                      <a:pt x="0" y="4482"/>
                      <a:pt x="34" y="5316"/>
                      <a:pt x="667" y="5717"/>
                    </a:cubicBezTo>
                    <a:cubicBezTo>
                      <a:pt x="993" y="5956"/>
                      <a:pt x="1447" y="6011"/>
                      <a:pt x="1881" y="6011"/>
                    </a:cubicBezTo>
                    <a:cubicBezTo>
                      <a:pt x="2112" y="6011"/>
                      <a:pt x="2338" y="5995"/>
                      <a:pt x="2535" y="5983"/>
                    </a:cubicBezTo>
                    <a:cubicBezTo>
                      <a:pt x="3369" y="5950"/>
                      <a:pt x="4537" y="5950"/>
                      <a:pt x="5104" y="5283"/>
                    </a:cubicBezTo>
                    <a:cubicBezTo>
                      <a:pt x="5237" y="5150"/>
                      <a:pt x="5237" y="4916"/>
                      <a:pt x="5104" y="4783"/>
                    </a:cubicBezTo>
                    <a:cubicBezTo>
                      <a:pt x="4810" y="4489"/>
                      <a:pt x="4516" y="4409"/>
                      <a:pt x="4181" y="4409"/>
                    </a:cubicBezTo>
                    <a:cubicBezTo>
                      <a:pt x="4022" y="4409"/>
                      <a:pt x="3852" y="4428"/>
                      <a:pt x="3669" y="4449"/>
                    </a:cubicBezTo>
                    <a:cubicBezTo>
                      <a:pt x="3267" y="4496"/>
                      <a:pt x="2530" y="4728"/>
                      <a:pt x="1968" y="4728"/>
                    </a:cubicBezTo>
                    <a:cubicBezTo>
                      <a:pt x="1738" y="4728"/>
                      <a:pt x="1537" y="4689"/>
                      <a:pt x="1401" y="4582"/>
                    </a:cubicBezTo>
                    <a:cubicBezTo>
                      <a:pt x="901" y="4182"/>
                      <a:pt x="1201" y="2681"/>
                      <a:pt x="1168" y="2081"/>
                    </a:cubicBezTo>
                    <a:cubicBezTo>
                      <a:pt x="1168" y="1380"/>
                      <a:pt x="1068" y="746"/>
                      <a:pt x="667" y="146"/>
                    </a:cubicBezTo>
                    <a:cubicBezTo>
                      <a:pt x="600" y="44"/>
                      <a:pt x="505" y="0"/>
                      <a:pt x="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2911748" y="4061048"/>
                <a:ext cx="70822" cy="88550"/>
              </a:xfrm>
              <a:custGeom>
                <a:rect b="b" l="l" r="r" t="t"/>
                <a:pathLst>
                  <a:path extrusionOk="0" h="6883" w="5505">
                    <a:moveTo>
                      <a:pt x="4585" y="1"/>
                    </a:moveTo>
                    <a:cubicBezTo>
                      <a:pt x="4035" y="1"/>
                      <a:pt x="3494" y="232"/>
                      <a:pt x="2903" y="280"/>
                    </a:cubicBezTo>
                    <a:cubicBezTo>
                      <a:pt x="2747" y="291"/>
                      <a:pt x="2591" y="291"/>
                      <a:pt x="2437" y="291"/>
                    </a:cubicBezTo>
                    <a:cubicBezTo>
                      <a:pt x="2128" y="291"/>
                      <a:pt x="1824" y="291"/>
                      <a:pt x="1535" y="380"/>
                    </a:cubicBezTo>
                    <a:cubicBezTo>
                      <a:pt x="1302" y="447"/>
                      <a:pt x="1068" y="547"/>
                      <a:pt x="868" y="680"/>
                    </a:cubicBezTo>
                    <a:cubicBezTo>
                      <a:pt x="868" y="680"/>
                      <a:pt x="835" y="680"/>
                      <a:pt x="801" y="713"/>
                    </a:cubicBezTo>
                    <a:cubicBezTo>
                      <a:pt x="668" y="780"/>
                      <a:pt x="501" y="880"/>
                      <a:pt x="334" y="914"/>
                    </a:cubicBezTo>
                    <a:cubicBezTo>
                      <a:pt x="1" y="980"/>
                      <a:pt x="34" y="1447"/>
                      <a:pt x="334" y="1514"/>
                    </a:cubicBezTo>
                    <a:cubicBezTo>
                      <a:pt x="434" y="1547"/>
                      <a:pt x="534" y="1547"/>
                      <a:pt x="668" y="1547"/>
                    </a:cubicBezTo>
                    <a:cubicBezTo>
                      <a:pt x="668" y="2148"/>
                      <a:pt x="735" y="2748"/>
                      <a:pt x="668" y="3315"/>
                    </a:cubicBezTo>
                    <a:cubicBezTo>
                      <a:pt x="635" y="3349"/>
                      <a:pt x="601" y="3349"/>
                      <a:pt x="601" y="3349"/>
                    </a:cubicBezTo>
                    <a:cubicBezTo>
                      <a:pt x="268" y="3482"/>
                      <a:pt x="234" y="3916"/>
                      <a:pt x="534" y="4049"/>
                    </a:cubicBezTo>
                    <a:cubicBezTo>
                      <a:pt x="368" y="4716"/>
                      <a:pt x="168" y="5317"/>
                      <a:pt x="568" y="5984"/>
                    </a:cubicBezTo>
                    <a:cubicBezTo>
                      <a:pt x="970" y="6639"/>
                      <a:pt x="1571" y="6882"/>
                      <a:pt x="2218" y="6882"/>
                    </a:cubicBezTo>
                    <a:cubicBezTo>
                      <a:pt x="3020" y="6882"/>
                      <a:pt x="3891" y="6509"/>
                      <a:pt x="4537" y="6084"/>
                    </a:cubicBezTo>
                    <a:cubicBezTo>
                      <a:pt x="4771" y="5950"/>
                      <a:pt x="4938" y="5584"/>
                      <a:pt x="4737" y="5317"/>
                    </a:cubicBezTo>
                    <a:cubicBezTo>
                      <a:pt x="4704" y="5283"/>
                      <a:pt x="4671" y="5250"/>
                      <a:pt x="4637" y="5183"/>
                    </a:cubicBezTo>
                    <a:cubicBezTo>
                      <a:pt x="4547" y="5070"/>
                      <a:pt x="4425" y="5003"/>
                      <a:pt x="4294" y="5003"/>
                    </a:cubicBezTo>
                    <a:cubicBezTo>
                      <a:pt x="4232" y="5003"/>
                      <a:pt x="4168" y="5018"/>
                      <a:pt x="4104" y="5050"/>
                    </a:cubicBezTo>
                    <a:cubicBezTo>
                      <a:pt x="4170" y="5016"/>
                      <a:pt x="4133" y="5005"/>
                      <a:pt x="4054" y="5005"/>
                    </a:cubicBezTo>
                    <a:cubicBezTo>
                      <a:pt x="3896" y="5005"/>
                      <a:pt x="3570" y="5050"/>
                      <a:pt x="3570" y="5050"/>
                    </a:cubicBezTo>
                    <a:cubicBezTo>
                      <a:pt x="3336" y="5117"/>
                      <a:pt x="3136" y="5250"/>
                      <a:pt x="2903" y="5350"/>
                    </a:cubicBezTo>
                    <a:cubicBezTo>
                      <a:pt x="2714" y="5413"/>
                      <a:pt x="2461" y="5502"/>
                      <a:pt x="2223" y="5502"/>
                    </a:cubicBezTo>
                    <a:cubicBezTo>
                      <a:pt x="2082" y="5502"/>
                      <a:pt x="1947" y="5470"/>
                      <a:pt x="1835" y="5383"/>
                    </a:cubicBezTo>
                    <a:cubicBezTo>
                      <a:pt x="1402" y="5016"/>
                      <a:pt x="1735" y="4683"/>
                      <a:pt x="1802" y="4283"/>
                    </a:cubicBezTo>
                    <a:cubicBezTo>
                      <a:pt x="1835" y="4216"/>
                      <a:pt x="1835" y="4116"/>
                      <a:pt x="1835" y="4049"/>
                    </a:cubicBezTo>
                    <a:cubicBezTo>
                      <a:pt x="1953" y="4026"/>
                      <a:pt x="2088" y="4002"/>
                      <a:pt x="2216" y="4002"/>
                    </a:cubicBezTo>
                    <a:cubicBezTo>
                      <a:pt x="2269" y="4002"/>
                      <a:pt x="2320" y="4006"/>
                      <a:pt x="2369" y="4016"/>
                    </a:cubicBezTo>
                    <a:cubicBezTo>
                      <a:pt x="2428" y="4019"/>
                      <a:pt x="2485" y="4020"/>
                      <a:pt x="2541" y="4020"/>
                    </a:cubicBezTo>
                    <a:cubicBezTo>
                      <a:pt x="3139" y="4020"/>
                      <a:pt x="3521" y="3857"/>
                      <a:pt x="4070" y="3582"/>
                    </a:cubicBezTo>
                    <a:cubicBezTo>
                      <a:pt x="4571" y="3349"/>
                      <a:pt x="4304" y="2648"/>
                      <a:pt x="3803" y="2648"/>
                    </a:cubicBezTo>
                    <a:cubicBezTo>
                      <a:pt x="3759" y="2642"/>
                      <a:pt x="3715" y="2639"/>
                      <a:pt x="3673" y="2639"/>
                    </a:cubicBezTo>
                    <a:cubicBezTo>
                      <a:pt x="3492" y="2639"/>
                      <a:pt x="3325" y="2688"/>
                      <a:pt x="3136" y="2715"/>
                    </a:cubicBezTo>
                    <a:cubicBezTo>
                      <a:pt x="2836" y="2782"/>
                      <a:pt x="2536" y="2782"/>
                      <a:pt x="2202" y="2848"/>
                    </a:cubicBezTo>
                    <a:cubicBezTo>
                      <a:pt x="2102" y="2848"/>
                      <a:pt x="1969" y="2882"/>
                      <a:pt x="1869" y="2882"/>
                    </a:cubicBezTo>
                    <a:cubicBezTo>
                      <a:pt x="1835" y="2415"/>
                      <a:pt x="1702" y="1948"/>
                      <a:pt x="1535" y="1514"/>
                    </a:cubicBezTo>
                    <a:cubicBezTo>
                      <a:pt x="2002" y="1514"/>
                      <a:pt x="2436" y="1581"/>
                      <a:pt x="2903" y="1581"/>
                    </a:cubicBezTo>
                    <a:cubicBezTo>
                      <a:pt x="3336" y="1581"/>
                      <a:pt x="3737" y="1547"/>
                      <a:pt x="4137" y="1381"/>
                    </a:cubicBezTo>
                    <a:cubicBezTo>
                      <a:pt x="4537" y="1214"/>
                      <a:pt x="4838" y="780"/>
                      <a:pt x="5204" y="647"/>
                    </a:cubicBezTo>
                    <a:cubicBezTo>
                      <a:pt x="5405" y="580"/>
                      <a:pt x="5505" y="246"/>
                      <a:pt x="5271" y="146"/>
                    </a:cubicBezTo>
                    <a:cubicBezTo>
                      <a:pt x="5038" y="40"/>
                      <a:pt x="4811" y="1"/>
                      <a:pt x="4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 name="Google Shape;385;p19"/>
          <p:cNvGrpSpPr/>
          <p:nvPr/>
        </p:nvGrpSpPr>
        <p:grpSpPr>
          <a:xfrm>
            <a:off x="5315168" y="1948113"/>
            <a:ext cx="499098" cy="560464"/>
            <a:chOff x="6050218" y="3805893"/>
            <a:chExt cx="499098" cy="560464"/>
          </a:xfrm>
        </p:grpSpPr>
        <p:sp>
          <p:nvSpPr>
            <p:cNvPr id="386" name="Google Shape;386;p19"/>
            <p:cNvSpPr/>
            <p:nvPr/>
          </p:nvSpPr>
          <p:spPr>
            <a:xfrm>
              <a:off x="6050218" y="3805893"/>
              <a:ext cx="499098" cy="560464"/>
            </a:xfrm>
            <a:custGeom>
              <a:rect b="b" l="l" r="r" t="t"/>
              <a:pathLst>
                <a:path extrusionOk="0" h="43565" w="38795">
                  <a:moveTo>
                    <a:pt x="29889" y="5535"/>
                  </a:moveTo>
                  <a:cubicBezTo>
                    <a:pt x="30256" y="5601"/>
                    <a:pt x="30556" y="5735"/>
                    <a:pt x="30956" y="5768"/>
                  </a:cubicBezTo>
                  <a:cubicBezTo>
                    <a:pt x="30996" y="5771"/>
                    <a:pt x="31039" y="5772"/>
                    <a:pt x="31085" y="5772"/>
                  </a:cubicBezTo>
                  <a:cubicBezTo>
                    <a:pt x="31472" y="5772"/>
                    <a:pt x="32071" y="5688"/>
                    <a:pt x="32535" y="5688"/>
                  </a:cubicBezTo>
                  <a:cubicBezTo>
                    <a:pt x="32713" y="5688"/>
                    <a:pt x="32871" y="5701"/>
                    <a:pt x="32991" y="5735"/>
                  </a:cubicBezTo>
                  <a:cubicBezTo>
                    <a:pt x="33153" y="5783"/>
                    <a:pt x="33256" y="5793"/>
                    <a:pt x="33320" y="5793"/>
                  </a:cubicBezTo>
                  <a:cubicBezTo>
                    <a:pt x="33359" y="5793"/>
                    <a:pt x="33384" y="5789"/>
                    <a:pt x="33398" y="5789"/>
                  </a:cubicBezTo>
                  <a:cubicBezTo>
                    <a:pt x="33458" y="5789"/>
                    <a:pt x="33351" y="5847"/>
                    <a:pt x="33391" y="6435"/>
                  </a:cubicBezTo>
                  <a:cubicBezTo>
                    <a:pt x="33424" y="7036"/>
                    <a:pt x="33358" y="7669"/>
                    <a:pt x="33358" y="8270"/>
                  </a:cubicBezTo>
                  <a:cubicBezTo>
                    <a:pt x="33358" y="10105"/>
                    <a:pt x="33291" y="11973"/>
                    <a:pt x="33158" y="13841"/>
                  </a:cubicBezTo>
                  <a:cubicBezTo>
                    <a:pt x="32357" y="13007"/>
                    <a:pt x="31556" y="12206"/>
                    <a:pt x="30756" y="11339"/>
                  </a:cubicBezTo>
                  <a:cubicBezTo>
                    <a:pt x="30522" y="11072"/>
                    <a:pt x="30289" y="10838"/>
                    <a:pt x="30022" y="10572"/>
                  </a:cubicBezTo>
                  <a:cubicBezTo>
                    <a:pt x="30155" y="9871"/>
                    <a:pt x="30055" y="9237"/>
                    <a:pt x="29989" y="8470"/>
                  </a:cubicBezTo>
                  <a:cubicBezTo>
                    <a:pt x="29855" y="7469"/>
                    <a:pt x="30055" y="6502"/>
                    <a:pt x="29889" y="5535"/>
                  </a:cubicBezTo>
                  <a:close/>
                  <a:moveTo>
                    <a:pt x="19628" y="1262"/>
                  </a:moveTo>
                  <a:cubicBezTo>
                    <a:pt x="20000" y="1262"/>
                    <a:pt x="20141" y="1482"/>
                    <a:pt x="20515" y="1732"/>
                  </a:cubicBezTo>
                  <a:cubicBezTo>
                    <a:pt x="23918" y="4134"/>
                    <a:pt x="25686" y="8036"/>
                    <a:pt x="28521" y="11005"/>
                  </a:cubicBezTo>
                  <a:cubicBezTo>
                    <a:pt x="30022" y="12540"/>
                    <a:pt x="31490" y="14141"/>
                    <a:pt x="32991" y="15709"/>
                  </a:cubicBezTo>
                  <a:cubicBezTo>
                    <a:pt x="32991" y="15709"/>
                    <a:pt x="32991" y="15742"/>
                    <a:pt x="32991" y="15742"/>
                  </a:cubicBezTo>
                  <a:cubicBezTo>
                    <a:pt x="32960" y="16020"/>
                    <a:pt x="33187" y="16213"/>
                    <a:pt x="33433" y="16213"/>
                  </a:cubicBezTo>
                  <a:cubicBezTo>
                    <a:pt x="33452" y="16213"/>
                    <a:pt x="33472" y="16211"/>
                    <a:pt x="33491" y="16209"/>
                  </a:cubicBezTo>
                  <a:cubicBezTo>
                    <a:pt x="33591" y="16342"/>
                    <a:pt x="33691" y="16442"/>
                    <a:pt x="33791" y="16543"/>
                  </a:cubicBezTo>
                  <a:cubicBezTo>
                    <a:pt x="34559" y="17343"/>
                    <a:pt x="35559" y="18210"/>
                    <a:pt x="36160" y="19178"/>
                  </a:cubicBezTo>
                  <a:cubicBezTo>
                    <a:pt x="37094" y="20245"/>
                    <a:pt x="37227" y="20979"/>
                    <a:pt x="36493" y="21379"/>
                  </a:cubicBezTo>
                  <a:cubicBezTo>
                    <a:pt x="36410" y="21463"/>
                    <a:pt x="36338" y="21505"/>
                    <a:pt x="36271" y="21505"/>
                  </a:cubicBezTo>
                  <a:cubicBezTo>
                    <a:pt x="36176" y="21505"/>
                    <a:pt x="36090" y="21421"/>
                    <a:pt x="35993" y="21246"/>
                  </a:cubicBezTo>
                  <a:cubicBezTo>
                    <a:pt x="35826" y="21213"/>
                    <a:pt x="35493" y="20979"/>
                    <a:pt x="35326" y="20946"/>
                  </a:cubicBezTo>
                  <a:cubicBezTo>
                    <a:pt x="35292" y="20912"/>
                    <a:pt x="35259" y="20912"/>
                    <a:pt x="35226" y="20912"/>
                  </a:cubicBezTo>
                  <a:cubicBezTo>
                    <a:pt x="34492" y="18411"/>
                    <a:pt x="31857" y="16909"/>
                    <a:pt x="30222" y="14908"/>
                  </a:cubicBezTo>
                  <a:cubicBezTo>
                    <a:pt x="28454" y="12740"/>
                    <a:pt x="26753" y="10472"/>
                    <a:pt x="25119" y="8203"/>
                  </a:cubicBezTo>
                  <a:cubicBezTo>
                    <a:pt x="24051" y="6735"/>
                    <a:pt x="22717" y="4734"/>
                    <a:pt x="20849" y="4167"/>
                  </a:cubicBezTo>
                  <a:cubicBezTo>
                    <a:pt x="20515" y="4067"/>
                    <a:pt x="20248" y="4067"/>
                    <a:pt x="19948" y="4067"/>
                  </a:cubicBezTo>
                  <a:cubicBezTo>
                    <a:pt x="19948" y="4012"/>
                    <a:pt x="19904" y="3958"/>
                    <a:pt x="19851" y="3958"/>
                  </a:cubicBezTo>
                  <a:cubicBezTo>
                    <a:pt x="19839" y="3958"/>
                    <a:pt x="19827" y="3961"/>
                    <a:pt x="19815" y="3967"/>
                  </a:cubicBezTo>
                  <a:cubicBezTo>
                    <a:pt x="19648" y="4034"/>
                    <a:pt x="19481" y="4100"/>
                    <a:pt x="19314" y="4200"/>
                  </a:cubicBezTo>
                  <a:cubicBezTo>
                    <a:pt x="17980" y="4667"/>
                    <a:pt x="17079" y="6335"/>
                    <a:pt x="16045" y="7336"/>
                  </a:cubicBezTo>
                  <a:cubicBezTo>
                    <a:pt x="13510" y="9804"/>
                    <a:pt x="11242" y="12573"/>
                    <a:pt x="8974" y="15275"/>
                  </a:cubicBezTo>
                  <a:cubicBezTo>
                    <a:pt x="7806" y="16376"/>
                    <a:pt x="6639" y="17477"/>
                    <a:pt x="5538" y="18644"/>
                  </a:cubicBezTo>
                  <a:cubicBezTo>
                    <a:pt x="5004" y="19211"/>
                    <a:pt x="4637" y="19578"/>
                    <a:pt x="4404" y="19978"/>
                  </a:cubicBezTo>
                  <a:cubicBezTo>
                    <a:pt x="4170" y="20312"/>
                    <a:pt x="3937" y="20612"/>
                    <a:pt x="3570" y="20779"/>
                  </a:cubicBezTo>
                  <a:cubicBezTo>
                    <a:pt x="3271" y="20928"/>
                    <a:pt x="3028" y="20991"/>
                    <a:pt x="2821" y="20991"/>
                  </a:cubicBezTo>
                  <a:cubicBezTo>
                    <a:pt x="2199" y="20991"/>
                    <a:pt x="1911" y="20421"/>
                    <a:pt x="1435" y="19945"/>
                  </a:cubicBezTo>
                  <a:cubicBezTo>
                    <a:pt x="1935" y="19078"/>
                    <a:pt x="2869" y="18344"/>
                    <a:pt x="3470" y="17577"/>
                  </a:cubicBezTo>
                  <a:cubicBezTo>
                    <a:pt x="4204" y="16676"/>
                    <a:pt x="4837" y="15809"/>
                    <a:pt x="5738" y="15041"/>
                  </a:cubicBezTo>
                  <a:cubicBezTo>
                    <a:pt x="7473" y="13540"/>
                    <a:pt x="8740" y="11606"/>
                    <a:pt x="10475" y="10071"/>
                  </a:cubicBezTo>
                  <a:cubicBezTo>
                    <a:pt x="12243" y="8470"/>
                    <a:pt x="14077" y="7002"/>
                    <a:pt x="15712" y="5268"/>
                  </a:cubicBezTo>
                  <a:cubicBezTo>
                    <a:pt x="16446" y="4534"/>
                    <a:pt x="17079" y="3733"/>
                    <a:pt x="17747" y="2933"/>
                  </a:cubicBezTo>
                  <a:cubicBezTo>
                    <a:pt x="18114" y="2532"/>
                    <a:pt x="18947" y="1365"/>
                    <a:pt x="19548" y="1265"/>
                  </a:cubicBezTo>
                  <a:cubicBezTo>
                    <a:pt x="19576" y="1263"/>
                    <a:pt x="19602" y="1262"/>
                    <a:pt x="19628" y="1262"/>
                  </a:cubicBezTo>
                  <a:close/>
                  <a:moveTo>
                    <a:pt x="19997" y="5425"/>
                  </a:moveTo>
                  <a:cubicBezTo>
                    <a:pt x="20274" y="5425"/>
                    <a:pt x="20547" y="5481"/>
                    <a:pt x="20815" y="5601"/>
                  </a:cubicBezTo>
                  <a:cubicBezTo>
                    <a:pt x="22450" y="6402"/>
                    <a:pt x="23551" y="8604"/>
                    <a:pt x="24551" y="10038"/>
                  </a:cubicBezTo>
                  <a:cubicBezTo>
                    <a:pt x="25652" y="11639"/>
                    <a:pt x="26886" y="13173"/>
                    <a:pt x="28054" y="14708"/>
                  </a:cubicBezTo>
                  <a:cubicBezTo>
                    <a:pt x="28821" y="15742"/>
                    <a:pt x="29622" y="16809"/>
                    <a:pt x="30522" y="17743"/>
                  </a:cubicBezTo>
                  <a:cubicBezTo>
                    <a:pt x="30622" y="17810"/>
                    <a:pt x="30689" y="17910"/>
                    <a:pt x="30789" y="17977"/>
                  </a:cubicBezTo>
                  <a:cubicBezTo>
                    <a:pt x="28521" y="18444"/>
                    <a:pt x="26453" y="19044"/>
                    <a:pt x="24218" y="19778"/>
                  </a:cubicBezTo>
                  <a:cubicBezTo>
                    <a:pt x="21783" y="20545"/>
                    <a:pt x="19481" y="21646"/>
                    <a:pt x="17046" y="22413"/>
                  </a:cubicBezTo>
                  <a:cubicBezTo>
                    <a:pt x="15111" y="23014"/>
                    <a:pt x="13310" y="23914"/>
                    <a:pt x="11409" y="24615"/>
                  </a:cubicBezTo>
                  <a:cubicBezTo>
                    <a:pt x="10141" y="25115"/>
                    <a:pt x="8807" y="25382"/>
                    <a:pt x="7539" y="25883"/>
                  </a:cubicBezTo>
                  <a:cubicBezTo>
                    <a:pt x="6839" y="26149"/>
                    <a:pt x="6205" y="26483"/>
                    <a:pt x="5538" y="26817"/>
                  </a:cubicBezTo>
                  <a:cubicBezTo>
                    <a:pt x="5538" y="25482"/>
                    <a:pt x="5538" y="24148"/>
                    <a:pt x="5538" y="22814"/>
                  </a:cubicBezTo>
                  <a:cubicBezTo>
                    <a:pt x="5538" y="22313"/>
                    <a:pt x="5338" y="21479"/>
                    <a:pt x="5471" y="20979"/>
                  </a:cubicBezTo>
                  <a:cubicBezTo>
                    <a:pt x="5738" y="20078"/>
                    <a:pt x="6839" y="19144"/>
                    <a:pt x="7506" y="18511"/>
                  </a:cubicBezTo>
                  <a:cubicBezTo>
                    <a:pt x="9841" y="16142"/>
                    <a:pt x="12076" y="13607"/>
                    <a:pt x="14244" y="11072"/>
                  </a:cubicBezTo>
                  <a:cubicBezTo>
                    <a:pt x="15245" y="9904"/>
                    <a:pt x="16312" y="8870"/>
                    <a:pt x="17380" y="7736"/>
                  </a:cubicBezTo>
                  <a:cubicBezTo>
                    <a:pt x="17913" y="7136"/>
                    <a:pt x="18314" y="6435"/>
                    <a:pt x="18747" y="5768"/>
                  </a:cubicBezTo>
                  <a:cubicBezTo>
                    <a:pt x="19166" y="5549"/>
                    <a:pt x="19585" y="5425"/>
                    <a:pt x="19997" y="5425"/>
                  </a:cubicBezTo>
                  <a:close/>
                  <a:moveTo>
                    <a:pt x="31256" y="18377"/>
                  </a:moveTo>
                  <a:cubicBezTo>
                    <a:pt x="32090" y="19078"/>
                    <a:pt x="33024" y="19778"/>
                    <a:pt x="33491" y="20712"/>
                  </a:cubicBezTo>
                  <a:cubicBezTo>
                    <a:pt x="34158" y="22046"/>
                    <a:pt x="33725" y="24248"/>
                    <a:pt x="33725" y="25716"/>
                  </a:cubicBezTo>
                  <a:cubicBezTo>
                    <a:pt x="33725" y="26116"/>
                    <a:pt x="33725" y="26483"/>
                    <a:pt x="33725" y="26883"/>
                  </a:cubicBezTo>
                  <a:cubicBezTo>
                    <a:pt x="31089" y="27584"/>
                    <a:pt x="28354" y="28518"/>
                    <a:pt x="25819" y="29552"/>
                  </a:cubicBezTo>
                  <a:cubicBezTo>
                    <a:pt x="23417" y="30553"/>
                    <a:pt x="20949" y="31286"/>
                    <a:pt x="18581" y="32320"/>
                  </a:cubicBezTo>
                  <a:cubicBezTo>
                    <a:pt x="15979" y="33455"/>
                    <a:pt x="13444" y="34722"/>
                    <a:pt x="10842" y="35856"/>
                  </a:cubicBezTo>
                  <a:cubicBezTo>
                    <a:pt x="9107" y="36590"/>
                    <a:pt x="7406" y="37057"/>
                    <a:pt x="5838" y="37924"/>
                  </a:cubicBezTo>
                  <a:cubicBezTo>
                    <a:pt x="5905" y="36457"/>
                    <a:pt x="5605" y="34889"/>
                    <a:pt x="5605" y="33421"/>
                  </a:cubicBezTo>
                  <a:cubicBezTo>
                    <a:pt x="5571" y="31620"/>
                    <a:pt x="5571" y="29819"/>
                    <a:pt x="5571" y="27984"/>
                  </a:cubicBezTo>
                  <a:cubicBezTo>
                    <a:pt x="7373" y="27751"/>
                    <a:pt x="9341" y="26683"/>
                    <a:pt x="10975" y="26283"/>
                  </a:cubicBezTo>
                  <a:cubicBezTo>
                    <a:pt x="13110" y="25682"/>
                    <a:pt x="15045" y="24548"/>
                    <a:pt x="17146" y="23848"/>
                  </a:cubicBezTo>
                  <a:cubicBezTo>
                    <a:pt x="21883" y="22313"/>
                    <a:pt x="26453" y="20412"/>
                    <a:pt x="31056" y="18544"/>
                  </a:cubicBezTo>
                  <a:cubicBezTo>
                    <a:pt x="31156" y="18511"/>
                    <a:pt x="31223" y="18444"/>
                    <a:pt x="31256" y="18377"/>
                  </a:cubicBezTo>
                  <a:close/>
                  <a:moveTo>
                    <a:pt x="33725" y="28318"/>
                  </a:moveTo>
                  <a:cubicBezTo>
                    <a:pt x="33725" y="28918"/>
                    <a:pt x="33725" y="29485"/>
                    <a:pt x="33658" y="30086"/>
                  </a:cubicBezTo>
                  <a:cubicBezTo>
                    <a:pt x="33458" y="32921"/>
                    <a:pt x="33791" y="35823"/>
                    <a:pt x="33525" y="38625"/>
                  </a:cubicBezTo>
                  <a:cubicBezTo>
                    <a:pt x="33358" y="40026"/>
                    <a:pt x="33224" y="40693"/>
                    <a:pt x="31790" y="40793"/>
                  </a:cubicBezTo>
                  <a:cubicBezTo>
                    <a:pt x="31223" y="40827"/>
                    <a:pt x="30656" y="40860"/>
                    <a:pt x="30122" y="40960"/>
                  </a:cubicBezTo>
                  <a:cubicBezTo>
                    <a:pt x="29255" y="41093"/>
                    <a:pt x="28388" y="41260"/>
                    <a:pt x="27520" y="41460"/>
                  </a:cubicBezTo>
                  <a:cubicBezTo>
                    <a:pt x="26419" y="41594"/>
                    <a:pt x="25285" y="41694"/>
                    <a:pt x="24151" y="41761"/>
                  </a:cubicBezTo>
                  <a:cubicBezTo>
                    <a:pt x="24285" y="38625"/>
                    <a:pt x="24585" y="34922"/>
                    <a:pt x="23918" y="31787"/>
                  </a:cubicBezTo>
                  <a:cubicBezTo>
                    <a:pt x="27120" y="30486"/>
                    <a:pt x="30389" y="29218"/>
                    <a:pt x="33725" y="28318"/>
                  </a:cubicBezTo>
                  <a:close/>
                  <a:moveTo>
                    <a:pt x="15345" y="35223"/>
                  </a:moveTo>
                  <a:lnTo>
                    <a:pt x="15345" y="35223"/>
                  </a:lnTo>
                  <a:cubicBezTo>
                    <a:pt x="14978" y="36257"/>
                    <a:pt x="15045" y="37524"/>
                    <a:pt x="15078" y="38525"/>
                  </a:cubicBezTo>
                  <a:cubicBezTo>
                    <a:pt x="15111" y="39526"/>
                    <a:pt x="14878" y="40626"/>
                    <a:pt x="14945" y="41627"/>
                  </a:cubicBezTo>
                  <a:cubicBezTo>
                    <a:pt x="14277" y="41594"/>
                    <a:pt x="13577" y="41594"/>
                    <a:pt x="12910" y="41594"/>
                  </a:cubicBezTo>
                  <a:lnTo>
                    <a:pt x="9007" y="41594"/>
                  </a:lnTo>
                  <a:cubicBezTo>
                    <a:pt x="8420" y="41619"/>
                    <a:pt x="7715" y="41782"/>
                    <a:pt x="7073" y="41782"/>
                  </a:cubicBezTo>
                  <a:cubicBezTo>
                    <a:pt x="6876" y="41782"/>
                    <a:pt x="6685" y="41766"/>
                    <a:pt x="6505" y="41727"/>
                  </a:cubicBezTo>
                  <a:cubicBezTo>
                    <a:pt x="5238" y="41494"/>
                    <a:pt x="5605" y="40460"/>
                    <a:pt x="5571" y="39392"/>
                  </a:cubicBezTo>
                  <a:lnTo>
                    <a:pt x="5571" y="38925"/>
                  </a:lnTo>
                  <a:cubicBezTo>
                    <a:pt x="7373" y="38492"/>
                    <a:pt x="9174" y="37991"/>
                    <a:pt x="10842" y="37291"/>
                  </a:cubicBezTo>
                  <a:cubicBezTo>
                    <a:pt x="12343" y="36624"/>
                    <a:pt x="13844" y="35923"/>
                    <a:pt x="15345" y="35223"/>
                  </a:cubicBezTo>
                  <a:close/>
                  <a:moveTo>
                    <a:pt x="22950" y="32154"/>
                  </a:moveTo>
                  <a:lnTo>
                    <a:pt x="22950" y="32154"/>
                  </a:lnTo>
                  <a:cubicBezTo>
                    <a:pt x="22350" y="35223"/>
                    <a:pt x="22650" y="38792"/>
                    <a:pt x="22784" y="41794"/>
                  </a:cubicBezTo>
                  <a:cubicBezTo>
                    <a:pt x="22784" y="41794"/>
                    <a:pt x="22784" y="41827"/>
                    <a:pt x="22784" y="41827"/>
                  </a:cubicBezTo>
                  <a:cubicBezTo>
                    <a:pt x="22784" y="41827"/>
                    <a:pt x="22784" y="41827"/>
                    <a:pt x="22784" y="41861"/>
                  </a:cubicBezTo>
                  <a:cubicBezTo>
                    <a:pt x="22116" y="41894"/>
                    <a:pt x="21483" y="41894"/>
                    <a:pt x="20882" y="41894"/>
                  </a:cubicBezTo>
                  <a:cubicBezTo>
                    <a:pt x="19214" y="41894"/>
                    <a:pt x="17613" y="41761"/>
                    <a:pt x="15979" y="41660"/>
                  </a:cubicBezTo>
                  <a:cubicBezTo>
                    <a:pt x="16212" y="40660"/>
                    <a:pt x="16246" y="39492"/>
                    <a:pt x="16246" y="38525"/>
                  </a:cubicBezTo>
                  <a:cubicBezTo>
                    <a:pt x="16212" y="37391"/>
                    <a:pt x="16813" y="35856"/>
                    <a:pt x="16346" y="34789"/>
                  </a:cubicBezTo>
                  <a:cubicBezTo>
                    <a:pt x="17246" y="34389"/>
                    <a:pt x="18114" y="34022"/>
                    <a:pt x="19048" y="33688"/>
                  </a:cubicBezTo>
                  <a:cubicBezTo>
                    <a:pt x="20348" y="33188"/>
                    <a:pt x="21649" y="32654"/>
                    <a:pt x="22950" y="32154"/>
                  </a:cubicBezTo>
                  <a:close/>
                  <a:moveTo>
                    <a:pt x="19765" y="1"/>
                  </a:moveTo>
                  <a:cubicBezTo>
                    <a:pt x="19335" y="1"/>
                    <a:pt x="18864" y="191"/>
                    <a:pt x="18280" y="664"/>
                  </a:cubicBezTo>
                  <a:cubicBezTo>
                    <a:pt x="17013" y="1699"/>
                    <a:pt x="16179" y="2999"/>
                    <a:pt x="15078" y="4134"/>
                  </a:cubicBezTo>
                  <a:cubicBezTo>
                    <a:pt x="13977" y="5301"/>
                    <a:pt x="12810" y="6335"/>
                    <a:pt x="11609" y="7369"/>
                  </a:cubicBezTo>
                  <a:cubicBezTo>
                    <a:pt x="10441" y="8403"/>
                    <a:pt x="9207" y="9437"/>
                    <a:pt x="8073" y="10538"/>
                  </a:cubicBezTo>
                  <a:cubicBezTo>
                    <a:pt x="7006" y="11606"/>
                    <a:pt x="6205" y="12907"/>
                    <a:pt x="5104" y="13941"/>
                  </a:cubicBezTo>
                  <a:cubicBezTo>
                    <a:pt x="4003" y="15008"/>
                    <a:pt x="3170" y="16076"/>
                    <a:pt x="2169" y="17243"/>
                  </a:cubicBezTo>
                  <a:cubicBezTo>
                    <a:pt x="1402" y="18144"/>
                    <a:pt x="534" y="18811"/>
                    <a:pt x="101" y="19978"/>
                  </a:cubicBezTo>
                  <a:cubicBezTo>
                    <a:pt x="1" y="20245"/>
                    <a:pt x="167" y="20545"/>
                    <a:pt x="401" y="20679"/>
                  </a:cubicBezTo>
                  <a:cubicBezTo>
                    <a:pt x="1281" y="21168"/>
                    <a:pt x="1524" y="22549"/>
                    <a:pt x="2687" y="22549"/>
                  </a:cubicBezTo>
                  <a:cubicBezTo>
                    <a:pt x="2714" y="22549"/>
                    <a:pt x="2741" y="22548"/>
                    <a:pt x="2769" y="22547"/>
                  </a:cubicBezTo>
                  <a:cubicBezTo>
                    <a:pt x="3336" y="22513"/>
                    <a:pt x="3770" y="22213"/>
                    <a:pt x="4137" y="21813"/>
                  </a:cubicBezTo>
                  <a:cubicBezTo>
                    <a:pt x="4170" y="23614"/>
                    <a:pt x="4137" y="25416"/>
                    <a:pt x="4137" y="27217"/>
                  </a:cubicBezTo>
                  <a:cubicBezTo>
                    <a:pt x="4137" y="27284"/>
                    <a:pt x="4137" y="27384"/>
                    <a:pt x="4137" y="27450"/>
                  </a:cubicBezTo>
                  <a:cubicBezTo>
                    <a:pt x="3937" y="27584"/>
                    <a:pt x="3937" y="27851"/>
                    <a:pt x="4104" y="27951"/>
                  </a:cubicBezTo>
                  <a:cubicBezTo>
                    <a:pt x="4037" y="31086"/>
                    <a:pt x="3703" y="34455"/>
                    <a:pt x="4270" y="37524"/>
                  </a:cubicBezTo>
                  <a:cubicBezTo>
                    <a:pt x="4104" y="38325"/>
                    <a:pt x="4104" y="39125"/>
                    <a:pt x="4037" y="39959"/>
                  </a:cubicBezTo>
                  <a:cubicBezTo>
                    <a:pt x="3970" y="40827"/>
                    <a:pt x="3770" y="41927"/>
                    <a:pt x="4304" y="42661"/>
                  </a:cubicBezTo>
                  <a:cubicBezTo>
                    <a:pt x="4786" y="43321"/>
                    <a:pt x="5649" y="43492"/>
                    <a:pt x="6574" y="43492"/>
                  </a:cubicBezTo>
                  <a:cubicBezTo>
                    <a:pt x="7567" y="43492"/>
                    <a:pt x="8631" y="43295"/>
                    <a:pt x="9374" y="43295"/>
                  </a:cubicBezTo>
                  <a:cubicBezTo>
                    <a:pt x="11075" y="43295"/>
                    <a:pt x="12776" y="43295"/>
                    <a:pt x="14478" y="43262"/>
                  </a:cubicBezTo>
                  <a:cubicBezTo>
                    <a:pt x="16002" y="43262"/>
                    <a:pt x="17467" y="43564"/>
                    <a:pt x="18957" y="43564"/>
                  </a:cubicBezTo>
                  <a:cubicBezTo>
                    <a:pt x="19032" y="43564"/>
                    <a:pt x="19106" y="43563"/>
                    <a:pt x="19181" y="43562"/>
                  </a:cubicBezTo>
                  <a:cubicBezTo>
                    <a:pt x="19531" y="43562"/>
                    <a:pt x="19877" y="43564"/>
                    <a:pt x="20221" y="43564"/>
                  </a:cubicBezTo>
                  <a:cubicBezTo>
                    <a:pt x="21251" y="43564"/>
                    <a:pt x="22258" y="43545"/>
                    <a:pt x="23284" y="43395"/>
                  </a:cubicBezTo>
                  <a:cubicBezTo>
                    <a:pt x="24718" y="43195"/>
                    <a:pt x="26119" y="43295"/>
                    <a:pt x="27520" y="43028"/>
                  </a:cubicBezTo>
                  <a:cubicBezTo>
                    <a:pt x="28421" y="42961"/>
                    <a:pt x="29255" y="42761"/>
                    <a:pt x="30222" y="42628"/>
                  </a:cubicBezTo>
                  <a:cubicBezTo>
                    <a:pt x="31423" y="42428"/>
                    <a:pt x="33124" y="42728"/>
                    <a:pt x="34192" y="41927"/>
                  </a:cubicBezTo>
                  <a:cubicBezTo>
                    <a:pt x="35059" y="41294"/>
                    <a:pt x="35159" y="40326"/>
                    <a:pt x="35226" y="39325"/>
                  </a:cubicBezTo>
                  <a:cubicBezTo>
                    <a:pt x="35292" y="37391"/>
                    <a:pt x="35126" y="35423"/>
                    <a:pt x="35159" y="33488"/>
                  </a:cubicBezTo>
                  <a:cubicBezTo>
                    <a:pt x="35192" y="29852"/>
                    <a:pt x="35659" y="26216"/>
                    <a:pt x="35459" y="22580"/>
                  </a:cubicBezTo>
                  <a:lnTo>
                    <a:pt x="35459" y="22580"/>
                  </a:lnTo>
                  <a:cubicBezTo>
                    <a:pt x="35758" y="22825"/>
                    <a:pt x="35969" y="23092"/>
                    <a:pt x="36416" y="23092"/>
                  </a:cubicBezTo>
                  <a:cubicBezTo>
                    <a:pt x="36517" y="23092"/>
                    <a:pt x="36631" y="23078"/>
                    <a:pt x="36760" y="23047"/>
                  </a:cubicBezTo>
                  <a:cubicBezTo>
                    <a:pt x="37494" y="22814"/>
                    <a:pt x="38128" y="21846"/>
                    <a:pt x="38295" y="21179"/>
                  </a:cubicBezTo>
                  <a:cubicBezTo>
                    <a:pt x="38795" y="19011"/>
                    <a:pt x="35926" y="16609"/>
                    <a:pt x="34459" y="15208"/>
                  </a:cubicBezTo>
                  <a:cubicBezTo>
                    <a:pt x="34592" y="14608"/>
                    <a:pt x="34459" y="13907"/>
                    <a:pt x="34525" y="13274"/>
                  </a:cubicBezTo>
                  <a:cubicBezTo>
                    <a:pt x="34625" y="11039"/>
                    <a:pt x="34725" y="8970"/>
                    <a:pt x="34659" y="6735"/>
                  </a:cubicBezTo>
                  <a:cubicBezTo>
                    <a:pt x="34659" y="5935"/>
                    <a:pt x="34825" y="4901"/>
                    <a:pt x="33958" y="4501"/>
                  </a:cubicBezTo>
                  <a:cubicBezTo>
                    <a:pt x="33843" y="4451"/>
                    <a:pt x="33714" y="4432"/>
                    <a:pt x="33577" y="4432"/>
                  </a:cubicBezTo>
                  <a:cubicBezTo>
                    <a:pt x="33160" y="4432"/>
                    <a:pt x="32675" y="4609"/>
                    <a:pt x="32324" y="4634"/>
                  </a:cubicBezTo>
                  <a:cubicBezTo>
                    <a:pt x="32236" y="4639"/>
                    <a:pt x="32149" y="4642"/>
                    <a:pt x="32063" y="4642"/>
                  </a:cubicBezTo>
                  <a:cubicBezTo>
                    <a:pt x="31125" y="4642"/>
                    <a:pt x="30289" y="4360"/>
                    <a:pt x="29375" y="4360"/>
                  </a:cubicBezTo>
                  <a:cubicBezTo>
                    <a:pt x="29291" y="4360"/>
                    <a:pt x="29207" y="4362"/>
                    <a:pt x="29121" y="4367"/>
                  </a:cubicBezTo>
                  <a:cubicBezTo>
                    <a:pt x="28754" y="4400"/>
                    <a:pt x="28388" y="4734"/>
                    <a:pt x="28521" y="5134"/>
                  </a:cubicBezTo>
                  <a:cubicBezTo>
                    <a:pt x="28888" y="6168"/>
                    <a:pt x="28588" y="7169"/>
                    <a:pt x="28688" y="8203"/>
                  </a:cubicBezTo>
                  <a:cubicBezTo>
                    <a:pt x="28754" y="8604"/>
                    <a:pt x="28788" y="9037"/>
                    <a:pt x="28888" y="9437"/>
                  </a:cubicBezTo>
                  <a:cubicBezTo>
                    <a:pt x="28354" y="8904"/>
                    <a:pt x="27887" y="8337"/>
                    <a:pt x="27487" y="7736"/>
                  </a:cubicBezTo>
                  <a:cubicBezTo>
                    <a:pt x="26153" y="5668"/>
                    <a:pt x="24551" y="2999"/>
                    <a:pt x="22483" y="1565"/>
                  </a:cubicBezTo>
                  <a:cubicBezTo>
                    <a:pt x="21344" y="783"/>
                    <a:pt x="20638" y="1"/>
                    <a:pt x="19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6159358" y="4163717"/>
              <a:ext cx="60736" cy="78515"/>
            </a:xfrm>
            <a:custGeom>
              <a:rect b="b" l="l" r="r" t="t"/>
              <a:pathLst>
                <a:path extrusionOk="0" h="6103" w="4721">
                  <a:moveTo>
                    <a:pt x="3495" y="1"/>
                  </a:moveTo>
                  <a:cubicBezTo>
                    <a:pt x="3237" y="1"/>
                    <a:pt x="2972" y="51"/>
                    <a:pt x="2759" y="139"/>
                  </a:cubicBezTo>
                  <a:cubicBezTo>
                    <a:pt x="1958" y="439"/>
                    <a:pt x="257" y="1073"/>
                    <a:pt x="524" y="2207"/>
                  </a:cubicBezTo>
                  <a:cubicBezTo>
                    <a:pt x="724" y="3074"/>
                    <a:pt x="1892" y="3174"/>
                    <a:pt x="2592" y="3341"/>
                  </a:cubicBezTo>
                  <a:cubicBezTo>
                    <a:pt x="3359" y="3541"/>
                    <a:pt x="3326" y="4308"/>
                    <a:pt x="2692" y="4742"/>
                  </a:cubicBezTo>
                  <a:cubicBezTo>
                    <a:pt x="2457" y="4899"/>
                    <a:pt x="2139" y="4953"/>
                    <a:pt x="1799" y="4953"/>
                  </a:cubicBezTo>
                  <a:cubicBezTo>
                    <a:pt x="1274" y="4953"/>
                    <a:pt x="696" y="4823"/>
                    <a:pt x="291" y="4742"/>
                  </a:cubicBezTo>
                  <a:cubicBezTo>
                    <a:pt x="280" y="4739"/>
                    <a:pt x="270" y="4738"/>
                    <a:pt x="260" y="4738"/>
                  </a:cubicBezTo>
                  <a:cubicBezTo>
                    <a:pt x="134" y="4738"/>
                    <a:pt x="0" y="4919"/>
                    <a:pt x="124" y="5042"/>
                  </a:cubicBezTo>
                  <a:cubicBezTo>
                    <a:pt x="722" y="5591"/>
                    <a:pt x="1489" y="6102"/>
                    <a:pt x="2298" y="6102"/>
                  </a:cubicBezTo>
                  <a:cubicBezTo>
                    <a:pt x="2570" y="6102"/>
                    <a:pt x="2848" y="6044"/>
                    <a:pt x="3126" y="5909"/>
                  </a:cubicBezTo>
                  <a:cubicBezTo>
                    <a:pt x="3993" y="5476"/>
                    <a:pt x="4660" y="4308"/>
                    <a:pt x="4360" y="3341"/>
                  </a:cubicBezTo>
                  <a:cubicBezTo>
                    <a:pt x="4060" y="2374"/>
                    <a:pt x="3159" y="2274"/>
                    <a:pt x="2325" y="2073"/>
                  </a:cubicBezTo>
                  <a:cubicBezTo>
                    <a:pt x="2192" y="2073"/>
                    <a:pt x="1725" y="2007"/>
                    <a:pt x="1692" y="1907"/>
                  </a:cubicBezTo>
                  <a:lnTo>
                    <a:pt x="1692" y="1907"/>
                  </a:lnTo>
                  <a:cubicBezTo>
                    <a:pt x="1695" y="1918"/>
                    <a:pt x="1705" y="1923"/>
                    <a:pt x="1720" y="1923"/>
                  </a:cubicBezTo>
                  <a:cubicBezTo>
                    <a:pt x="1844" y="1923"/>
                    <a:pt x="2307" y="1595"/>
                    <a:pt x="2425" y="1506"/>
                  </a:cubicBezTo>
                  <a:cubicBezTo>
                    <a:pt x="2698" y="1382"/>
                    <a:pt x="3211" y="1018"/>
                    <a:pt x="3566" y="1018"/>
                  </a:cubicBezTo>
                  <a:cubicBezTo>
                    <a:pt x="3688" y="1018"/>
                    <a:pt x="3791" y="1062"/>
                    <a:pt x="3860" y="1173"/>
                  </a:cubicBezTo>
                  <a:cubicBezTo>
                    <a:pt x="3935" y="1278"/>
                    <a:pt x="4044" y="1329"/>
                    <a:pt x="4150" y="1329"/>
                  </a:cubicBezTo>
                  <a:cubicBezTo>
                    <a:pt x="4280" y="1329"/>
                    <a:pt x="4405" y="1253"/>
                    <a:pt x="4460" y="1106"/>
                  </a:cubicBezTo>
                  <a:cubicBezTo>
                    <a:pt x="4720" y="302"/>
                    <a:pt x="4125" y="1"/>
                    <a:pt x="34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6240335" y="4138114"/>
              <a:ext cx="58806" cy="65740"/>
            </a:xfrm>
            <a:custGeom>
              <a:rect b="b" l="l" r="r" t="t"/>
              <a:pathLst>
                <a:path extrusionOk="0" h="5110" w="4571">
                  <a:moveTo>
                    <a:pt x="2422" y="1060"/>
                  </a:moveTo>
                  <a:cubicBezTo>
                    <a:pt x="2515" y="1060"/>
                    <a:pt x="2609" y="1081"/>
                    <a:pt x="2703" y="1128"/>
                  </a:cubicBezTo>
                  <a:cubicBezTo>
                    <a:pt x="3403" y="1462"/>
                    <a:pt x="3203" y="2762"/>
                    <a:pt x="2870" y="3263"/>
                  </a:cubicBezTo>
                  <a:cubicBezTo>
                    <a:pt x="2647" y="3586"/>
                    <a:pt x="2157" y="3921"/>
                    <a:pt x="1752" y="3921"/>
                  </a:cubicBezTo>
                  <a:cubicBezTo>
                    <a:pt x="1488" y="3921"/>
                    <a:pt x="1261" y="3778"/>
                    <a:pt x="1168" y="3396"/>
                  </a:cubicBezTo>
                  <a:cubicBezTo>
                    <a:pt x="1068" y="2896"/>
                    <a:pt x="1035" y="1862"/>
                    <a:pt x="1602" y="1562"/>
                  </a:cubicBezTo>
                  <a:cubicBezTo>
                    <a:pt x="1702" y="1528"/>
                    <a:pt x="1735" y="1428"/>
                    <a:pt x="1735" y="1361"/>
                  </a:cubicBezTo>
                  <a:cubicBezTo>
                    <a:pt x="1951" y="1194"/>
                    <a:pt x="2184" y="1060"/>
                    <a:pt x="2422" y="1060"/>
                  </a:cubicBezTo>
                  <a:close/>
                  <a:moveTo>
                    <a:pt x="2524" y="0"/>
                  </a:moveTo>
                  <a:cubicBezTo>
                    <a:pt x="2275" y="0"/>
                    <a:pt x="2019" y="48"/>
                    <a:pt x="1769" y="127"/>
                  </a:cubicBezTo>
                  <a:cubicBezTo>
                    <a:pt x="1002" y="361"/>
                    <a:pt x="668" y="728"/>
                    <a:pt x="334" y="1462"/>
                  </a:cubicBezTo>
                  <a:cubicBezTo>
                    <a:pt x="301" y="1595"/>
                    <a:pt x="301" y="1728"/>
                    <a:pt x="401" y="1828"/>
                  </a:cubicBezTo>
                  <a:cubicBezTo>
                    <a:pt x="34" y="2462"/>
                    <a:pt x="1" y="3396"/>
                    <a:pt x="168" y="3997"/>
                  </a:cubicBezTo>
                  <a:cubicBezTo>
                    <a:pt x="419" y="4786"/>
                    <a:pt x="1060" y="5110"/>
                    <a:pt x="1749" y="5110"/>
                  </a:cubicBezTo>
                  <a:cubicBezTo>
                    <a:pt x="2429" y="5110"/>
                    <a:pt x="3156" y="4794"/>
                    <a:pt x="3603" y="4297"/>
                  </a:cubicBezTo>
                  <a:cubicBezTo>
                    <a:pt x="4537" y="3263"/>
                    <a:pt x="4571" y="1395"/>
                    <a:pt x="3570" y="394"/>
                  </a:cubicBezTo>
                  <a:cubicBezTo>
                    <a:pt x="3268" y="112"/>
                    <a:pt x="2904" y="0"/>
                    <a:pt x="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6299568" y="4120874"/>
              <a:ext cx="76392" cy="63540"/>
            </a:xfrm>
            <a:custGeom>
              <a:rect b="b" l="l" r="r" t="t"/>
              <a:pathLst>
                <a:path extrusionOk="0" h="4939" w="5938">
                  <a:moveTo>
                    <a:pt x="1224" y="0"/>
                  </a:moveTo>
                  <a:cubicBezTo>
                    <a:pt x="1060" y="0"/>
                    <a:pt x="909" y="98"/>
                    <a:pt x="867" y="333"/>
                  </a:cubicBezTo>
                  <a:cubicBezTo>
                    <a:pt x="667" y="1501"/>
                    <a:pt x="0" y="3569"/>
                    <a:pt x="967" y="4569"/>
                  </a:cubicBezTo>
                  <a:cubicBezTo>
                    <a:pt x="1222" y="4837"/>
                    <a:pt x="1501" y="4939"/>
                    <a:pt x="1786" y="4939"/>
                  </a:cubicBezTo>
                  <a:cubicBezTo>
                    <a:pt x="2247" y="4939"/>
                    <a:pt x="2723" y="4671"/>
                    <a:pt x="3136" y="4403"/>
                  </a:cubicBezTo>
                  <a:cubicBezTo>
                    <a:pt x="3970" y="3802"/>
                    <a:pt x="5204" y="4169"/>
                    <a:pt x="5804" y="3168"/>
                  </a:cubicBezTo>
                  <a:cubicBezTo>
                    <a:pt x="5938" y="2968"/>
                    <a:pt x="5871" y="2735"/>
                    <a:pt x="5671" y="2601"/>
                  </a:cubicBezTo>
                  <a:cubicBezTo>
                    <a:pt x="5468" y="2473"/>
                    <a:pt x="5240" y="2427"/>
                    <a:pt x="5002" y="2427"/>
                  </a:cubicBezTo>
                  <a:cubicBezTo>
                    <a:pt x="4498" y="2427"/>
                    <a:pt x="3945" y="2633"/>
                    <a:pt x="3469" y="2701"/>
                  </a:cubicBezTo>
                  <a:cubicBezTo>
                    <a:pt x="3269" y="2768"/>
                    <a:pt x="1868" y="3302"/>
                    <a:pt x="1935" y="3569"/>
                  </a:cubicBezTo>
                  <a:cubicBezTo>
                    <a:pt x="1735" y="3302"/>
                    <a:pt x="1835" y="2301"/>
                    <a:pt x="1835" y="2068"/>
                  </a:cubicBezTo>
                  <a:cubicBezTo>
                    <a:pt x="1835" y="1534"/>
                    <a:pt x="1801" y="967"/>
                    <a:pt x="1735" y="467"/>
                  </a:cubicBezTo>
                  <a:cubicBezTo>
                    <a:pt x="1715" y="193"/>
                    <a:pt x="1456" y="0"/>
                    <a:pt x="12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6371359" y="4087603"/>
              <a:ext cx="68982" cy="75093"/>
            </a:xfrm>
            <a:custGeom>
              <a:rect b="b" l="l" r="r" t="t"/>
              <a:pathLst>
                <a:path extrusionOk="0" h="5837" w="5362">
                  <a:moveTo>
                    <a:pt x="2759" y="1251"/>
                  </a:moveTo>
                  <a:cubicBezTo>
                    <a:pt x="3560" y="1318"/>
                    <a:pt x="4160" y="2419"/>
                    <a:pt x="3693" y="3053"/>
                  </a:cubicBezTo>
                  <a:cubicBezTo>
                    <a:pt x="3427" y="3386"/>
                    <a:pt x="3026" y="3653"/>
                    <a:pt x="2726" y="3987"/>
                  </a:cubicBezTo>
                  <a:cubicBezTo>
                    <a:pt x="2559" y="4187"/>
                    <a:pt x="2392" y="4387"/>
                    <a:pt x="2226" y="4554"/>
                  </a:cubicBezTo>
                  <a:cubicBezTo>
                    <a:pt x="2159" y="4153"/>
                    <a:pt x="1992" y="3786"/>
                    <a:pt x="1959" y="3419"/>
                  </a:cubicBezTo>
                  <a:cubicBezTo>
                    <a:pt x="1959" y="2952"/>
                    <a:pt x="1959" y="2586"/>
                    <a:pt x="1825" y="2152"/>
                  </a:cubicBezTo>
                  <a:cubicBezTo>
                    <a:pt x="1692" y="1818"/>
                    <a:pt x="1559" y="1551"/>
                    <a:pt x="1392" y="1351"/>
                  </a:cubicBezTo>
                  <a:cubicBezTo>
                    <a:pt x="1859" y="1251"/>
                    <a:pt x="2426" y="1251"/>
                    <a:pt x="2759" y="1251"/>
                  </a:cubicBezTo>
                  <a:close/>
                  <a:moveTo>
                    <a:pt x="2907" y="1"/>
                  </a:moveTo>
                  <a:cubicBezTo>
                    <a:pt x="2126" y="1"/>
                    <a:pt x="1210" y="343"/>
                    <a:pt x="558" y="818"/>
                  </a:cubicBezTo>
                  <a:lnTo>
                    <a:pt x="524" y="818"/>
                  </a:lnTo>
                  <a:cubicBezTo>
                    <a:pt x="497" y="810"/>
                    <a:pt x="469" y="806"/>
                    <a:pt x="443" y="806"/>
                  </a:cubicBezTo>
                  <a:cubicBezTo>
                    <a:pt x="247" y="806"/>
                    <a:pt x="99" y="1008"/>
                    <a:pt x="158" y="1185"/>
                  </a:cubicBezTo>
                  <a:cubicBezTo>
                    <a:pt x="0" y="1436"/>
                    <a:pt x="199" y="1688"/>
                    <a:pt x="474" y="1688"/>
                  </a:cubicBezTo>
                  <a:cubicBezTo>
                    <a:pt x="490" y="1688"/>
                    <a:pt x="507" y="1687"/>
                    <a:pt x="524" y="1685"/>
                  </a:cubicBezTo>
                  <a:cubicBezTo>
                    <a:pt x="625" y="2052"/>
                    <a:pt x="658" y="2586"/>
                    <a:pt x="658" y="2819"/>
                  </a:cubicBezTo>
                  <a:cubicBezTo>
                    <a:pt x="625" y="3186"/>
                    <a:pt x="524" y="3486"/>
                    <a:pt x="558" y="3820"/>
                  </a:cubicBezTo>
                  <a:cubicBezTo>
                    <a:pt x="625" y="4220"/>
                    <a:pt x="791" y="4587"/>
                    <a:pt x="891" y="4954"/>
                  </a:cubicBezTo>
                  <a:cubicBezTo>
                    <a:pt x="991" y="5287"/>
                    <a:pt x="1258" y="5454"/>
                    <a:pt x="1559" y="5454"/>
                  </a:cubicBezTo>
                  <a:cubicBezTo>
                    <a:pt x="1559" y="5454"/>
                    <a:pt x="1559" y="5488"/>
                    <a:pt x="1592" y="5521"/>
                  </a:cubicBezTo>
                  <a:cubicBezTo>
                    <a:pt x="1807" y="5746"/>
                    <a:pt x="2042" y="5836"/>
                    <a:pt x="2280" y="5836"/>
                  </a:cubicBezTo>
                  <a:cubicBezTo>
                    <a:pt x="2853" y="5836"/>
                    <a:pt x="3440" y="5312"/>
                    <a:pt x="3793" y="4887"/>
                  </a:cubicBezTo>
                  <a:cubicBezTo>
                    <a:pt x="4494" y="4120"/>
                    <a:pt x="5361" y="3653"/>
                    <a:pt x="5261" y="2452"/>
                  </a:cubicBezTo>
                  <a:cubicBezTo>
                    <a:pt x="5194" y="1385"/>
                    <a:pt x="4327" y="150"/>
                    <a:pt x="3193" y="17"/>
                  </a:cubicBezTo>
                  <a:cubicBezTo>
                    <a:pt x="3100" y="6"/>
                    <a:pt x="3005" y="1"/>
                    <a:pt x="2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19"/>
          <p:cNvGrpSpPr/>
          <p:nvPr/>
        </p:nvGrpSpPr>
        <p:grpSpPr>
          <a:xfrm>
            <a:off x="7238446" y="2112159"/>
            <a:ext cx="613940" cy="311756"/>
            <a:chOff x="5958383" y="1800906"/>
            <a:chExt cx="522769" cy="265482"/>
          </a:xfrm>
        </p:grpSpPr>
        <p:sp>
          <p:nvSpPr>
            <p:cNvPr id="392" name="Google Shape;392;p19"/>
            <p:cNvSpPr/>
            <p:nvPr/>
          </p:nvSpPr>
          <p:spPr>
            <a:xfrm>
              <a:off x="5958383" y="1800906"/>
              <a:ext cx="522769" cy="265482"/>
            </a:xfrm>
            <a:custGeom>
              <a:rect b="b" l="l" r="r" t="t"/>
              <a:pathLst>
                <a:path extrusionOk="0" h="20636" w="40635">
                  <a:moveTo>
                    <a:pt x="9606" y="1599"/>
                  </a:moveTo>
                  <a:cubicBezTo>
                    <a:pt x="11233" y="1599"/>
                    <a:pt x="12813" y="2003"/>
                    <a:pt x="14110" y="3093"/>
                  </a:cubicBezTo>
                  <a:cubicBezTo>
                    <a:pt x="15578" y="4360"/>
                    <a:pt x="15411" y="5861"/>
                    <a:pt x="16145" y="7396"/>
                  </a:cubicBezTo>
                  <a:cubicBezTo>
                    <a:pt x="16545" y="8263"/>
                    <a:pt x="17079" y="8730"/>
                    <a:pt x="18046" y="8730"/>
                  </a:cubicBezTo>
                  <a:cubicBezTo>
                    <a:pt x="18083" y="8732"/>
                    <a:pt x="18120" y="8733"/>
                    <a:pt x="18157" y="8733"/>
                  </a:cubicBezTo>
                  <a:cubicBezTo>
                    <a:pt x="18824" y="8733"/>
                    <a:pt x="19519" y="8461"/>
                    <a:pt x="20215" y="8430"/>
                  </a:cubicBezTo>
                  <a:cubicBezTo>
                    <a:pt x="20504" y="8419"/>
                    <a:pt x="20796" y="8415"/>
                    <a:pt x="21091" y="8415"/>
                  </a:cubicBezTo>
                  <a:cubicBezTo>
                    <a:pt x="21679" y="8415"/>
                    <a:pt x="22272" y="8430"/>
                    <a:pt x="22850" y="8430"/>
                  </a:cubicBezTo>
                  <a:cubicBezTo>
                    <a:pt x="24584" y="8430"/>
                    <a:pt x="26219" y="8497"/>
                    <a:pt x="27920" y="8630"/>
                  </a:cubicBezTo>
                  <a:cubicBezTo>
                    <a:pt x="29555" y="8763"/>
                    <a:pt x="31222" y="9030"/>
                    <a:pt x="32857" y="9030"/>
                  </a:cubicBezTo>
                  <a:cubicBezTo>
                    <a:pt x="33658" y="9030"/>
                    <a:pt x="34458" y="9064"/>
                    <a:pt x="35259" y="9064"/>
                  </a:cubicBezTo>
                  <a:cubicBezTo>
                    <a:pt x="35481" y="9064"/>
                    <a:pt x="35600" y="9093"/>
                    <a:pt x="35763" y="9093"/>
                  </a:cubicBezTo>
                  <a:cubicBezTo>
                    <a:pt x="35844" y="9093"/>
                    <a:pt x="35937" y="9086"/>
                    <a:pt x="36059" y="9064"/>
                  </a:cubicBezTo>
                  <a:cubicBezTo>
                    <a:pt x="36226" y="8997"/>
                    <a:pt x="36326" y="8897"/>
                    <a:pt x="36393" y="8797"/>
                  </a:cubicBezTo>
                  <a:cubicBezTo>
                    <a:pt x="36483" y="8792"/>
                    <a:pt x="36572" y="8790"/>
                    <a:pt x="36660" y="8790"/>
                  </a:cubicBezTo>
                  <a:cubicBezTo>
                    <a:pt x="37260" y="8790"/>
                    <a:pt x="37812" y="8911"/>
                    <a:pt x="38161" y="9464"/>
                  </a:cubicBezTo>
                  <a:cubicBezTo>
                    <a:pt x="38528" y="10098"/>
                    <a:pt x="38961" y="11932"/>
                    <a:pt x="38728" y="12633"/>
                  </a:cubicBezTo>
                  <a:cubicBezTo>
                    <a:pt x="38628" y="12933"/>
                    <a:pt x="38428" y="13133"/>
                    <a:pt x="38161" y="13300"/>
                  </a:cubicBezTo>
                  <a:cubicBezTo>
                    <a:pt x="38161" y="13300"/>
                    <a:pt x="38127" y="13267"/>
                    <a:pt x="38127" y="13267"/>
                  </a:cubicBezTo>
                  <a:cubicBezTo>
                    <a:pt x="38007" y="13259"/>
                    <a:pt x="37862" y="13253"/>
                    <a:pt x="37705" y="13253"/>
                  </a:cubicBezTo>
                  <a:cubicBezTo>
                    <a:pt x="37207" y="13253"/>
                    <a:pt x="36589" y="13313"/>
                    <a:pt x="36259" y="13567"/>
                  </a:cubicBezTo>
                  <a:cubicBezTo>
                    <a:pt x="35859" y="13867"/>
                    <a:pt x="36026" y="14301"/>
                    <a:pt x="35759" y="14634"/>
                  </a:cubicBezTo>
                  <a:cubicBezTo>
                    <a:pt x="35541" y="14896"/>
                    <a:pt x="34638" y="15144"/>
                    <a:pt x="33909" y="15144"/>
                  </a:cubicBezTo>
                  <a:cubicBezTo>
                    <a:pt x="33523" y="15144"/>
                    <a:pt x="33185" y="15074"/>
                    <a:pt x="33024" y="14901"/>
                  </a:cubicBezTo>
                  <a:cubicBezTo>
                    <a:pt x="32657" y="14467"/>
                    <a:pt x="33090" y="13800"/>
                    <a:pt x="32457" y="13300"/>
                  </a:cubicBezTo>
                  <a:cubicBezTo>
                    <a:pt x="32201" y="13124"/>
                    <a:pt x="31893" y="13079"/>
                    <a:pt x="31574" y="13079"/>
                  </a:cubicBezTo>
                  <a:cubicBezTo>
                    <a:pt x="31227" y="13079"/>
                    <a:pt x="30869" y="13133"/>
                    <a:pt x="30555" y="13133"/>
                  </a:cubicBezTo>
                  <a:cubicBezTo>
                    <a:pt x="30018" y="13133"/>
                    <a:pt x="29399" y="13019"/>
                    <a:pt x="28825" y="13019"/>
                  </a:cubicBezTo>
                  <a:cubicBezTo>
                    <a:pt x="28579" y="13019"/>
                    <a:pt x="28340" y="13040"/>
                    <a:pt x="28120" y="13100"/>
                  </a:cubicBezTo>
                  <a:cubicBezTo>
                    <a:pt x="27520" y="13267"/>
                    <a:pt x="27386" y="13500"/>
                    <a:pt x="26953" y="13900"/>
                  </a:cubicBezTo>
                  <a:cubicBezTo>
                    <a:pt x="26664" y="14167"/>
                    <a:pt x="26701" y="14390"/>
                    <a:pt x="26599" y="14390"/>
                  </a:cubicBezTo>
                  <a:cubicBezTo>
                    <a:pt x="26549" y="14390"/>
                    <a:pt x="26463" y="14334"/>
                    <a:pt x="26286" y="14201"/>
                  </a:cubicBezTo>
                  <a:cubicBezTo>
                    <a:pt x="26052" y="14000"/>
                    <a:pt x="25819" y="13400"/>
                    <a:pt x="25552" y="13167"/>
                  </a:cubicBezTo>
                  <a:cubicBezTo>
                    <a:pt x="25448" y="13046"/>
                    <a:pt x="25274" y="12979"/>
                    <a:pt x="25101" y="12979"/>
                  </a:cubicBezTo>
                  <a:cubicBezTo>
                    <a:pt x="24940" y="12979"/>
                    <a:pt x="24781" y="13038"/>
                    <a:pt x="24684" y="13167"/>
                  </a:cubicBezTo>
                  <a:cubicBezTo>
                    <a:pt x="24418" y="13467"/>
                    <a:pt x="24217" y="13900"/>
                    <a:pt x="23951" y="14201"/>
                  </a:cubicBezTo>
                  <a:cubicBezTo>
                    <a:pt x="23723" y="14459"/>
                    <a:pt x="23563" y="14561"/>
                    <a:pt x="23431" y="14561"/>
                  </a:cubicBezTo>
                  <a:cubicBezTo>
                    <a:pt x="23138" y="14561"/>
                    <a:pt x="22987" y="14058"/>
                    <a:pt x="22550" y="13667"/>
                  </a:cubicBezTo>
                  <a:cubicBezTo>
                    <a:pt x="22114" y="13264"/>
                    <a:pt x="21678" y="13141"/>
                    <a:pt x="21216" y="13141"/>
                  </a:cubicBezTo>
                  <a:cubicBezTo>
                    <a:pt x="20723" y="13141"/>
                    <a:pt x="20200" y="13281"/>
                    <a:pt x="19614" y="13367"/>
                  </a:cubicBezTo>
                  <a:cubicBezTo>
                    <a:pt x="18680" y="13500"/>
                    <a:pt x="17746" y="13634"/>
                    <a:pt x="17179" y="14434"/>
                  </a:cubicBezTo>
                  <a:cubicBezTo>
                    <a:pt x="16846" y="14868"/>
                    <a:pt x="16579" y="15401"/>
                    <a:pt x="16312" y="15969"/>
                  </a:cubicBezTo>
                  <a:cubicBezTo>
                    <a:pt x="16312" y="16002"/>
                    <a:pt x="16278" y="16002"/>
                    <a:pt x="16278" y="16035"/>
                  </a:cubicBezTo>
                  <a:cubicBezTo>
                    <a:pt x="16078" y="16335"/>
                    <a:pt x="15578" y="16469"/>
                    <a:pt x="15311" y="16636"/>
                  </a:cubicBezTo>
                  <a:cubicBezTo>
                    <a:pt x="14744" y="17036"/>
                    <a:pt x="14310" y="17636"/>
                    <a:pt x="13743" y="18037"/>
                  </a:cubicBezTo>
                  <a:cubicBezTo>
                    <a:pt x="12845" y="18660"/>
                    <a:pt x="11715" y="18880"/>
                    <a:pt x="10564" y="18880"/>
                  </a:cubicBezTo>
                  <a:cubicBezTo>
                    <a:pt x="9620" y="18880"/>
                    <a:pt x="8662" y="18732"/>
                    <a:pt x="7806" y="18537"/>
                  </a:cubicBezTo>
                  <a:cubicBezTo>
                    <a:pt x="6238" y="18170"/>
                    <a:pt x="4570" y="17503"/>
                    <a:pt x="3403" y="16369"/>
                  </a:cubicBezTo>
                  <a:cubicBezTo>
                    <a:pt x="2002" y="15035"/>
                    <a:pt x="1935" y="13267"/>
                    <a:pt x="1668" y="11499"/>
                  </a:cubicBezTo>
                  <a:cubicBezTo>
                    <a:pt x="1134" y="8196"/>
                    <a:pt x="2035" y="4360"/>
                    <a:pt x="5070" y="2492"/>
                  </a:cubicBezTo>
                  <a:cubicBezTo>
                    <a:pt x="5237" y="2392"/>
                    <a:pt x="5404" y="2292"/>
                    <a:pt x="5604" y="2192"/>
                  </a:cubicBezTo>
                  <a:cubicBezTo>
                    <a:pt x="6471" y="2059"/>
                    <a:pt x="7372" y="1825"/>
                    <a:pt x="8206" y="1692"/>
                  </a:cubicBezTo>
                  <a:cubicBezTo>
                    <a:pt x="8673" y="1632"/>
                    <a:pt x="9142" y="1599"/>
                    <a:pt x="9606" y="1599"/>
                  </a:cubicBezTo>
                  <a:close/>
                  <a:moveTo>
                    <a:pt x="9277" y="1"/>
                  </a:moveTo>
                  <a:cubicBezTo>
                    <a:pt x="8072" y="1"/>
                    <a:pt x="6895" y="280"/>
                    <a:pt x="5638" y="791"/>
                  </a:cubicBezTo>
                  <a:cubicBezTo>
                    <a:pt x="3503" y="1658"/>
                    <a:pt x="2202" y="3193"/>
                    <a:pt x="1001" y="5094"/>
                  </a:cubicBezTo>
                  <a:cubicBezTo>
                    <a:pt x="0" y="6695"/>
                    <a:pt x="0" y="9164"/>
                    <a:pt x="100" y="10998"/>
                  </a:cubicBezTo>
                  <a:cubicBezTo>
                    <a:pt x="167" y="12766"/>
                    <a:pt x="400" y="15101"/>
                    <a:pt x="1501" y="16569"/>
                  </a:cubicBezTo>
                  <a:cubicBezTo>
                    <a:pt x="2702" y="18237"/>
                    <a:pt x="4670" y="19304"/>
                    <a:pt x="6605" y="19905"/>
                  </a:cubicBezTo>
                  <a:cubicBezTo>
                    <a:pt x="7839" y="20295"/>
                    <a:pt x="9453" y="20636"/>
                    <a:pt x="10964" y="20636"/>
                  </a:cubicBezTo>
                  <a:cubicBezTo>
                    <a:pt x="11903" y="20636"/>
                    <a:pt x="12801" y="20504"/>
                    <a:pt x="13543" y="20172"/>
                  </a:cubicBezTo>
                  <a:cubicBezTo>
                    <a:pt x="14511" y="19771"/>
                    <a:pt x="15845" y="18837"/>
                    <a:pt x="16612" y="17770"/>
                  </a:cubicBezTo>
                  <a:cubicBezTo>
                    <a:pt x="17046" y="17436"/>
                    <a:pt x="17379" y="16969"/>
                    <a:pt x="17646" y="16536"/>
                  </a:cubicBezTo>
                  <a:cubicBezTo>
                    <a:pt x="18146" y="15735"/>
                    <a:pt x="18447" y="15035"/>
                    <a:pt x="19547" y="14801"/>
                  </a:cubicBezTo>
                  <a:cubicBezTo>
                    <a:pt x="19831" y="14746"/>
                    <a:pt x="20119" y="14713"/>
                    <a:pt x="20399" y="14713"/>
                  </a:cubicBezTo>
                  <a:cubicBezTo>
                    <a:pt x="20976" y="14713"/>
                    <a:pt x="21523" y="14853"/>
                    <a:pt x="21949" y="15235"/>
                  </a:cubicBezTo>
                  <a:cubicBezTo>
                    <a:pt x="22674" y="15906"/>
                    <a:pt x="23188" y="16188"/>
                    <a:pt x="23604" y="16188"/>
                  </a:cubicBezTo>
                  <a:cubicBezTo>
                    <a:pt x="24223" y="16188"/>
                    <a:pt x="24627" y="15565"/>
                    <a:pt x="25185" y="14668"/>
                  </a:cubicBezTo>
                  <a:cubicBezTo>
                    <a:pt x="25583" y="15299"/>
                    <a:pt x="25997" y="16029"/>
                    <a:pt x="26611" y="16029"/>
                  </a:cubicBezTo>
                  <a:cubicBezTo>
                    <a:pt x="26873" y="16029"/>
                    <a:pt x="27171" y="15897"/>
                    <a:pt x="27520" y="15568"/>
                  </a:cubicBezTo>
                  <a:cubicBezTo>
                    <a:pt x="27987" y="15135"/>
                    <a:pt x="27887" y="14601"/>
                    <a:pt x="28587" y="14367"/>
                  </a:cubicBezTo>
                  <a:cubicBezTo>
                    <a:pt x="28687" y="14334"/>
                    <a:pt x="28800" y="14322"/>
                    <a:pt x="28919" y="14322"/>
                  </a:cubicBezTo>
                  <a:cubicBezTo>
                    <a:pt x="29275" y="14322"/>
                    <a:pt x="29688" y="14434"/>
                    <a:pt x="29988" y="14434"/>
                  </a:cubicBezTo>
                  <a:cubicBezTo>
                    <a:pt x="30163" y="14434"/>
                    <a:pt x="30676" y="14378"/>
                    <a:pt x="30978" y="14378"/>
                  </a:cubicBezTo>
                  <a:cubicBezTo>
                    <a:pt x="31079" y="14378"/>
                    <a:pt x="31156" y="14384"/>
                    <a:pt x="31189" y="14401"/>
                  </a:cubicBezTo>
                  <a:cubicBezTo>
                    <a:pt x="31956" y="14734"/>
                    <a:pt x="31489" y="15201"/>
                    <a:pt x="31790" y="15702"/>
                  </a:cubicBezTo>
                  <a:cubicBezTo>
                    <a:pt x="32246" y="16425"/>
                    <a:pt x="32942" y="16638"/>
                    <a:pt x="33715" y="16638"/>
                  </a:cubicBezTo>
                  <a:cubicBezTo>
                    <a:pt x="34297" y="16638"/>
                    <a:pt x="34924" y="16517"/>
                    <a:pt x="35526" y="16402"/>
                  </a:cubicBezTo>
                  <a:cubicBezTo>
                    <a:pt x="36359" y="16235"/>
                    <a:pt x="36526" y="16002"/>
                    <a:pt x="36993" y="15401"/>
                  </a:cubicBezTo>
                  <a:cubicBezTo>
                    <a:pt x="37127" y="15268"/>
                    <a:pt x="37027" y="14901"/>
                    <a:pt x="37093" y="14768"/>
                  </a:cubicBezTo>
                  <a:cubicBezTo>
                    <a:pt x="37127" y="14768"/>
                    <a:pt x="37127" y="14801"/>
                    <a:pt x="37160" y="14801"/>
                  </a:cubicBezTo>
                  <a:cubicBezTo>
                    <a:pt x="37510" y="14891"/>
                    <a:pt x="37823" y="14933"/>
                    <a:pt x="38104" y="14933"/>
                  </a:cubicBezTo>
                  <a:cubicBezTo>
                    <a:pt x="40635" y="14933"/>
                    <a:pt x="40476" y="11539"/>
                    <a:pt x="39695" y="9497"/>
                  </a:cubicBezTo>
                  <a:cubicBezTo>
                    <a:pt x="39295" y="8530"/>
                    <a:pt x="38661" y="7596"/>
                    <a:pt x="37527" y="7529"/>
                  </a:cubicBezTo>
                  <a:cubicBezTo>
                    <a:pt x="37339" y="7520"/>
                    <a:pt x="37149" y="7516"/>
                    <a:pt x="36958" y="7516"/>
                  </a:cubicBezTo>
                  <a:cubicBezTo>
                    <a:pt x="36436" y="7516"/>
                    <a:pt x="35905" y="7547"/>
                    <a:pt x="35392" y="7596"/>
                  </a:cubicBezTo>
                  <a:cubicBezTo>
                    <a:pt x="35359" y="7596"/>
                    <a:pt x="35325" y="7563"/>
                    <a:pt x="35259" y="7529"/>
                  </a:cubicBezTo>
                  <a:cubicBezTo>
                    <a:pt x="35070" y="7479"/>
                    <a:pt x="34853" y="7462"/>
                    <a:pt x="34629" y="7462"/>
                  </a:cubicBezTo>
                  <a:cubicBezTo>
                    <a:pt x="34258" y="7462"/>
                    <a:pt x="33869" y="7508"/>
                    <a:pt x="33557" y="7529"/>
                  </a:cubicBezTo>
                  <a:cubicBezTo>
                    <a:pt x="33450" y="7531"/>
                    <a:pt x="33341" y="7532"/>
                    <a:pt x="33233" y="7532"/>
                  </a:cubicBezTo>
                  <a:cubicBezTo>
                    <a:pt x="31466" y="7532"/>
                    <a:pt x="29649" y="7286"/>
                    <a:pt x="27920" y="7129"/>
                  </a:cubicBezTo>
                  <a:cubicBezTo>
                    <a:pt x="25985" y="6962"/>
                    <a:pt x="24084" y="6929"/>
                    <a:pt x="22149" y="6929"/>
                  </a:cubicBezTo>
                  <a:cubicBezTo>
                    <a:pt x="21551" y="6906"/>
                    <a:pt x="20953" y="6867"/>
                    <a:pt x="20354" y="6867"/>
                  </a:cubicBezTo>
                  <a:cubicBezTo>
                    <a:pt x="20085" y="6867"/>
                    <a:pt x="19816" y="6875"/>
                    <a:pt x="19547" y="6895"/>
                  </a:cubicBezTo>
                  <a:cubicBezTo>
                    <a:pt x="19040" y="6927"/>
                    <a:pt x="18684" y="7072"/>
                    <a:pt x="18381" y="7072"/>
                  </a:cubicBezTo>
                  <a:cubicBezTo>
                    <a:pt x="18047" y="7072"/>
                    <a:pt x="17779" y="6895"/>
                    <a:pt x="17446" y="6195"/>
                  </a:cubicBezTo>
                  <a:cubicBezTo>
                    <a:pt x="16779" y="4827"/>
                    <a:pt x="16745" y="3560"/>
                    <a:pt x="15578" y="2426"/>
                  </a:cubicBezTo>
                  <a:cubicBezTo>
                    <a:pt x="14644" y="1492"/>
                    <a:pt x="13376" y="791"/>
                    <a:pt x="12075" y="457"/>
                  </a:cubicBezTo>
                  <a:lnTo>
                    <a:pt x="11975" y="457"/>
                  </a:lnTo>
                  <a:cubicBezTo>
                    <a:pt x="11942" y="457"/>
                    <a:pt x="11909" y="424"/>
                    <a:pt x="11875" y="424"/>
                  </a:cubicBezTo>
                  <a:cubicBezTo>
                    <a:pt x="10971" y="136"/>
                    <a:pt x="10117" y="1"/>
                    <a:pt x="92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6008225" y="1902534"/>
              <a:ext cx="80625" cy="79905"/>
            </a:xfrm>
            <a:custGeom>
              <a:rect b="b" l="l" r="r" t="t"/>
              <a:pathLst>
                <a:path extrusionOk="0" h="6211" w="6267">
                  <a:moveTo>
                    <a:pt x="3130" y="1220"/>
                  </a:moveTo>
                  <a:cubicBezTo>
                    <a:pt x="3189" y="1220"/>
                    <a:pt x="3245" y="1223"/>
                    <a:pt x="3298" y="1231"/>
                  </a:cubicBezTo>
                  <a:cubicBezTo>
                    <a:pt x="3932" y="1331"/>
                    <a:pt x="4399" y="2265"/>
                    <a:pt x="4566" y="2799"/>
                  </a:cubicBezTo>
                  <a:cubicBezTo>
                    <a:pt x="4940" y="3954"/>
                    <a:pt x="4322" y="5050"/>
                    <a:pt x="3148" y="5050"/>
                  </a:cubicBezTo>
                  <a:cubicBezTo>
                    <a:pt x="3067" y="5050"/>
                    <a:pt x="2984" y="5045"/>
                    <a:pt x="2898" y="5034"/>
                  </a:cubicBezTo>
                  <a:cubicBezTo>
                    <a:pt x="1630" y="4867"/>
                    <a:pt x="963" y="4133"/>
                    <a:pt x="1096" y="2832"/>
                  </a:cubicBezTo>
                  <a:cubicBezTo>
                    <a:pt x="1163" y="2165"/>
                    <a:pt x="1397" y="1765"/>
                    <a:pt x="1730" y="1532"/>
                  </a:cubicBezTo>
                  <a:cubicBezTo>
                    <a:pt x="1747" y="1515"/>
                    <a:pt x="1755" y="1515"/>
                    <a:pt x="1764" y="1515"/>
                  </a:cubicBezTo>
                  <a:cubicBezTo>
                    <a:pt x="1772" y="1515"/>
                    <a:pt x="1780" y="1515"/>
                    <a:pt x="1797" y="1498"/>
                  </a:cubicBezTo>
                  <a:cubicBezTo>
                    <a:pt x="2148" y="1410"/>
                    <a:pt x="2706" y="1220"/>
                    <a:pt x="3130" y="1220"/>
                  </a:cubicBezTo>
                  <a:close/>
                  <a:moveTo>
                    <a:pt x="3224" y="0"/>
                  </a:moveTo>
                  <a:cubicBezTo>
                    <a:pt x="2661" y="0"/>
                    <a:pt x="2018" y="175"/>
                    <a:pt x="1597" y="497"/>
                  </a:cubicBezTo>
                  <a:cubicBezTo>
                    <a:pt x="1563" y="497"/>
                    <a:pt x="1530" y="531"/>
                    <a:pt x="1530" y="531"/>
                  </a:cubicBezTo>
                  <a:cubicBezTo>
                    <a:pt x="1499" y="521"/>
                    <a:pt x="1469" y="516"/>
                    <a:pt x="1439" y="516"/>
                  </a:cubicBezTo>
                  <a:cubicBezTo>
                    <a:pt x="1272" y="516"/>
                    <a:pt x="1120" y="661"/>
                    <a:pt x="1063" y="831"/>
                  </a:cubicBezTo>
                  <a:cubicBezTo>
                    <a:pt x="496" y="1331"/>
                    <a:pt x="129" y="2132"/>
                    <a:pt x="96" y="3099"/>
                  </a:cubicBezTo>
                  <a:cubicBezTo>
                    <a:pt x="0" y="4943"/>
                    <a:pt x="1480" y="6211"/>
                    <a:pt x="3236" y="6211"/>
                  </a:cubicBezTo>
                  <a:cubicBezTo>
                    <a:pt x="3323" y="6211"/>
                    <a:pt x="3410" y="6208"/>
                    <a:pt x="3498" y="6202"/>
                  </a:cubicBezTo>
                  <a:cubicBezTo>
                    <a:pt x="5466" y="6068"/>
                    <a:pt x="6267" y="3933"/>
                    <a:pt x="5633" y="2265"/>
                  </a:cubicBezTo>
                  <a:cubicBezTo>
                    <a:pt x="5333" y="1431"/>
                    <a:pt x="4699" y="331"/>
                    <a:pt x="3765" y="64"/>
                  </a:cubicBezTo>
                  <a:cubicBezTo>
                    <a:pt x="3602" y="21"/>
                    <a:pt x="3418" y="0"/>
                    <a:pt x="32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 name="Google Shape;394;p19"/>
          <p:cNvGrpSpPr/>
          <p:nvPr/>
        </p:nvGrpSpPr>
        <p:grpSpPr>
          <a:xfrm>
            <a:off x="3304896" y="1982286"/>
            <a:ext cx="559431" cy="481902"/>
            <a:chOff x="1340696" y="2141866"/>
            <a:chExt cx="559431" cy="481902"/>
          </a:xfrm>
        </p:grpSpPr>
        <p:sp>
          <p:nvSpPr>
            <p:cNvPr id="395" name="Google Shape;395;p19"/>
            <p:cNvSpPr/>
            <p:nvPr/>
          </p:nvSpPr>
          <p:spPr>
            <a:xfrm>
              <a:off x="1355325" y="2152025"/>
              <a:ext cx="532475" cy="464500"/>
            </a:xfrm>
            <a:custGeom>
              <a:rect b="b" l="l" r="r" t="t"/>
              <a:pathLst>
                <a:path extrusionOk="0" h="18580" w="21299">
                  <a:moveTo>
                    <a:pt x="8021" y="0"/>
                  </a:moveTo>
                  <a:lnTo>
                    <a:pt x="5710" y="635"/>
                  </a:lnTo>
                  <a:lnTo>
                    <a:pt x="4395" y="2266"/>
                  </a:lnTo>
                  <a:lnTo>
                    <a:pt x="3716" y="3897"/>
                  </a:lnTo>
                  <a:lnTo>
                    <a:pt x="3852" y="6118"/>
                  </a:lnTo>
                  <a:lnTo>
                    <a:pt x="4713" y="9018"/>
                  </a:lnTo>
                  <a:lnTo>
                    <a:pt x="4939" y="9562"/>
                  </a:lnTo>
                  <a:lnTo>
                    <a:pt x="2175" y="13187"/>
                  </a:lnTo>
                  <a:lnTo>
                    <a:pt x="0" y="16903"/>
                  </a:lnTo>
                  <a:lnTo>
                    <a:pt x="543" y="17447"/>
                  </a:lnTo>
                  <a:lnTo>
                    <a:pt x="11420" y="18218"/>
                  </a:lnTo>
                  <a:lnTo>
                    <a:pt x="15407" y="18580"/>
                  </a:lnTo>
                  <a:lnTo>
                    <a:pt x="16631" y="17946"/>
                  </a:lnTo>
                  <a:lnTo>
                    <a:pt x="19350" y="13414"/>
                  </a:lnTo>
                  <a:lnTo>
                    <a:pt x="21299" y="10197"/>
                  </a:lnTo>
                  <a:lnTo>
                    <a:pt x="21072" y="9562"/>
                  </a:lnTo>
                  <a:lnTo>
                    <a:pt x="9290" y="9154"/>
                  </a:lnTo>
                  <a:lnTo>
                    <a:pt x="10966" y="4215"/>
                  </a:lnTo>
                  <a:lnTo>
                    <a:pt x="10921" y="1858"/>
                  </a:lnTo>
                  <a:lnTo>
                    <a:pt x="9969" y="317"/>
                  </a:lnTo>
                  <a:close/>
                </a:path>
              </a:pathLst>
            </a:custGeom>
            <a:solidFill>
              <a:schemeClr val="accent1"/>
            </a:solidFill>
            <a:ln>
              <a:noFill/>
            </a:ln>
          </p:spPr>
        </p:sp>
        <p:grpSp>
          <p:nvGrpSpPr>
            <p:cNvPr id="396" name="Google Shape;396;p19"/>
            <p:cNvGrpSpPr/>
            <p:nvPr/>
          </p:nvGrpSpPr>
          <p:grpSpPr>
            <a:xfrm>
              <a:off x="1340696" y="2141866"/>
              <a:ext cx="559431" cy="481902"/>
              <a:chOff x="2539235" y="1853978"/>
              <a:chExt cx="523567" cy="451008"/>
            </a:xfrm>
          </p:grpSpPr>
          <p:sp>
            <p:nvSpPr>
              <p:cNvPr id="397" name="Google Shape;397;p19"/>
              <p:cNvSpPr/>
              <p:nvPr/>
            </p:nvSpPr>
            <p:spPr>
              <a:xfrm>
                <a:off x="2539235" y="1853978"/>
                <a:ext cx="523567" cy="451008"/>
              </a:xfrm>
              <a:custGeom>
                <a:rect b="b" l="l" r="r" t="t"/>
                <a:pathLst>
                  <a:path extrusionOk="0" h="35057" w="40697">
                    <a:moveTo>
                      <a:pt x="15596" y="1315"/>
                    </a:moveTo>
                    <a:cubicBezTo>
                      <a:pt x="16056" y="1315"/>
                      <a:pt x="16529" y="1357"/>
                      <a:pt x="17013" y="1436"/>
                    </a:cubicBezTo>
                    <a:cubicBezTo>
                      <a:pt x="22517" y="2403"/>
                      <a:pt x="20415" y="8775"/>
                      <a:pt x="18981" y="12177"/>
                    </a:cubicBezTo>
                    <a:cubicBezTo>
                      <a:pt x="18147" y="14112"/>
                      <a:pt x="17713" y="16280"/>
                      <a:pt x="16946" y="18248"/>
                    </a:cubicBezTo>
                    <a:cubicBezTo>
                      <a:pt x="16346" y="19716"/>
                      <a:pt x="16146" y="21417"/>
                      <a:pt x="15512" y="22851"/>
                    </a:cubicBezTo>
                    <a:cubicBezTo>
                      <a:pt x="14411" y="22351"/>
                      <a:pt x="13711" y="21217"/>
                      <a:pt x="12877" y="20316"/>
                    </a:cubicBezTo>
                    <a:cubicBezTo>
                      <a:pt x="12243" y="18949"/>
                      <a:pt x="11275" y="17748"/>
                      <a:pt x="10575" y="16447"/>
                    </a:cubicBezTo>
                    <a:cubicBezTo>
                      <a:pt x="9407" y="14245"/>
                      <a:pt x="8574" y="12411"/>
                      <a:pt x="8574" y="9875"/>
                    </a:cubicBezTo>
                    <a:cubicBezTo>
                      <a:pt x="8540" y="7440"/>
                      <a:pt x="9474" y="4972"/>
                      <a:pt x="11175" y="3171"/>
                    </a:cubicBezTo>
                    <a:cubicBezTo>
                      <a:pt x="12430" y="1864"/>
                      <a:pt x="13930" y="1315"/>
                      <a:pt x="15596" y="1315"/>
                    </a:cubicBezTo>
                    <a:close/>
                    <a:moveTo>
                      <a:pt x="29088" y="18382"/>
                    </a:moveTo>
                    <a:cubicBezTo>
                      <a:pt x="30990" y="18382"/>
                      <a:pt x="32724" y="18715"/>
                      <a:pt x="34592" y="18949"/>
                    </a:cubicBezTo>
                    <a:cubicBezTo>
                      <a:pt x="34961" y="18990"/>
                      <a:pt x="35330" y="19004"/>
                      <a:pt x="35699" y="19004"/>
                    </a:cubicBezTo>
                    <a:cubicBezTo>
                      <a:pt x="36658" y="19004"/>
                      <a:pt x="37617" y="18904"/>
                      <a:pt x="38576" y="18904"/>
                    </a:cubicBezTo>
                    <a:cubicBezTo>
                      <a:pt x="38749" y="18904"/>
                      <a:pt x="38922" y="18908"/>
                      <a:pt x="39095" y="18915"/>
                    </a:cubicBezTo>
                    <a:cubicBezTo>
                      <a:pt x="38929" y="20049"/>
                      <a:pt x="37928" y="20950"/>
                      <a:pt x="37261" y="21884"/>
                    </a:cubicBezTo>
                    <a:cubicBezTo>
                      <a:pt x="36794" y="22551"/>
                      <a:pt x="36327" y="23218"/>
                      <a:pt x="35860" y="23886"/>
                    </a:cubicBezTo>
                    <a:cubicBezTo>
                      <a:pt x="35804" y="23883"/>
                      <a:pt x="35749" y="23882"/>
                      <a:pt x="35693" y="23882"/>
                    </a:cubicBezTo>
                    <a:cubicBezTo>
                      <a:pt x="34919" y="23882"/>
                      <a:pt x="34167" y="24086"/>
                      <a:pt x="33358" y="24086"/>
                    </a:cubicBezTo>
                    <a:cubicBezTo>
                      <a:pt x="31957" y="24086"/>
                      <a:pt x="30456" y="23886"/>
                      <a:pt x="29021" y="23752"/>
                    </a:cubicBezTo>
                    <a:cubicBezTo>
                      <a:pt x="28554" y="23719"/>
                      <a:pt x="27387" y="23585"/>
                      <a:pt x="26887" y="23352"/>
                    </a:cubicBezTo>
                    <a:cubicBezTo>
                      <a:pt x="25152" y="22585"/>
                      <a:pt x="25786" y="21984"/>
                      <a:pt x="26320" y="20883"/>
                    </a:cubicBezTo>
                    <a:cubicBezTo>
                      <a:pt x="26653" y="20149"/>
                      <a:pt x="27120" y="19349"/>
                      <a:pt x="27287" y="18548"/>
                    </a:cubicBezTo>
                    <a:cubicBezTo>
                      <a:pt x="27287" y="18515"/>
                      <a:pt x="27287" y="18482"/>
                      <a:pt x="27287" y="18448"/>
                    </a:cubicBezTo>
                    <a:cubicBezTo>
                      <a:pt x="27887" y="18415"/>
                      <a:pt x="28521" y="18382"/>
                      <a:pt x="29088" y="18382"/>
                    </a:cubicBezTo>
                    <a:close/>
                    <a:moveTo>
                      <a:pt x="18614" y="17714"/>
                    </a:moveTo>
                    <a:cubicBezTo>
                      <a:pt x="20249" y="18148"/>
                      <a:pt x="22117" y="18148"/>
                      <a:pt x="23784" y="18315"/>
                    </a:cubicBezTo>
                    <a:cubicBezTo>
                      <a:pt x="22450" y="19482"/>
                      <a:pt x="21950" y="20983"/>
                      <a:pt x="21449" y="22685"/>
                    </a:cubicBezTo>
                    <a:cubicBezTo>
                      <a:pt x="21216" y="23485"/>
                      <a:pt x="21183" y="24753"/>
                      <a:pt x="20716" y="25320"/>
                    </a:cubicBezTo>
                    <a:cubicBezTo>
                      <a:pt x="19853" y="26302"/>
                      <a:pt x="18167" y="26355"/>
                      <a:pt x="16914" y="26355"/>
                    </a:cubicBezTo>
                    <a:cubicBezTo>
                      <a:pt x="16762" y="26355"/>
                      <a:pt x="16616" y="26354"/>
                      <a:pt x="16479" y="26354"/>
                    </a:cubicBezTo>
                    <a:cubicBezTo>
                      <a:pt x="15679" y="26354"/>
                      <a:pt x="14945" y="26387"/>
                      <a:pt x="14211" y="26688"/>
                    </a:cubicBezTo>
                    <a:cubicBezTo>
                      <a:pt x="13344" y="27054"/>
                      <a:pt x="12810" y="28022"/>
                      <a:pt x="11909" y="28289"/>
                    </a:cubicBezTo>
                    <a:cubicBezTo>
                      <a:pt x="11819" y="28315"/>
                      <a:pt x="11720" y="28328"/>
                      <a:pt x="11613" y="28328"/>
                    </a:cubicBezTo>
                    <a:cubicBezTo>
                      <a:pt x="10382" y="28328"/>
                      <a:pt x="8166" y="26670"/>
                      <a:pt x="7306" y="26087"/>
                    </a:cubicBezTo>
                    <a:cubicBezTo>
                      <a:pt x="6772" y="25720"/>
                      <a:pt x="6305" y="25287"/>
                      <a:pt x="5671" y="25020"/>
                    </a:cubicBezTo>
                    <a:cubicBezTo>
                      <a:pt x="6439" y="23919"/>
                      <a:pt x="7239" y="22851"/>
                      <a:pt x="8006" y="21751"/>
                    </a:cubicBezTo>
                    <a:cubicBezTo>
                      <a:pt x="8707" y="20717"/>
                      <a:pt x="9708" y="19482"/>
                      <a:pt x="10108" y="18248"/>
                    </a:cubicBezTo>
                    <a:cubicBezTo>
                      <a:pt x="10608" y="18982"/>
                      <a:pt x="11142" y="19649"/>
                      <a:pt x="11676" y="20316"/>
                    </a:cubicBezTo>
                    <a:cubicBezTo>
                      <a:pt x="11676" y="20350"/>
                      <a:pt x="11676" y="20350"/>
                      <a:pt x="11709" y="20350"/>
                    </a:cubicBezTo>
                    <a:cubicBezTo>
                      <a:pt x="12843" y="22051"/>
                      <a:pt x="13711" y="23619"/>
                      <a:pt x="15712" y="24419"/>
                    </a:cubicBezTo>
                    <a:cubicBezTo>
                      <a:pt x="15770" y="24448"/>
                      <a:pt x="15835" y="24462"/>
                      <a:pt x="15902" y="24462"/>
                    </a:cubicBezTo>
                    <a:cubicBezTo>
                      <a:pt x="16141" y="24462"/>
                      <a:pt x="16408" y="24294"/>
                      <a:pt x="16513" y="24086"/>
                    </a:cubicBezTo>
                    <a:cubicBezTo>
                      <a:pt x="17046" y="23052"/>
                      <a:pt x="17246" y="21917"/>
                      <a:pt x="17580" y="20783"/>
                    </a:cubicBezTo>
                    <a:cubicBezTo>
                      <a:pt x="17880" y="19749"/>
                      <a:pt x="18314" y="18748"/>
                      <a:pt x="18614" y="17714"/>
                    </a:cubicBezTo>
                    <a:close/>
                    <a:moveTo>
                      <a:pt x="3236" y="29056"/>
                    </a:moveTo>
                    <a:cubicBezTo>
                      <a:pt x="4304" y="29890"/>
                      <a:pt x="5471" y="30457"/>
                      <a:pt x="6772" y="31057"/>
                    </a:cubicBezTo>
                    <a:cubicBezTo>
                      <a:pt x="7573" y="31424"/>
                      <a:pt x="8173" y="31691"/>
                      <a:pt x="8840" y="32358"/>
                    </a:cubicBezTo>
                    <a:cubicBezTo>
                      <a:pt x="8907" y="32458"/>
                      <a:pt x="8974" y="32525"/>
                      <a:pt x="9041" y="32592"/>
                    </a:cubicBezTo>
                    <a:cubicBezTo>
                      <a:pt x="8107" y="32525"/>
                      <a:pt x="7173" y="32458"/>
                      <a:pt x="6205" y="32358"/>
                    </a:cubicBezTo>
                    <a:cubicBezTo>
                      <a:pt x="5271" y="32258"/>
                      <a:pt x="4337" y="32292"/>
                      <a:pt x="3403" y="32125"/>
                    </a:cubicBezTo>
                    <a:cubicBezTo>
                      <a:pt x="3036" y="32025"/>
                      <a:pt x="2669" y="31925"/>
                      <a:pt x="2336" y="31825"/>
                    </a:cubicBezTo>
                    <a:cubicBezTo>
                      <a:pt x="1635" y="31758"/>
                      <a:pt x="1569" y="31491"/>
                      <a:pt x="2102" y="30991"/>
                    </a:cubicBezTo>
                    <a:cubicBezTo>
                      <a:pt x="2236" y="30390"/>
                      <a:pt x="2803" y="29656"/>
                      <a:pt x="3236" y="29056"/>
                    </a:cubicBezTo>
                    <a:close/>
                    <a:moveTo>
                      <a:pt x="24418" y="18415"/>
                    </a:moveTo>
                    <a:cubicBezTo>
                      <a:pt x="24868" y="18454"/>
                      <a:pt x="25328" y="18470"/>
                      <a:pt x="25787" y="18470"/>
                    </a:cubicBezTo>
                    <a:cubicBezTo>
                      <a:pt x="26112" y="18470"/>
                      <a:pt x="26435" y="18462"/>
                      <a:pt x="26753" y="18448"/>
                    </a:cubicBezTo>
                    <a:lnTo>
                      <a:pt x="26753" y="18448"/>
                    </a:lnTo>
                    <a:cubicBezTo>
                      <a:pt x="25352" y="19849"/>
                      <a:pt x="23484" y="22985"/>
                      <a:pt x="25919" y="24152"/>
                    </a:cubicBezTo>
                    <a:cubicBezTo>
                      <a:pt x="27420" y="24853"/>
                      <a:pt x="29255" y="24753"/>
                      <a:pt x="30856" y="24953"/>
                    </a:cubicBezTo>
                    <a:cubicBezTo>
                      <a:pt x="31778" y="25060"/>
                      <a:pt x="32685" y="25153"/>
                      <a:pt x="33579" y="25153"/>
                    </a:cubicBezTo>
                    <a:cubicBezTo>
                      <a:pt x="34077" y="25153"/>
                      <a:pt x="34570" y="25125"/>
                      <a:pt x="35059" y="25053"/>
                    </a:cubicBezTo>
                    <a:lnTo>
                      <a:pt x="35059" y="25053"/>
                    </a:lnTo>
                    <a:cubicBezTo>
                      <a:pt x="34892" y="25287"/>
                      <a:pt x="34726" y="25553"/>
                      <a:pt x="34559" y="25787"/>
                    </a:cubicBezTo>
                    <a:cubicBezTo>
                      <a:pt x="33458" y="25653"/>
                      <a:pt x="32357" y="25620"/>
                      <a:pt x="31256" y="25453"/>
                    </a:cubicBezTo>
                    <a:cubicBezTo>
                      <a:pt x="31086" y="25433"/>
                      <a:pt x="30920" y="25424"/>
                      <a:pt x="30758" y="25424"/>
                    </a:cubicBezTo>
                    <a:cubicBezTo>
                      <a:pt x="29917" y="25424"/>
                      <a:pt x="29162" y="25656"/>
                      <a:pt x="28269" y="25656"/>
                    </a:cubicBezTo>
                    <a:cubicBezTo>
                      <a:pt x="28220" y="25656"/>
                      <a:pt x="28171" y="25655"/>
                      <a:pt x="28121" y="25653"/>
                    </a:cubicBezTo>
                    <a:cubicBezTo>
                      <a:pt x="27158" y="25619"/>
                      <a:pt x="26132" y="25327"/>
                      <a:pt x="25214" y="25327"/>
                    </a:cubicBezTo>
                    <a:cubicBezTo>
                      <a:pt x="24352" y="25327"/>
                      <a:pt x="23584" y="25585"/>
                      <a:pt x="23051" y="26554"/>
                    </a:cubicBezTo>
                    <a:cubicBezTo>
                      <a:pt x="22117" y="28289"/>
                      <a:pt x="21950" y="29189"/>
                      <a:pt x="19581" y="29456"/>
                    </a:cubicBezTo>
                    <a:cubicBezTo>
                      <a:pt x="18180" y="29623"/>
                      <a:pt x="16980" y="30023"/>
                      <a:pt x="15679" y="30524"/>
                    </a:cubicBezTo>
                    <a:cubicBezTo>
                      <a:pt x="14178" y="31124"/>
                      <a:pt x="13277" y="31558"/>
                      <a:pt x="13143" y="32759"/>
                    </a:cubicBezTo>
                    <a:cubicBezTo>
                      <a:pt x="12243" y="32725"/>
                      <a:pt x="11309" y="32692"/>
                      <a:pt x="10408" y="32658"/>
                    </a:cubicBezTo>
                    <a:cubicBezTo>
                      <a:pt x="9975" y="31724"/>
                      <a:pt x="9074" y="30824"/>
                      <a:pt x="8207" y="30457"/>
                    </a:cubicBezTo>
                    <a:cubicBezTo>
                      <a:pt x="6672" y="29856"/>
                      <a:pt x="5104" y="29189"/>
                      <a:pt x="3603" y="28455"/>
                    </a:cubicBezTo>
                    <a:cubicBezTo>
                      <a:pt x="4004" y="27788"/>
                      <a:pt x="4404" y="27088"/>
                      <a:pt x="4804" y="26387"/>
                    </a:cubicBezTo>
                    <a:cubicBezTo>
                      <a:pt x="5004" y="26054"/>
                      <a:pt x="5204" y="25754"/>
                      <a:pt x="5405" y="25453"/>
                    </a:cubicBezTo>
                    <a:cubicBezTo>
                      <a:pt x="6339" y="26020"/>
                      <a:pt x="7106" y="27021"/>
                      <a:pt x="8040" y="27622"/>
                    </a:cubicBezTo>
                    <a:cubicBezTo>
                      <a:pt x="8974" y="28222"/>
                      <a:pt x="10041" y="29023"/>
                      <a:pt x="11142" y="29223"/>
                    </a:cubicBezTo>
                    <a:cubicBezTo>
                      <a:pt x="11341" y="29251"/>
                      <a:pt x="11526" y="29266"/>
                      <a:pt x="11703" y="29266"/>
                    </a:cubicBezTo>
                    <a:cubicBezTo>
                      <a:pt x="12148" y="29266"/>
                      <a:pt x="12537" y="29171"/>
                      <a:pt x="12943" y="28956"/>
                    </a:cubicBezTo>
                    <a:cubicBezTo>
                      <a:pt x="13377" y="28722"/>
                      <a:pt x="13811" y="27988"/>
                      <a:pt x="14211" y="27755"/>
                    </a:cubicBezTo>
                    <a:cubicBezTo>
                      <a:pt x="14846" y="27369"/>
                      <a:pt x="15512" y="27308"/>
                      <a:pt x="16198" y="27308"/>
                    </a:cubicBezTo>
                    <a:cubicBezTo>
                      <a:pt x="16521" y="27308"/>
                      <a:pt x="16849" y="27321"/>
                      <a:pt x="17180" y="27321"/>
                    </a:cubicBezTo>
                    <a:cubicBezTo>
                      <a:pt x="18514" y="27321"/>
                      <a:pt x="21283" y="27088"/>
                      <a:pt x="21916" y="25620"/>
                    </a:cubicBezTo>
                    <a:cubicBezTo>
                      <a:pt x="22283" y="24719"/>
                      <a:pt x="22183" y="23285"/>
                      <a:pt x="22383" y="22318"/>
                    </a:cubicBezTo>
                    <a:cubicBezTo>
                      <a:pt x="22717" y="20650"/>
                      <a:pt x="23484" y="19716"/>
                      <a:pt x="24418" y="18415"/>
                    </a:cubicBezTo>
                    <a:close/>
                    <a:moveTo>
                      <a:pt x="25762" y="26173"/>
                    </a:moveTo>
                    <a:cubicBezTo>
                      <a:pt x="26126" y="26173"/>
                      <a:pt x="26496" y="26212"/>
                      <a:pt x="26853" y="26254"/>
                    </a:cubicBezTo>
                    <a:cubicBezTo>
                      <a:pt x="27597" y="26313"/>
                      <a:pt x="28261" y="26426"/>
                      <a:pt x="28988" y="26426"/>
                    </a:cubicBezTo>
                    <a:cubicBezTo>
                      <a:pt x="29076" y="26426"/>
                      <a:pt x="29165" y="26424"/>
                      <a:pt x="29255" y="26421"/>
                    </a:cubicBezTo>
                    <a:cubicBezTo>
                      <a:pt x="29503" y="26405"/>
                      <a:pt x="29750" y="26398"/>
                      <a:pt x="29997" y="26398"/>
                    </a:cubicBezTo>
                    <a:cubicBezTo>
                      <a:pt x="31342" y="26398"/>
                      <a:pt x="32667" y="26598"/>
                      <a:pt x="33992" y="26654"/>
                    </a:cubicBezTo>
                    <a:cubicBezTo>
                      <a:pt x="33191" y="27922"/>
                      <a:pt x="32391" y="29189"/>
                      <a:pt x="31690" y="30490"/>
                    </a:cubicBezTo>
                    <a:cubicBezTo>
                      <a:pt x="31190" y="31424"/>
                      <a:pt x="30789" y="32892"/>
                      <a:pt x="29789" y="33292"/>
                    </a:cubicBezTo>
                    <a:cubicBezTo>
                      <a:pt x="29222" y="33526"/>
                      <a:pt x="28388" y="33626"/>
                      <a:pt x="27620" y="33626"/>
                    </a:cubicBezTo>
                    <a:cubicBezTo>
                      <a:pt x="27546" y="33403"/>
                      <a:pt x="27307" y="33218"/>
                      <a:pt x="27053" y="33218"/>
                    </a:cubicBezTo>
                    <a:cubicBezTo>
                      <a:pt x="26964" y="33218"/>
                      <a:pt x="26873" y="33240"/>
                      <a:pt x="26787" y="33292"/>
                    </a:cubicBezTo>
                    <a:cubicBezTo>
                      <a:pt x="26520" y="33426"/>
                      <a:pt x="26186" y="33492"/>
                      <a:pt x="25786" y="33526"/>
                    </a:cubicBezTo>
                    <a:cubicBezTo>
                      <a:pt x="25222" y="33452"/>
                      <a:pt x="24622" y="33343"/>
                      <a:pt x="24066" y="33343"/>
                    </a:cubicBezTo>
                    <a:cubicBezTo>
                      <a:pt x="23865" y="33343"/>
                      <a:pt x="23670" y="33357"/>
                      <a:pt x="23484" y="33392"/>
                    </a:cubicBezTo>
                    <a:cubicBezTo>
                      <a:pt x="22784" y="33292"/>
                      <a:pt x="22117" y="33159"/>
                      <a:pt x="21683" y="33092"/>
                    </a:cubicBezTo>
                    <a:cubicBezTo>
                      <a:pt x="20349" y="32859"/>
                      <a:pt x="19014" y="32759"/>
                      <a:pt x="17647" y="32759"/>
                    </a:cubicBezTo>
                    <a:lnTo>
                      <a:pt x="13944" y="32759"/>
                    </a:lnTo>
                    <a:cubicBezTo>
                      <a:pt x="15011" y="30857"/>
                      <a:pt x="18848" y="30690"/>
                      <a:pt x="20615" y="30457"/>
                    </a:cubicBezTo>
                    <a:cubicBezTo>
                      <a:pt x="22150" y="30257"/>
                      <a:pt x="22850" y="29223"/>
                      <a:pt x="23417" y="27855"/>
                    </a:cubicBezTo>
                    <a:cubicBezTo>
                      <a:pt x="23518" y="27622"/>
                      <a:pt x="23551" y="27288"/>
                      <a:pt x="23684" y="27088"/>
                    </a:cubicBezTo>
                    <a:cubicBezTo>
                      <a:pt x="24210" y="26356"/>
                      <a:pt x="24971" y="26173"/>
                      <a:pt x="25762" y="26173"/>
                    </a:cubicBezTo>
                    <a:close/>
                    <a:moveTo>
                      <a:pt x="15242" y="0"/>
                    </a:moveTo>
                    <a:cubicBezTo>
                      <a:pt x="13588" y="0"/>
                      <a:pt x="12293" y="434"/>
                      <a:pt x="10775" y="1703"/>
                    </a:cubicBezTo>
                    <a:cubicBezTo>
                      <a:pt x="9107" y="3071"/>
                      <a:pt x="7673" y="5506"/>
                      <a:pt x="7273" y="7607"/>
                    </a:cubicBezTo>
                    <a:cubicBezTo>
                      <a:pt x="6572" y="11310"/>
                      <a:pt x="7773" y="14612"/>
                      <a:pt x="9674" y="17581"/>
                    </a:cubicBezTo>
                    <a:cubicBezTo>
                      <a:pt x="9641" y="17581"/>
                      <a:pt x="9608" y="17614"/>
                      <a:pt x="9574" y="17648"/>
                    </a:cubicBezTo>
                    <a:cubicBezTo>
                      <a:pt x="6806" y="21083"/>
                      <a:pt x="4404" y="24786"/>
                      <a:pt x="2102" y="28556"/>
                    </a:cubicBezTo>
                    <a:cubicBezTo>
                      <a:pt x="1569" y="29423"/>
                      <a:pt x="1" y="31024"/>
                      <a:pt x="468" y="32191"/>
                    </a:cubicBezTo>
                    <a:cubicBezTo>
                      <a:pt x="835" y="33159"/>
                      <a:pt x="2936" y="33392"/>
                      <a:pt x="3770" y="33492"/>
                    </a:cubicBezTo>
                    <a:cubicBezTo>
                      <a:pt x="8407" y="34126"/>
                      <a:pt x="12977" y="34193"/>
                      <a:pt x="17647" y="34226"/>
                    </a:cubicBezTo>
                    <a:cubicBezTo>
                      <a:pt x="19248" y="34226"/>
                      <a:pt x="20782" y="34460"/>
                      <a:pt x="22350" y="34627"/>
                    </a:cubicBezTo>
                    <a:cubicBezTo>
                      <a:pt x="22422" y="34699"/>
                      <a:pt x="22494" y="34753"/>
                      <a:pt x="22591" y="34753"/>
                    </a:cubicBezTo>
                    <a:cubicBezTo>
                      <a:pt x="22629" y="34753"/>
                      <a:pt x="22670" y="34745"/>
                      <a:pt x="22717" y="34727"/>
                    </a:cubicBezTo>
                    <a:cubicBezTo>
                      <a:pt x="22784" y="34693"/>
                      <a:pt x="22850" y="34693"/>
                      <a:pt x="22884" y="34693"/>
                    </a:cubicBezTo>
                    <a:cubicBezTo>
                      <a:pt x="23284" y="34727"/>
                      <a:pt x="23684" y="34760"/>
                      <a:pt x="24085" y="34793"/>
                    </a:cubicBezTo>
                    <a:cubicBezTo>
                      <a:pt x="24452" y="34793"/>
                      <a:pt x="24852" y="34827"/>
                      <a:pt x="25219" y="34827"/>
                    </a:cubicBezTo>
                    <a:cubicBezTo>
                      <a:pt x="25519" y="34893"/>
                      <a:pt x="25819" y="34960"/>
                      <a:pt x="26119" y="34993"/>
                    </a:cubicBezTo>
                    <a:cubicBezTo>
                      <a:pt x="26465" y="35038"/>
                      <a:pt x="26797" y="35056"/>
                      <a:pt x="27121" y="35056"/>
                    </a:cubicBezTo>
                    <a:cubicBezTo>
                      <a:pt x="28017" y="35056"/>
                      <a:pt x="28858" y="34916"/>
                      <a:pt x="29789" y="34793"/>
                    </a:cubicBezTo>
                    <a:cubicBezTo>
                      <a:pt x="31857" y="34526"/>
                      <a:pt x="32224" y="32625"/>
                      <a:pt x="33124" y="30924"/>
                    </a:cubicBezTo>
                    <a:cubicBezTo>
                      <a:pt x="34259" y="28756"/>
                      <a:pt x="35693" y="26587"/>
                      <a:pt x="37094" y="24553"/>
                    </a:cubicBezTo>
                    <a:cubicBezTo>
                      <a:pt x="38361" y="22718"/>
                      <a:pt x="40696" y="20616"/>
                      <a:pt x="40530" y="18248"/>
                    </a:cubicBezTo>
                    <a:cubicBezTo>
                      <a:pt x="40496" y="17915"/>
                      <a:pt x="40330" y="17648"/>
                      <a:pt x="39996" y="17548"/>
                    </a:cubicBezTo>
                    <a:cubicBezTo>
                      <a:pt x="39492" y="17416"/>
                      <a:pt x="38981" y="17375"/>
                      <a:pt x="38466" y="17375"/>
                    </a:cubicBezTo>
                    <a:cubicBezTo>
                      <a:pt x="37584" y="17375"/>
                      <a:pt x="36692" y="17496"/>
                      <a:pt x="35806" y="17496"/>
                    </a:cubicBezTo>
                    <a:cubicBezTo>
                      <a:pt x="35635" y="17496"/>
                      <a:pt x="35463" y="17492"/>
                      <a:pt x="35293" y="17481"/>
                    </a:cubicBezTo>
                    <a:cubicBezTo>
                      <a:pt x="33356" y="17384"/>
                      <a:pt x="31575" y="16912"/>
                      <a:pt x="29648" y="16912"/>
                    </a:cubicBezTo>
                    <a:cubicBezTo>
                      <a:pt x="29584" y="16912"/>
                      <a:pt x="29519" y="16913"/>
                      <a:pt x="29455" y="16914"/>
                    </a:cubicBezTo>
                    <a:cubicBezTo>
                      <a:pt x="28436" y="16914"/>
                      <a:pt x="27397" y="16973"/>
                      <a:pt x="26366" y="16973"/>
                    </a:cubicBezTo>
                    <a:cubicBezTo>
                      <a:pt x="25506" y="16973"/>
                      <a:pt x="24652" y="16932"/>
                      <a:pt x="23818" y="16780"/>
                    </a:cubicBezTo>
                    <a:cubicBezTo>
                      <a:pt x="23129" y="16663"/>
                      <a:pt x="22394" y="16597"/>
                      <a:pt x="21652" y="16597"/>
                    </a:cubicBezTo>
                    <a:cubicBezTo>
                      <a:pt x="20705" y="16597"/>
                      <a:pt x="19745" y="16704"/>
                      <a:pt x="18848" y="16947"/>
                    </a:cubicBezTo>
                    <a:cubicBezTo>
                      <a:pt x="19581" y="14612"/>
                      <a:pt x="20682" y="12411"/>
                      <a:pt x="21349" y="10076"/>
                    </a:cubicBezTo>
                    <a:cubicBezTo>
                      <a:pt x="21950" y="7941"/>
                      <a:pt x="22450" y="5839"/>
                      <a:pt x="21616" y="3671"/>
                    </a:cubicBezTo>
                    <a:cubicBezTo>
                      <a:pt x="20849" y="1670"/>
                      <a:pt x="19148" y="402"/>
                      <a:pt x="17080" y="135"/>
                    </a:cubicBezTo>
                    <a:cubicBezTo>
                      <a:pt x="16410" y="50"/>
                      <a:pt x="15805" y="0"/>
                      <a:pt x="152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2677592" y="1915773"/>
                <a:ext cx="91251" cy="98700"/>
              </a:xfrm>
              <a:custGeom>
                <a:rect b="b" l="l" r="r" t="t"/>
                <a:pathLst>
                  <a:path extrusionOk="0" h="7672" w="7093">
                    <a:moveTo>
                      <a:pt x="3944" y="1390"/>
                    </a:moveTo>
                    <a:cubicBezTo>
                      <a:pt x="4247" y="1390"/>
                      <a:pt x="4534" y="1467"/>
                      <a:pt x="4791" y="1737"/>
                    </a:cubicBezTo>
                    <a:cubicBezTo>
                      <a:pt x="5759" y="2771"/>
                      <a:pt x="5759" y="5406"/>
                      <a:pt x="4458" y="6107"/>
                    </a:cubicBezTo>
                    <a:cubicBezTo>
                      <a:pt x="4145" y="6272"/>
                      <a:pt x="3841" y="6345"/>
                      <a:pt x="3552" y="6345"/>
                    </a:cubicBezTo>
                    <a:cubicBezTo>
                      <a:pt x="2208" y="6345"/>
                      <a:pt x="1200" y="4756"/>
                      <a:pt x="1255" y="3438"/>
                    </a:cubicBezTo>
                    <a:cubicBezTo>
                      <a:pt x="1289" y="2537"/>
                      <a:pt x="1756" y="1904"/>
                      <a:pt x="2423" y="1503"/>
                    </a:cubicBezTo>
                    <a:cubicBezTo>
                      <a:pt x="2512" y="1517"/>
                      <a:pt x="2601" y="1523"/>
                      <a:pt x="2691" y="1523"/>
                    </a:cubicBezTo>
                    <a:cubicBezTo>
                      <a:pt x="3116" y="1523"/>
                      <a:pt x="3544" y="1390"/>
                      <a:pt x="3944" y="1390"/>
                    </a:cubicBezTo>
                    <a:close/>
                    <a:moveTo>
                      <a:pt x="4132" y="0"/>
                    </a:moveTo>
                    <a:cubicBezTo>
                      <a:pt x="3742" y="0"/>
                      <a:pt x="3425" y="160"/>
                      <a:pt x="3123" y="369"/>
                    </a:cubicBezTo>
                    <a:cubicBezTo>
                      <a:pt x="1522" y="603"/>
                      <a:pt x="321" y="1570"/>
                      <a:pt x="188" y="3471"/>
                    </a:cubicBezTo>
                    <a:cubicBezTo>
                      <a:pt x="0" y="5410"/>
                      <a:pt x="1396" y="7672"/>
                      <a:pt x="3495" y="7672"/>
                    </a:cubicBezTo>
                    <a:cubicBezTo>
                      <a:pt x="3635" y="7672"/>
                      <a:pt x="3778" y="7662"/>
                      <a:pt x="3924" y="7641"/>
                    </a:cubicBezTo>
                    <a:cubicBezTo>
                      <a:pt x="6426" y="7274"/>
                      <a:pt x="7093" y="4906"/>
                      <a:pt x="6592" y="2737"/>
                    </a:cubicBezTo>
                    <a:cubicBezTo>
                      <a:pt x="6359" y="1670"/>
                      <a:pt x="5792" y="503"/>
                      <a:pt x="4691" y="102"/>
                    </a:cubicBezTo>
                    <a:cubicBezTo>
                      <a:pt x="4488" y="31"/>
                      <a:pt x="4303"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9" name="Google Shape;399;p19"/>
          <p:cNvSpPr txBox="1"/>
          <p:nvPr/>
        </p:nvSpPr>
        <p:spPr>
          <a:xfrm>
            <a:off x="714012" y="3130051"/>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592">
                <a:solidFill>
                  <a:schemeClr val="dk1"/>
                </a:solidFill>
                <a:latin typeface="Roboto"/>
                <a:ea typeface="Roboto"/>
                <a:cs typeface="Roboto"/>
                <a:sym typeface="Roboto"/>
              </a:rPr>
              <a:t>Segmentación por tamaño</a:t>
            </a:r>
            <a:endParaRPr b="1" sz="1592">
              <a:solidFill>
                <a:schemeClr val="dk1"/>
              </a:solidFill>
              <a:latin typeface="Roboto"/>
              <a:ea typeface="Roboto"/>
              <a:cs typeface="Roboto"/>
              <a:sym typeface="Roboto"/>
            </a:endParaRPr>
          </a:p>
          <a:p>
            <a:pPr indent="0" lvl="0" marL="0" rtl="0" algn="ctr">
              <a:lnSpc>
                <a:spcPct val="115000"/>
              </a:lnSpc>
              <a:spcBef>
                <a:spcPts val="1416"/>
              </a:spcBef>
              <a:spcAft>
                <a:spcPts val="1600"/>
              </a:spcAft>
              <a:buNone/>
            </a:pPr>
            <a:r>
              <a:t/>
            </a:r>
            <a:endParaRPr b="1" sz="1800">
              <a:latin typeface="Roboto"/>
              <a:ea typeface="Roboto"/>
              <a:cs typeface="Roboto"/>
              <a:sym typeface="Roboto"/>
            </a:endParaRPr>
          </a:p>
        </p:txBody>
      </p:sp>
      <p:sp>
        <p:nvSpPr>
          <p:cNvPr id="400" name="Google Shape;400;p19"/>
          <p:cNvSpPr txBox="1"/>
          <p:nvPr/>
        </p:nvSpPr>
        <p:spPr>
          <a:xfrm>
            <a:off x="2685012" y="3130051"/>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592">
                <a:solidFill>
                  <a:schemeClr val="dk1"/>
                </a:solidFill>
                <a:latin typeface="Roboto"/>
                <a:ea typeface="Roboto"/>
                <a:cs typeface="Roboto"/>
                <a:sym typeface="Roboto"/>
              </a:rPr>
              <a:t>Ubicación y accesibilidad</a:t>
            </a:r>
            <a:endParaRPr b="1" sz="1592">
              <a:solidFill>
                <a:schemeClr val="dk1"/>
              </a:solidFill>
              <a:latin typeface="Roboto"/>
              <a:ea typeface="Roboto"/>
              <a:cs typeface="Roboto"/>
              <a:sym typeface="Roboto"/>
            </a:endParaRPr>
          </a:p>
          <a:p>
            <a:pPr indent="0" lvl="0" marL="0" rtl="0" algn="ctr">
              <a:lnSpc>
                <a:spcPct val="115000"/>
              </a:lnSpc>
              <a:spcBef>
                <a:spcPts val="1416"/>
              </a:spcBef>
              <a:spcAft>
                <a:spcPts val="1600"/>
              </a:spcAft>
              <a:buNone/>
            </a:pPr>
            <a:r>
              <a:t/>
            </a:r>
            <a:endParaRPr b="1" sz="1800">
              <a:latin typeface="Roboto"/>
              <a:ea typeface="Roboto"/>
              <a:cs typeface="Roboto"/>
              <a:sym typeface="Roboto"/>
            </a:endParaRPr>
          </a:p>
        </p:txBody>
      </p:sp>
      <p:sp>
        <p:nvSpPr>
          <p:cNvPr id="401" name="Google Shape;401;p19"/>
          <p:cNvSpPr txBox="1"/>
          <p:nvPr/>
        </p:nvSpPr>
        <p:spPr>
          <a:xfrm>
            <a:off x="6640812" y="3130051"/>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800">
                <a:solidFill>
                  <a:schemeClr val="dk1"/>
                </a:solidFill>
                <a:latin typeface="Roboto"/>
                <a:ea typeface="Roboto"/>
                <a:cs typeface="Roboto"/>
                <a:sym typeface="Roboto"/>
              </a:rPr>
              <a:t>Popularidad</a:t>
            </a:r>
            <a:endParaRPr b="1" sz="1800">
              <a:solidFill>
                <a:schemeClr val="dk1"/>
              </a:solidFill>
              <a:latin typeface="Roboto"/>
              <a:ea typeface="Roboto"/>
              <a:cs typeface="Roboto"/>
              <a:sym typeface="Roboto"/>
            </a:endParaRPr>
          </a:p>
          <a:p>
            <a:pPr indent="0" lvl="0" marL="0" rtl="0" algn="ctr">
              <a:lnSpc>
                <a:spcPct val="115000"/>
              </a:lnSpc>
              <a:spcBef>
                <a:spcPts val="1600"/>
              </a:spcBef>
              <a:spcAft>
                <a:spcPts val="1600"/>
              </a:spcAft>
              <a:buNone/>
            </a:pPr>
            <a:r>
              <a:t/>
            </a:r>
            <a:endParaRPr b="1" sz="1800">
              <a:latin typeface="Roboto"/>
              <a:ea typeface="Roboto"/>
              <a:cs typeface="Roboto"/>
              <a:sym typeface="Roboto"/>
            </a:endParaRPr>
          </a:p>
        </p:txBody>
      </p:sp>
      <p:sp>
        <p:nvSpPr>
          <p:cNvPr id="402" name="Google Shape;402;p19"/>
          <p:cNvSpPr txBox="1"/>
          <p:nvPr/>
        </p:nvSpPr>
        <p:spPr>
          <a:xfrm>
            <a:off x="4656012" y="3130051"/>
            <a:ext cx="1789200" cy="47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592">
                <a:solidFill>
                  <a:schemeClr val="dk1"/>
                </a:solidFill>
                <a:latin typeface="Roboto"/>
                <a:ea typeface="Roboto"/>
                <a:cs typeface="Roboto"/>
                <a:sym typeface="Roboto"/>
              </a:rPr>
              <a:t>Calidad y tipo de construcción</a:t>
            </a:r>
            <a:endParaRPr b="1" sz="1592">
              <a:solidFill>
                <a:schemeClr val="dk1"/>
              </a:solidFill>
              <a:latin typeface="Roboto"/>
              <a:ea typeface="Roboto"/>
              <a:cs typeface="Roboto"/>
              <a:sym typeface="Roboto"/>
            </a:endParaRPr>
          </a:p>
          <a:p>
            <a:pPr indent="0" lvl="0" marL="0" rtl="0" algn="ctr">
              <a:lnSpc>
                <a:spcPct val="115000"/>
              </a:lnSpc>
              <a:spcBef>
                <a:spcPts val="1416"/>
              </a:spcBef>
              <a:spcAft>
                <a:spcPts val="1600"/>
              </a:spcAft>
              <a:buNone/>
            </a:pPr>
            <a:r>
              <a:t/>
            </a:r>
            <a:endParaRPr b="1" sz="1800">
              <a:latin typeface="Roboto"/>
              <a:ea typeface="Roboto"/>
              <a:cs typeface="Roboto"/>
              <a:sym typeface="Roboto"/>
            </a:endParaRPr>
          </a:p>
        </p:txBody>
      </p:sp>
      <p:sp>
        <p:nvSpPr>
          <p:cNvPr id="403" name="Google Shape;403;p19"/>
          <p:cNvSpPr/>
          <p:nvPr/>
        </p:nvSpPr>
        <p:spPr>
          <a:xfrm rot="-367321">
            <a:off x="1709210" y="1609521"/>
            <a:ext cx="365400" cy="458624"/>
          </a:xfrm>
          <a:custGeom>
            <a:rect b="b" l="l" r="r" t="t"/>
            <a:pathLst>
              <a:path extrusionOk="0" h="32607" w="25979">
                <a:moveTo>
                  <a:pt x="2024" y="1"/>
                </a:moveTo>
                <a:cubicBezTo>
                  <a:pt x="1380" y="1"/>
                  <a:pt x="753" y="95"/>
                  <a:pt x="167" y="344"/>
                </a:cubicBezTo>
                <a:cubicBezTo>
                  <a:pt x="34" y="378"/>
                  <a:pt x="0" y="544"/>
                  <a:pt x="134" y="611"/>
                </a:cubicBezTo>
                <a:cubicBezTo>
                  <a:pt x="1602" y="1412"/>
                  <a:pt x="3169" y="2045"/>
                  <a:pt x="4737" y="2512"/>
                </a:cubicBezTo>
                <a:cubicBezTo>
                  <a:pt x="6272" y="2979"/>
                  <a:pt x="7606" y="3747"/>
                  <a:pt x="9074" y="4347"/>
                </a:cubicBezTo>
                <a:cubicBezTo>
                  <a:pt x="12443" y="5715"/>
                  <a:pt x="14711" y="7216"/>
                  <a:pt x="16846" y="10218"/>
                </a:cubicBezTo>
                <a:cubicBezTo>
                  <a:pt x="18881" y="13087"/>
                  <a:pt x="19848" y="16489"/>
                  <a:pt x="20015" y="19992"/>
                </a:cubicBezTo>
                <a:cubicBezTo>
                  <a:pt x="20148" y="22894"/>
                  <a:pt x="19214" y="25929"/>
                  <a:pt x="18614" y="28865"/>
                </a:cubicBezTo>
                <a:cubicBezTo>
                  <a:pt x="18380" y="28464"/>
                  <a:pt x="18213" y="28031"/>
                  <a:pt x="18013" y="27630"/>
                </a:cubicBezTo>
                <a:cubicBezTo>
                  <a:pt x="17513" y="26663"/>
                  <a:pt x="16912" y="26096"/>
                  <a:pt x="16212" y="25329"/>
                </a:cubicBezTo>
                <a:cubicBezTo>
                  <a:pt x="16082" y="25190"/>
                  <a:pt x="15932" y="25130"/>
                  <a:pt x="15785" y="25130"/>
                </a:cubicBezTo>
                <a:cubicBezTo>
                  <a:pt x="15404" y="25130"/>
                  <a:pt x="15048" y="25529"/>
                  <a:pt x="15145" y="25963"/>
                </a:cubicBezTo>
                <a:cubicBezTo>
                  <a:pt x="15569" y="27924"/>
                  <a:pt x="16699" y="32607"/>
                  <a:pt x="19349" y="32607"/>
                </a:cubicBezTo>
                <a:cubicBezTo>
                  <a:pt x="19403" y="32607"/>
                  <a:pt x="19458" y="32605"/>
                  <a:pt x="19514" y="32601"/>
                </a:cubicBezTo>
                <a:cubicBezTo>
                  <a:pt x="20782" y="32534"/>
                  <a:pt x="22049" y="31366"/>
                  <a:pt x="22883" y="30532"/>
                </a:cubicBezTo>
                <a:cubicBezTo>
                  <a:pt x="23817" y="29532"/>
                  <a:pt x="25185" y="29232"/>
                  <a:pt x="25685" y="27831"/>
                </a:cubicBezTo>
                <a:cubicBezTo>
                  <a:pt x="25979" y="27004"/>
                  <a:pt x="25249" y="26412"/>
                  <a:pt x="24519" y="26412"/>
                </a:cubicBezTo>
                <a:cubicBezTo>
                  <a:pt x="24335" y="26412"/>
                  <a:pt x="24152" y="26449"/>
                  <a:pt x="23984" y="26530"/>
                </a:cubicBezTo>
                <a:cubicBezTo>
                  <a:pt x="23250" y="26897"/>
                  <a:pt x="22450" y="27163"/>
                  <a:pt x="21749" y="27630"/>
                </a:cubicBezTo>
                <a:cubicBezTo>
                  <a:pt x="21616" y="27730"/>
                  <a:pt x="21516" y="27831"/>
                  <a:pt x="21416" y="27931"/>
                </a:cubicBezTo>
                <a:cubicBezTo>
                  <a:pt x="21582" y="27197"/>
                  <a:pt x="21683" y="26430"/>
                  <a:pt x="21849" y="25662"/>
                </a:cubicBezTo>
                <a:cubicBezTo>
                  <a:pt x="22216" y="23861"/>
                  <a:pt x="22683" y="22160"/>
                  <a:pt x="22617" y="20292"/>
                </a:cubicBezTo>
                <a:cubicBezTo>
                  <a:pt x="22483" y="16422"/>
                  <a:pt x="21516" y="12386"/>
                  <a:pt x="19247" y="9184"/>
                </a:cubicBezTo>
                <a:cubicBezTo>
                  <a:pt x="17179" y="6248"/>
                  <a:pt x="14744" y="3913"/>
                  <a:pt x="11308" y="2646"/>
                </a:cubicBezTo>
                <a:cubicBezTo>
                  <a:pt x="9574" y="1979"/>
                  <a:pt x="7806" y="1111"/>
                  <a:pt x="6005" y="678"/>
                </a:cubicBezTo>
                <a:cubicBezTo>
                  <a:pt x="4766" y="408"/>
                  <a:pt x="3361" y="1"/>
                  <a:pt x="20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flipH="1" rot="5834398">
            <a:off x="6719621" y="1800456"/>
            <a:ext cx="519576" cy="285386"/>
          </a:xfrm>
          <a:custGeom>
            <a:rect b="b" l="l" r="r" t="t"/>
            <a:pathLst>
              <a:path extrusionOk="0" h="20291" w="36942">
                <a:moveTo>
                  <a:pt x="31533" y="1"/>
                </a:moveTo>
                <a:cubicBezTo>
                  <a:pt x="30485" y="1"/>
                  <a:pt x="29624" y="988"/>
                  <a:pt x="28838" y="1570"/>
                </a:cubicBezTo>
                <a:cubicBezTo>
                  <a:pt x="27304" y="2671"/>
                  <a:pt x="26370" y="3738"/>
                  <a:pt x="25202" y="5139"/>
                </a:cubicBezTo>
                <a:cubicBezTo>
                  <a:pt x="24885" y="5514"/>
                  <a:pt x="25216" y="6013"/>
                  <a:pt x="25634" y="6013"/>
                </a:cubicBezTo>
                <a:cubicBezTo>
                  <a:pt x="25700" y="6013"/>
                  <a:pt x="25768" y="6000"/>
                  <a:pt x="25836" y="5973"/>
                </a:cubicBezTo>
                <a:cubicBezTo>
                  <a:pt x="26937" y="5573"/>
                  <a:pt x="27938" y="4939"/>
                  <a:pt x="28972" y="4372"/>
                </a:cubicBezTo>
                <a:cubicBezTo>
                  <a:pt x="29172" y="4239"/>
                  <a:pt x="29472" y="4105"/>
                  <a:pt x="29739" y="3972"/>
                </a:cubicBezTo>
                <a:lnTo>
                  <a:pt x="29739" y="3972"/>
                </a:lnTo>
                <a:cubicBezTo>
                  <a:pt x="29706" y="4172"/>
                  <a:pt x="29639" y="4405"/>
                  <a:pt x="29572" y="4639"/>
                </a:cubicBezTo>
                <a:cubicBezTo>
                  <a:pt x="28938" y="6240"/>
                  <a:pt x="28104" y="7474"/>
                  <a:pt x="26870" y="8642"/>
                </a:cubicBezTo>
                <a:cubicBezTo>
                  <a:pt x="24569" y="10877"/>
                  <a:pt x="22200" y="12144"/>
                  <a:pt x="19432" y="13712"/>
                </a:cubicBezTo>
                <a:cubicBezTo>
                  <a:pt x="16496" y="15346"/>
                  <a:pt x="13027" y="16948"/>
                  <a:pt x="9725" y="17581"/>
                </a:cubicBezTo>
                <a:cubicBezTo>
                  <a:pt x="7591" y="17978"/>
                  <a:pt x="5181" y="18431"/>
                  <a:pt x="2892" y="18431"/>
                </a:cubicBezTo>
                <a:cubicBezTo>
                  <a:pt x="2103" y="18431"/>
                  <a:pt x="1329" y="18377"/>
                  <a:pt x="585" y="18249"/>
                </a:cubicBezTo>
                <a:cubicBezTo>
                  <a:pt x="561" y="18244"/>
                  <a:pt x="538" y="18242"/>
                  <a:pt x="516" y="18242"/>
                </a:cubicBezTo>
                <a:cubicBezTo>
                  <a:pt x="216" y="18242"/>
                  <a:pt x="1" y="18634"/>
                  <a:pt x="218" y="18882"/>
                </a:cubicBezTo>
                <a:cubicBezTo>
                  <a:pt x="1094" y="19996"/>
                  <a:pt x="2840" y="20290"/>
                  <a:pt x="4607" y="20290"/>
                </a:cubicBezTo>
                <a:cubicBezTo>
                  <a:pt x="6069" y="20290"/>
                  <a:pt x="7545" y="20089"/>
                  <a:pt x="8557" y="19983"/>
                </a:cubicBezTo>
                <a:cubicBezTo>
                  <a:pt x="12326" y="19549"/>
                  <a:pt x="16196" y="18115"/>
                  <a:pt x="19532" y="16314"/>
                </a:cubicBezTo>
                <a:cubicBezTo>
                  <a:pt x="22567" y="14679"/>
                  <a:pt x="25569" y="13278"/>
                  <a:pt x="28071" y="10843"/>
                </a:cubicBezTo>
                <a:cubicBezTo>
                  <a:pt x="29439" y="9476"/>
                  <a:pt x="30406" y="8442"/>
                  <a:pt x="31240" y="6707"/>
                </a:cubicBezTo>
                <a:cubicBezTo>
                  <a:pt x="31607" y="5940"/>
                  <a:pt x="32041" y="5139"/>
                  <a:pt x="32274" y="4305"/>
                </a:cubicBezTo>
                <a:cubicBezTo>
                  <a:pt x="32307" y="4205"/>
                  <a:pt x="32341" y="4105"/>
                  <a:pt x="32374" y="4005"/>
                </a:cubicBezTo>
                <a:cubicBezTo>
                  <a:pt x="32741" y="4372"/>
                  <a:pt x="33141" y="4739"/>
                  <a:pt x="33475" y="5072"/>
                </a:cubicBezTo>
                <a:cubicBezTo>
                  <a:pt x="34242" y="5840"/>
                  <a:pt x="34776" y="6707"/>
                  <a:pt x="35877" y="6874"/>
                </a:cubicBezTo>
                <a:cubicBezTo>
                  <a:pt x="35915" y="6878"/>
                  <a:pt x="35953" y="6880"/>
                  <a:pt x="35990" y="6880"/>
                </a:cubicBezTo>
                <a:cubicBezTo>
                  <a:pt x="36535" y="6880"/>
                  <a:pt x="36942" y="6437"/>
                  <a:pt x="36911" y="5906"/>
                </a:cubicBezTo>
                <a:cubicBezTo>
                  <a:pt x="36811" y="4439"/>
                  <a:pt x="36043" y="3705"/>
                  <a:pt x="35009" y="2737"/>
                </a:cubicBezTo>
                <a:cubicBezTo>
                  <a:pt x="34142" y="1904"/>
                  <a:pt x="33175" y="402"/>
                  <a:pt x="32007" y="69"/>
                </a:cubicBezTo>
                <a:cubicBezTo>
                  <a:pt x="31845" y="22"/>
                  <a:pt x="31687" y="1"/>
                  <a:pt x="315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rot="9900179">
            <a:off x="4865546" y="2459984"/>
            <a:ext cx="365437" cy="458670"/>
          </a:xfrm>
          <a:custGeom>
            <a:rect b="b" l="l" r="r" t="t"/>
            <a:pathLst>
              <a:path extrusionOk="0" h="32607" w="25979">
                <a:moveTo>
                  <a:pt x="2024" y="1"/>
                </a:moveTo>
                <a:cubicBezTo>
                  <a:pt x="1380" y="1"/>
                  <a:pt x="753" y="95"/>
                  <a:pt x="167" y="344"/>
                </a:cubicBezTo>
                <a:cubicBezTo>
                  <a:pt x="34" y="378"/>
                  <a:pt x="0" y="544"/>
                  <a:pt x="134" y="611"/>
                </a:cubicBezTo>
                <a:cubicBezTo>
                  <a:pt x="1602" y="1412"/>
                  <a:pt x="3169" y="2045"/>
                  <a:pt x="4737" y="2512"/>
                </a:cubicBezTo>
                <a:cubicBezTo>
                  <a:pt x="6272" y="2979"/>
                  <a:pt x="7606" y="3747"/>
                  <a:pt x="9074" y="4347"/>
                </a:cubicBezTo>
                <a:cubicBezTo>
                  <a:pt x="12443" y="5715"/>
                  <a:pt x="14711" y="7216"/>
                  <a:pt x="16846" y="10218"/>
                </a:cubicBezTo>
                <a:cubicBezTo>
                  <a:pt x="18881" y="13087"/>
                  <a:pt x="19848" y="16489"/>
                  <a:pt x="20015" y="19992"/>
                </a:cubicBezTo>
                <a:cubicBezTo>
                  <a:pt x="20148" y="22894"/>
                  <a:pt x="19214" y="25929"/>
                  <a:pt x="18614" y="28865"/>
                </a:cubicBezTo>
                <a:cubicBezTo>
                  <a:pt x="18380" y="28464"/>
                  <a:pt x="18213" y="28031"/>
                  <a:pt x="18013" y="27630"/>
                </a:cubicBezTo>
                <a:cubicBezTo>
                  <a:pt x="17513" y="26663"/>
                  <a:pt x="16912" y="26096"/>
                  <a:pt x="16212" y="25329"/>
                </a:cubicBezTo>
                <a:cubicBezTo>
                  <a:pt x="16082" y="25190"/>
                  <a:pt x="15932" y="25130"/>
                  <a:pt x="15785" y="25130"/>
                </a:cubicBezTo>
                <a:cubicBezTo>
                  <a:pt x="15404" y="25130"/>
                  <a:pt x="15048" y="25529"/>
                  <a:pt x="15145" y="25963"/>
                </a:cubicBezTo>
                <a:cubicBezTo>
                  <a:pt x="15569" y="27924"/>
                  <a:pt x="16699" y="32607"/>
                  <a:pt x="19349" y="32607"/>
                </a:cubicBezTo>
                <a:cubicBezTo>
                  <a:pt x="19403" y="32607"/>
                  <a:pt x="19458" y="32605"/>
                  <a:pt x="19514" y="32601"/>
                </a:cubicBezTo>
                <a:cubicBezTo>
                  <a:pt x="20782" y="32534"/>
                  <a:pt x="22049" y="31366"/>
                  <a:pt x="22883" y="30532"/>
                </a:cubicBezTo>
                <a:cubicBezTo>
                  <a:pt x="23817" y="29532"/>
                  <a:pt x="25185" y="29232"/>
                  <a:pt x="25685" y="27831"/>
                </a:cubicBezTo>
                <a:cubicBezTo>
                  <a:pt x="25979" y="27004"/>
                  <a:pt x="25249" y="26412"/>
                  <a:pt x="24519" y="26412"/>
                </a:cubicBezTo>
                <a:cubicBezTo>
                  <a:pt x="24335" y="26412"/>
                  <a:pt x="24152" y="26449"/>
                  <a:pt x="23984" y="26530"/>
                </a:cubicBezTo>
                <a:cubicBezTo>
                  <a:pt x="23250" y="26897"/>
                  <a:pt x="22450" y="27163"/>
                  <a:pt x="21749" y="27630"/>
                </a:cubicBezTo>
                <a:cubicBezTo>
                  <a:pt x="21616" y="27730"/>
                  <a:pt x="21516" y="27831"/>
                  <a:pt x="21416" y="27931"/>
                </a:cubicBezTo>
                <a:cubicBezTo>
                  <a:pt x="21582" y="27197"/>
                  <a:pt x="21683" y="26430"/>
                  <a:pt x="21849" y="25662"/>
                </a:cubicBezTo>
                <a:cubicBezTo>
                  <a:pt x="22216" y="23861"/>
                  <a:pt x="22683" y="22160"/>
                  <a:pt x="22617" y="20292"/>
                </a:cubicBezTo>
                <a:cubicBezTo>
                  <a:pt x="22483" y="16422"/>
                  <a:pt x="21516" y="12386"/>
                  <a:pt x="19247" y="9184"/>
                </a:cubicBezTo>
                <a:cubicBezTo>
                  <a:pt x="17179" y="6248"/>
                  <a:pt x="14744" y="3913"/>
                  <a:pt x="11308" y="2646"/>
                </a:cubicBezTo>
                <a:cubicBezTo>
                  <a:pt x="9574" y="1979"/>
                  <a:pt x="7806" y="1111"/>
                  <a:pt x="6005" y="678"/>
                </a:cubicBezTo>
                <a:cubicBezTo>
                  <a:pt x="4766" y="408"/>
                  <a:pt x="3361" y="1"/>
                  <a:pt x="20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flipH="1" rot="-6170287">
            <a:off x="3940503" y="2389726"/>
            <a:ext cx="519555" cy="285374"/>
          </a:xfrm>
          <a:custGeom>
            <a:rect b="b" l="l" r="r" t="t"/>
            <a:pathLst>
              <a:path extrusionOk="0" h="20291" w="36942">
                <a:moveTo>
                  <a:pt x="31533" y="1"/>
                </a:moveTo>
                <a:cubicBezTo>
                  <a:pt x="30485" y="1"/>
                  <a:pt x="29624" y="988"/>
                  <a:pt x="28838" y="1570"/>
                </a:cubicBezTo>
                <a:cubicBezTo>
                  <a:pt x="27304" y="2671"/>
                  <a:pt x="26370" y="3738"/>
                  <a:pt x="25202" y="5139"/>
                </a:cubicBezTo>
                <a:cubicBezTo>
                  <a:pt x="24885" y="5514"/>
                  <a:pt x="25216" y="6013"/>
                  <a:pt x="25634" y="6013"/>
                </a:cubicBezTo>
                <a:cubicBezTo>
                  <a:pt x="25700" y="6013"/>
                  <a:pt x="25768" y="6000"/>
                  <a:pt x="25836" y="5973"/>
                </a:cubicBezTo>
                <a:cubicBezTo>
                  <a:pt x="26937" y="5573"/>
                  <a:pt x="27938" y="4939"/>
                  <a:pt x="28972" y="4372"/>
                </a:cubicBezTo>
                <a:cubicBezTo>
                  <a:pt x="29172" y="4239"/>
                  <a:pt x="29472" y="4105"/>
                  <a:pt x="29739" y="3972"/>
                </a:cubicBezTo>
                <a:lnTo>
                  <a:pt x="29739" y="3972"/>
                </a:lnTo>
                <a:cubicBezTo>
                  <a:pt x="29706" y="4172"/>
                  <a:pt x="29639" y="4405"/>
                  <a:pt x="29572" y="4639"/>
                </a:cubicBezTo>
                <a:cubicBezTo>
                  <a:pt x="28938" y="6240"/>
                  <a:pt x="28104" y="7474"/>
                  <a:pt x="26870" y="8642"/>
                </a:cubicBezTo>
                <a:cubicBezTo>
                  <a:pt x="24569" y="10877"/>
                  <a:pt x="22200" y="12144"/>
                  <a:pt x="19432" y="13712"/>
                </a:cubicBezTo>
                <a:cubicBezTo>
                  <a:pt x="16496" y="15346"/>
                  <a:pt x="13027" y="16948"/>
                  <a:pt x="9725" y="17581"/>
                </a:cubicBezTo>
                <a:cubicBezTo>
                  <a:pt x="7591" y="17978"/>
                  <a:pt x="5181" y="18431"/>
                  <a:pt x="2892" y="18431"/>
                </a:cubicBezTo>
                <a:cubicBezTo>
                  <a:pt x="2103" y="18431"/>
                  <a:pt x="1329" y="18377"/>
                  <a:pt x="585" y="18249"/>
                </a:cubicBezTo>
                <a:cubicBezTo>
                  <a:pt x="561" y="18244"/>
                  <a:pt x="538" y="18242"/>
                  <a:pt x="516" y="18242"/>
                </a:cubicBezTo>
                <a:cubicBezTo>
                  <a:pt x="216" y="18242"/>
                  <a:pt x="1" y="18634"/>
                  <a:pt x="218" y="18882"/>
                </a:cubicBezTo>
                <a:cubicBezTo>
                  <a:pt x="1094" y="19996"/>
                  <a:pt x="2840" y="20290"/>
                  <a:pt x="4607" y="20290"/>
                </a:cubicBezTo>
                <a:cubicBezTo>
                  <a:pt x="6069" y="20290"/>
                  <a:pt x="7545" y="20089"/>
                  <a:pt x="8557" y="19983"/>
                </a:cubicBezTo>
                <a:cubicBezTo>
                  <a:pt x="12326" y="19549"/>
                  <a:pt x="16196" y="18115"/>
                  <a:pt x="19532" y="16314"/>
                </a:cubicBezTo>
                <a:cubicBezTo>
                  <a:pt x="22567" y="14679"/>
                  <a:pt x="25569" y="13278"/>
                  <a:pt x="28071" y="10843"/>
                </a:cubicBezTo>
                <a:cubicBezTo>
                  <a:pt x="29439" y="9476"/>
                  <a:pt x="30406" y="8442"/>
                  <a:pt x="31240" y="6707"/>
                </a:cubicBezTo>
                <a:cubicBezTo>
                  <a:pt x="31607" y="5940"/>
                  <a:pt x="32041" y="5139"/>
                  <a:pt x="32274" y="4305"/>
                </a:cubicBezTo>
                <a:cubicBezTo>
                  <a:pt x="32307" y="4205"/>
                  <a:pt x="32341" y="4105"/>
                  <a:pt x="32374" y="4005"/>
                </a:cubicBezTo>
                <a:cubicBezTo>
                  <a:pt x="32741" y="4372"/>
                  <a:pt x="33141" y="4739"/>
                  <a:pt x="33475" y="5072"/>
                </a:cubicBezTo>
                <a:cubicBezTo>
                  <a:pt x="34242" y="5840"/>
                  <a:pt x="34776" y="6707"/>
                  <a:pt x="35877" y="6874"/>
                </a:cubicBezTo>
                <a:cubicBezTo>
                  <a:pt x="35915" y="6878"/>
                  <a:pt x="35953" y="6880"/>
                  <a:pt x="35990" y="6880"/>
                </a:cubicBezTo>
                <a:cubicBezTo>
                  <a:pt x="36535" y="6880"/>
                  <a:pt x="36942" y="6437"/>
                  <a:pt x="36911" y="5906"/>
                </a:cubicBezTo>
                <a:cubicBezTo>
                  <a:pt x="36811" y="4439"/>
                  <a:pt x="36043" y="3705"/>
                  <a:pt x="35009" y="2737"/>
                </a:cubicBezTo>
                <a:cubicBezTo>
                  <a:pt x="34142" y="1904"/>
                  <a:pt x="33175" y="402"/>
                  <a:pt x="32007" y="69"/>
                </a:cubicBezTo>
                <a:cubicBezTo>
                  <a:pt x="31845" y="22"/>
                  <a:pt x="31687" y="1"/>
                  <a:pt x="315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7" name="Google Shape;407;p19">
            <a:hlinkClick r:id="rId3"/>
          </p:cNvPr>
          <p:cNvPicPr preferRelativeResize="0"/>
          <p:nvPr/>
        </p:nvPicPr>
        <p:blipFill>
          <a:blip r:embed="rId4">
            <a:alphaModFix/>
          </a:blip>
          <a:stretch>
            <a:fillRect/>
          </a:stretch>
        </p:blipFill>
        <p:spPr>
          <a:xfrm>
            <a:off x="3713098" y="4258152"/>
            <a:ext cx="1717825" cy="4530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0"/>
          <p:cNvSpPr txBox="1"/>
          <p:nvPr>
            <p:ph type="title"/>
          </p:nvPr>
        </p:nvSpPr>
        <p:spPr>
          <a:xfrm>
            <a:off x="344214"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1</a:t>
            </a:r>
            <a:endParaRPr/>
          </a:p>
        </p:txBody>
      </p:sp>
      <p:sp>
        <p:nvSpPr>
          <p:cNvPr id="413" name="Google Shape;413;p20"/>
          <p:cNvSpPr txBox="1"/>
          <p:nvPr>
            <p:ph type="title"/>
          </p:nvPr>
        </p:nvSpPr>
        <p:spPr>
          <a:xfrm>
            <a:off x="5306489"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2</a:t>
            </a:r>
            <a:endParaRPr/>
          </a:p>
        </p:txBody>
      </p:sp>
      <p:sp>
        <p:nvSpPr>
          <p:cNvPr id="414" name="Google Shape;414;p20"/>
          <p:cNvSpPr txBox="1"/>
          <p:nvPr/>
        </p:nvSpPr>
        <p:spPr>
          <a:xfrm>
            <a:off x="326225" y="658800"/>
            <a:ext cx="3652800" cy="89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600"/>
              </a:spcAft>
              <a:buNone/>
            </a:pPr>
            <a:r>
              <a:rPr lang="en">
                <a:solidFill>
                  <a:srgbClr val="1F1F1F"/>
                </a:solidFill>
                <a:highlight>
                  <a:srgbClr val="FFFFFF"/>
                </a:highlight>
                <a:latin typeface="Roboto"/>
                <a:ea typeface="Roboto"/>
                <a:cs typeface="Roboto"/>
                <a:sym typeface="Roboto"/>
              </a:rPr>
              <a:t>“</a:t>
            </a:r>
            <a:r>
              <a:rPr lang="en">
                <a:solidFill>
                  <a:srgbClr val="1F1F1F"/>
                </a:solidFill>
                <a:highlight>
                  <a:srgbClr val="FFFFFF"/>
                </a:highlight>
                <a:latin typeface="Roboto"/>
                <a:ea typeface="Roboto"/>
                <a:cs typeface="Roboto"/>
                <a:sym typeface="Roboto"/>
              </a:rPr>
              <a:t>Los departamentos de menos ambientes presentan un precio </a:t>
            </a:r>
            <a:r>
              <a:rPr lang="en">
                <a:latin typeface="Roboto"/>
                <a:ea typeface="Roboto"/>
                <a:cs typeface="Roboto"/>
                <a:sym typeface="Roboto"/>
              </a:rPr>
              <a:t>por</a:t>
            </a:r>
            <a:r>
              <a:rPr lang="en">
                <a:solidFill>
                  <a:srgbClr val="1F1F1F"/>
                </a:solidFill>
                <a:highlight>
                  <a:srgbClr val="FFFFFF"/>
                </a:highlight>
                <a:latin typeface="Roboto"/>
                <a:ea typeface="Roboto"/>
                <a:cs typeface="Roboto"/>
                <a:sym typeface="Roboto"/>
              </a:rPr>
              <a:t> m² más alto que los de mayor tamaño”</a:t>
            </a:r>
            <a:endParaRPr>
              <a:latin typeface="Roboto"/>
              <a:ea typeface="Roboto"/>
              <a:cs typeface="Roboto"/>
              <a:sym typeface="Roboto"/>
            </a:endParaRPr>
          </a:p>
        </p:txBody>
      </p:sp>
      <p:sp>
        <p:nvSpPr>
          <p:cNvPr id="415" name="Google Shape;415;p20"/>
          <p:cNvSpPr txBox="1"/>
          <p:nvPr/>
        </p:nvSpPr>
        <p:spPr>
          <a:xfrm>
            <a:off x="166750" y="3653400"/>
            <a:ext cx="41103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
                <a:solidFill>
                  <a:srgbClr val="1F1F1F"/>
                </a:solidFill>
                <a:highlight>
                  <a:srgbClr val="FFFFFF"/>
                </a:highlight>
                <a:latin typeface="Roboto"/>
                <a:ea typeface="Roboto"/>
                <a:cs typeface="Roboto"/>
                <a:sym typeface="Roboto"/>
              </a:rPr>
              <a:t>El precio p</a:t>
            </a:r>
            <a:r>
              <a:rPr lang="en">
                <a:solidFill>
                  <a:schemeClr val="dk1"/>
                </a:solidFill>
                <a:latin typeface="Roboto"/>
                <a:ea typeface="Roboto"/>
                <a:cs typeface="Roboto"/>
                <a:sym typeface="Roboto"/>
              </a:rPr>
              <a:t>or</a:t>
            </a:r>
            <a:r>
              <a:rPr lang="en">
                <a:solidFill>
                  <a:srgbClr val="1F1F1F"/>
                </a:solidFill>
                <a:highlight>
                  <a:schemeClr val="lt1"/>
                </a:highlight>
                <a:latin typeface="Roboto"/>
                <a:ea typeface="Roboto"/>
                <a:cs typeface="Roboto"/>
                <a:sym typeface="Roboto"/>
              </a:rPr>
              <a:t> m² </a:t>
            </a:r>
            <a:r>
              <a:rPr lang="en">
                <a:solidFill>
                  <a:srgbClr val="1F1F1F"/>
                </a:solidFill>
                <a:highlight>
                  <a:srgbClr val="FFFFFF"/>
                </a:highlight>
                <a:latin typeface="Roboto"/>
                <a:ea typeface="Roboto"/>
                <a:cs typeface="Roboto"/>
                <a:sym typeface="Roboto"/>
              </a:rPr>
              <a:t>es mayor para departamentos con menos </a:t>
            </a:r>
            <a:r>
              <a:rPr lang="en">
                <a:solidFill>
                  <a:srgbClr val="1F1F1F"/>
                </a:solidFill>
                <a:highlight>
                  <a:srgbClr val="FFFFFF"/>
                </a:highlight>
                <a:latin typeface="Roboto"/>
                <a:ea typeface="Roboto"/>
                <a:cs typeface="Roboto"/>
                <a:sym typeface="Roboto"/>
              </a:rPr>
              <a:t>ambientes, salvo cuando se comparan propiedades de 5 contra 6 ambientes</a:t>
            </a:r>
            <a:endParaRPr>
              <a:latin typeface="Roboto"/>
              <a:ea typeface="Roboto"/>
              <a:cs typeface="Roboto"/>
              <a:sym typeface="Roboto"/>
            </a:endParaRPr>
          </a:p>
        </p:txBody>
      </p:sp>
      <p:sp>
        <p:nvSpPr>
          <p:cNvPr id="416" name="Google Shape;416;p20"/>
          <p:cNvSpPr txBox="1"/>
          <p:nvPr/>
        </p:nvSpPr>
        <p:spPr>
          <a:xfrm>
            <a:off x="5288500" y="766650"/>
            <a:ext cx="3465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1F1F1F"/>
                </a:solidFill>
                <a:highlight>
                  <a:srgbClr val="FFFFFF"/>
                </a:highlight>
              </a:rPr>
              <a:t>“La superficie es el factor principal del precio”</a:t>
            </a:r>
            <a:endParaRPr/>
          </a:p>
        </p:txBody>
      </p:sp>
      <p:pic>
        <p:nvPicPr>
          <p:cNvPr id="417" name="Google Shape;417;p20" title="Unknown-2.png"/>
          <p:cNvPicPr preferRelativeResize="0"/>
          <p:nvPr/>
        </p:nvPicPr>
        <p:blipFill>
          <a:blip r:embed="rId3">
            <a:alphaModFix/>
          </a:blip>
          <a:stretch>
            <a:fillRect/>
          </a:stretch>
        </p:blipFill>
        <p:spPr>
          <a:xfrm>
            <a:off x="0" y="1653100"/>
            <a:ext cx="4571552" cy="1786725"/>
          </a:xfrm>
          <a:prstGeom prst="rect">
            <a:avLst/>
          </a:prstGeom>
          <a:noFill/>
          <a:ln>
            <a:noFill/>
          </a:ln>
        </p:spPr>
      </p:pic>
      <p:pic>
        <p:nvPicPr>
          <p:cNvPr id="418" name="Google Shape;418;p20" title="Captura de pantalla 2025-11-19 a la(s) 17.52.53.png"/>
          <p:cNvPicPr preferRelativeResize="0"/>
          <p:nvPr/>
        </p:nvPicPr>
        <p:blipFill>
          <a:blip r:embed="rId4">
            <a:alphaModFix/>
          </a:blip>
          <a:stretch>
            <a:fillRect/>
          </a:stretch>
        </p:blipFill>
        <p:spPr>
          <a:xfrm>
            <a:off x="5586102" y="1534650"/>
            <a:ext cx="2869806" cy="34564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1"/>
          <p:cNvSpPr txBox="1"/>
          <p:nvPr>
            <p:ph type="title"/>
          </p:nvPr>
        </p:nvSpPr>
        <p:spPr>
          <a:xfrm>
            <a:off x="344214"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3</a:t>
            </a:r>
            <a:endParaRPr/>
          </a:p>
        </p:txBody>
      </p:sp>
      <p:sp>
        <p:nvSpPr>
          <p:cNvPr id="424" name="Google Shape;424;p21"/>
          <p:cNvSpPr txBox="1"/>
          <p:nvPr>
            <p:ph type="title"/>
          </p:nvPr>
        </p:nvSpPr>
        <p:spPr>
          <a:xfrm>
            <a:off x="5306489"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4</a:t>
            </a:r>
            <a:endParaRPr/>
          </a:p>
        </p:txBody>
      </p:sp>
      <p:sp>
        <p:nvSpPr>
          <p:cNvPr id="425" name="Google Shape;425;p21"/>
          <p:cNvSpPr txBox="1"/>
          <p:nvPr/>
        </p:nvSpPr>
        <p:spPr>
          <a:xfrm>
            <a:off x="326225" y="658800"/>
            <a:ext cx="3652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1F1F1F"/>
                </a:solidFill>
                <a:highlight>
                  <a:srgbClr val="FFFFFF"/>
                </a:highlight>
                <a:latin typeface="Roboto"/>
                <a:ea typeface="Roboto"/>
                <a:cs typeface="Roboto"/>
                <a:sym typeface="Roboto"/>
              </a:rPr>
              <a:t>“La condición de renovación tiene un gran impacto en el precio”</a:t>
            </a:r>
            <a:endParaRPr>
              <a:latin typeface="Roboto"/>
              <a:ea typeface="Roboto"/>
              <a:cs typeface="Roboto"/>
              <a:sym typeface="Roboto"/>
            </a:endParaRPr>
          </a:p>
        </p:txBody>
      </p:sp>
      <p:sp>
        <p:nvSpPr>
          <p:cNvPr id="426" name="Google Shape;426;p21"/>
          <p:cNvSpPr txBox="1"/>
          <p:nvPr/>
        </p:nvSpPr>
        <p:spPr>
          <a:xfrm>
            <a:off x="326225" y="3961350"/>
            <a:ext cx="36528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
                <a:solidFill>
                  <a:srgbClr val="1F1F1F"/>
                </a:solidFill>
                <a:highlight>
                  <a:srgbClr val="FFFFFF"/>
                </a:highlight>
                <a:latin typeface="Roboto"/>
                <a:ea typeface="Roboto"/>
                <a:cs typeface="Roboto"/>
                <a:sym typeface="Roboto"/>
              </a:rPr>
              <a:t>Se puede ver que hay diferencias en algunos de los precios dependiendo de la </a:t>
            </a:r>
            <a:r>
              <a:rPr lang="en">
                <a:solidFill>
                  <a:srgbClr val="1F1F1F"/>
                </a:solidFill>
                <a:highlight>
                  <a:srgbClr val="FFFFFF"/>
                </a:highlight>
                <a:latin typeface="Roboto"/>
                <a:ea typeface="Roboto"/>
                <a:cs typeface="Roboto"/>
                <a:sym typeface="Roboto"/>
              </a:rPr>
              <a:t>condición</a:t>
            </a:r>
            <a:r>
              <a:rPr lang="en">
                <a:solidFill>
                  <a:srgbClr val="1F1F1F"/>
                </a:solidFill>
                <a:highlight>
                  <a:srgbClr val="FFFFFF"/>
                </a:highlight>
                <a:latin typeface="Roboto"/>
                <a:ea typeface="Roboto"/>
                <a:cs typeface="Roboto"/>
                <a:sym typeface="Roboto"/>
              </a:rPr>
              <a:t> de </a:t>
            </a:r>
            <a:r>
              <a:rPr lang="en">
                <a:solidFill>
                  <a:srgbClr val="1F1F1F"/>
                </a:solidFill>
                <a:highlight>
                  <a:srgbClr val="FFFFFF"/>
                </a:highlight>
                <a:latin typeface="Roboto"/>
                <a:ea typeface="Roboto"/>
                <a:cs typeface="Roboto"/>
                <a:sym typeface="Roboto"/>
              </a:rPr>
              <a:t>renovación</a:t>
            </a:r>
            <a:endParaRPr>
              <a:latin typeface="Roboto"/>
              <a:ea typeface="Roboto"/>
              <a:cs typeface="Roboto"/>
              <a:sym typeface="Roboto"/>
            </a:endParaRPr>
          </a:p>
        </p:txBody>
      </p:sp>
      <p:sp>
        <p:nvSpPr>
          <p:cNvPr id="427" name="Google Shape;427;p21"/>
          <p:cNvSpPr txBox="1"/>
          <p:nvPr/>
        </p:nvSpPr>
        <p:spPr>
          <a:xfrm>
            <a:off x="5270500" y="657463"/>
            <a:ext cx="3465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1F1F1F"/>
                </a:solidFill>
                <a:highlight>
                  <a:srgbClr val="FFFFFF"/>
                </a:highlight>
                <a:latin typeface="Roboto"/>
                <a:ea typeface="Roboto"/>
                <a:cs typeface="Roboto"/>
                <a:sym typeface="Roboto"/>
              </a:rPr>
              <a:t>“La cantidad de seguidores tiene una alta </a:t>
            </a:r>
            <a:r>
              <a:rPr lang="en">
                <a:solidFill>
                  <a:srgbClr val="1F1F1F"/>
                </a:solidFill>
                <a:highlight>
                  <a:srgbClr val="FFFFFF"/>
                </a:highlight>
                <a:latin typeface="Roboto"/>
                <a:ea typeface="Roboto"/>
                <a:cs typeface="Roboto"/>
                <a:sym typeface="Roboto"/>
              </a:rPr>
              <a:t>correlación</a:t>
            </a:r>
            <a:r>
              <a:rPr lang="en">
                <a:solidFill>
                  <a:srgbClr val="1F1F1F"/>
                </a:solidFill>
                <a:highlight>
                  <a:srgbClr val="FFFFFF"/>
                </a:highlight>
                <a:latin typeface="Roboto"/>
                <a:ea typeface="Roboto"/>
                <a:cs typeface="Roboto"/>
                <a:sym typeface="Roboto"/>
              </a:rPr>
              <a:t> con el precio por m²”</a:t>
            </a:r>
            <a:endParaRPr>
              <a:latin typeface="Roboto"/>
              <a:ea typeface="Roboto"/>
              <a:cs typeface="Roboto"/>
              <a:sym typeface="Roboto"/>
            </a:endParaRPr>
          </a:p>
        </p:txBody>
      </p:sp>
      <p:pic>
        <p:nvPicPr>
          <p:cNvPr id="428" name="Google Shape;428;p21" title="Unknown-3.png"/>
          <p:cNvPicPr preferRelativeResize="0"/>
          <p:nvPr/>
        </p:nvPicPr>
        <p:blipFill>
          <a:blip r:embed="rId3">
            <a:alphaModFix/>
          </a:blip>
          <a:stretch>
            <a:fillRect/>
          </a:stretch>
        </p:blipFill>
        <p:spPr>
          <a:xfrm>
            <a:off x="0" y="1650000"/>
            <a:ext cx="4577027" cy="1792925"/>
          </a:xfrm>
          <a:prstGeom prst="rect">
            <a:avLst/>
          </a:prstGeom>
          <a:noFill/>
          <a:ln>
            <a:noFill/>
          </a:ln>
        </p:spPr>
      </p:pic>
      <p:pic>
        <p:nvPicPr>
          <p:cNvPr id="429" name="Google Shape;429;p21" title="Unknown-5.png"/>
          <p:cNvPicPr preferRelativeResize="0"/>
          <p:nvPr/>
        </p:nvPicPr>
        <p:blipFill>
          <a:blip r:embed="rId4">
            <a:alphaModFix/>
          </a:blip>
          <a:stretch>
            <a:fillRect/>
          </a:stretch>
        </p:blipFill>
        <p:spPr>
          <a:xfrm>
            <a:off x="5178450" y="1382250"/>
            <a:ext cx="3685100" cy="2588565"/>
          </a:xfrm>
          <a:prstGeom prst="rect">
            <a:avLst/>
          </a:prstGeom>
          <a:noFill/>
          <a:ln>
            <a:noFill/>
          </a:ln>
        </p:spPr>
      </p:pic>
      <p:sp>
        <p:nvSpPr>
          <p:cNvPr id="430" name="Google Shape;430;p21"/>
          <p:cNvSpPr txBox="1"/>
          <p:nvPr/>
        </p:nvSpPr>
        <p:spPr>
          <a:xfrm>
            <a:off x="5521000" y="3961350"/>
            <a:ext cx="30000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Coeficiente de correlación de Pearson entre los seguidores y el precio: 0.2571</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2"/>
          <p:cNvSpPr txBox="1"/>
          <p:nvPr>
            <p:ph type="title"/>
          </p:nvPr>
        </p:nvSpPr>
        <p:spPr>
          <a:xfrm>
            <a:off x="344214"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5</a:t>
            </a:r>
            <a:endParaRPr/>
          </a:p>
        </p:txBody>
      </p:sp>
      <p:sp>
        <p:nvSpPr>
          <p:cNvPr id="436" name="Google Shape;436;p22"/>
          <p:cNvSpPr txBox="1"/>
          <p:nvPr>
            <p:ph type="title"/>
          </p:nvPr>
        </p:nvSpPr>
        <p:spPr>
          <a:xfrm>
            <a:off x="5306489" y="67075"/>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Hip</a:t>
            </a:r>
            <a:r>
              <a:rPr lang="en"/>
              <a:t>ó</a:t>
            </a:r>
            <a:r>
              <a:rPr lang="en"/>
              <a:t>tesis 6</a:t>
            </a:r>
            <a:endParaRPr/>
          </a:p>
        </p:txBody>
      </p:sp>
      <p:sp>
        <p:nvSpPr>
          <p:cNvPr id="437" name="Google Shape;437;p22"/>
          <p:cNvSpPr txBox="1"/>
          <p:nvPr/>
        </p:nvSpPr>
        <p:spPr>
          <a:xfrm>
            <a:off x="326225" y="658800"/>
            <a:ext cx="3652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1F1F1F"/>
                </a:solidFill>
                <a:highlight>
                  <a:srgbClr val="FFFFFF"/>
                </a:highlight>
                <a:latin typeface="Roboto"/>
                <a:ea typeface="Roboto"/>
                <a:cs typeface="Roboto"/>
                <a:sym typeface="Roboto"/>
              </a:rPr>
              <a:t>“Hay un impacto en el precio por m² por la </a:t>
            </a:r>
            <a:r>
              <a:rPr lang="en">
                <a:solidFill>
                  <a:srgbClr val="1F1F1F"/>
                </a:solidFill>
                <a:highlight>
                  <a:srgbClr val="FFFFFF"/>
                </a:highlight>
                <a:latin typeface="Roboto"/>
                <a:ea typeface="Roboto"/>
                <a:cs typeface="Roboto"/>
                <a:sym typeface="Roboto"/>
              </a:rPr>
              <a:t>cercanía</a:t>
            </a:r>
            <a:r>
              <a:rPr lang="en">
                <a:solidFill>
                  <a:srgbClr val="1F1F1F"/>
                </a:solidFill>
                <a:highlight>
                  <a:srgbClr val="FFFFFF"/>
                </a:highlight>
                <a:latin typeface="Roboto"/>
                <a:ea typeface="Roboto"/>
                <a:cs typeface="Roboto"/>
                <a:sym typeface="Roboto"/>
              </a:rPr>
              <a:t> al metro”</a:t>
            </a:r>
            <a:endParaRPr>
              <a:latin typeface="Roboto"/>
              <a:ea typeface="Roboto"/>
              <a:cs typeface="Roboto"/>
              <a:sym typeface="Roboto"/>
            </a:endParaRPr>
          </a:p>
        </p:txBody>
      </p:sp>
      <p:sp>
        <p:nvSpPr>
          <p:cNvPr id="438" name="Google Shape;438;p22"/>
          <p:cNvSpPr txBox="1"/>
          <p:nvPr/>
        </p:nvSpPr>
        <p:spPr>
          <a:xfrm>
            <a:off x="5288500" y="658800"/>
            <a:ext cx="34650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1F1F1F"/>
                </a:solidFill>
                <a:highlight>
                  <a:srgbClr val="FFFFFF"/>
                </a:highlight>
                <a:latin typeface="Roboto"/>
                <a:ea typeface="Roboto"/>
                <a:cs typeface="Roboto"/>
                <a:sym typeface="Roboto"/>
              </a:rPr>
              <a:t>“Hay determinados tipos de construcciones/edificios que solo se relacionan con ciertos rangos de construcción de los edificios”</a:t>
            </a:r>
            <a:endParaRPr>
              <a:latin typeface="Roboto"/>
              <a:ea typeface="Roboto"/>
              <a:cs typeface="Roboto"/>
              <a:sym typeface="Roboto"/>
            </a:endParaRPr>
          </a:p>
        </p:txBody>
      </p:sp>
      <p:pic>
        <p:nvPicPr>
          <p:cNvPr id="439" name="Google Shape;439;p22" title="Unknown-6.png"/>
          <p:cNvPicPr preferRelativeResize="0"/>
          <p:nvPr/>
        </p:nvPicPr>
        <p:blipFill>
          <a:blip r:embed="rId3">
            <a:alphaModFix/>
          </a:blip>
          <a:stretch>
            <a:fillRect/>
          </a:stretch>
        </p:blipFill>
        <p:spPr>
          <a:xfrm>
            <a:off x="275913" y="1418800"/>
            <a:ext cx="3565624" cy="2581800"/>
          </a:xfrm>
          <a:prstGeom prst="rect">
            <a:avLst/>
          </a:prstGeom>
          <a:noFill/>
          <a:ln>
            <a:noFill/>
          </a:ln>
        </p:spPr>
      </p:pic>
      <p:sp>
        <p:nvSpPr>
          <p:cNvPr id="440" name="Google Shape;440;p22"/>
          <p:cNvSpPr txBox="1"/>
          <p:nvPr/>
        </p:nvSpPr>
        <p:spPr>
          <a:xfrm>
            <a:off x="558725" y="4069050"/>
            <a:ext cx="3000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a:ea typeface="Roboto"/>
                <a:cs typeface="Roboto"/>
                <a:sym typeface="Roboto"/>
              </a:rPr>
              <a:t>Coeficiente de </a:t>
            </a:r>
            <a:r>
              <a:rPr lang="en">
                <a:latin typeface="Roboto"/>
                <a:ea typeface="Roboto"/>
                <a:cs typeface="Roboto"/>
                <a:sym typeface="Roboto"/>
              </a:rPr>
              <a:t>correlación</a:t>
            </a:r>
            <a:r>
              <a:rPr lang="en">
                <a:latin typeface="Roboto"/>
                <a:ea typeface="Roboto"/>
                <a:cs typeface="Roboto"/>
                <a:sym typeface="Roboto"/>
              </a:rPr>
              <a:t> de Pearson entre la distancia al subte y el precio: -0.2375</a:t>
            </a:r>
            <a:endParaRPr>
              <a:latin typeface="Roboto"/>
              <a:ea typeface="Roboto"/>
              <a:cs typeface="Roboto"/>
              <a:sym typeface="Roboto"/>
            </a:endParaRPr>
          </a:p>
        </p:txBody>
      </p:sp>
      <p:pic>
        <p:nvPicPr>
          <p:cNvPr id="441" name="Google Shape;441;p22" title="Unknown-7.png"/>
          <p:cNvPicPr preferRelativeResize="0"/>
          <p:nvPr/>
        </p:nvPicPr>
        <p:blipFill>
          <a:blip r:embed="rId4">
            <a:alphaModFix/>
          </a:blip>
          <a:stretch>
            <a:fillRect/>
          </a:stretch>
        </p:blipFill>
        <p:spPr>
          <a:xfrm>
            <a:off x="4588373" y="1857900"/>
            <a:ext cx="4403228" cy="2626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3"/>
          <p:cNvSpPr txBox="1"/>
          <p:nvPr>
            <p:ph type="title"/>
          </p:nvPr>
        </p:nvSpPr>
        <p:spPr>
          <a:xfrm>
            <a:off x="1417950" y="334449"/>
            <a:ext cx="64956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Modelo predictivo: Random Forest</a:t>
            </a:r>
            <a:endParaRPr/>
          </a:p>
        </p:txBody>
      </p:sp>
      <p:pic>
        <p:nvPicPr>
          <p:cNvPr id="447" name="Google Shape;447;p23"/>
          <p:cNvPicPr preferRelativeResize="0"/>
          <p:nvPr/>
        </p:nvPicPr>
        <p:blipFill>
          <a:blip r:embed="rId3">
            <a:alphaModFix/>
          </a:blip>
          <a:stretch>
            <a:fillRect/>
          </a:stretch>
        </p:blipFill>
        <p:spPr>
          <a:xfrm>
            <a:off x="5114575" y="1536475"/>
            <a:ext cx="3961749" cy="2604934"/>
          </a:xfrm>
          <a:prstGeom prst="rect">
            <a:avLst/>
          </a:prstGeom>
          <a:noFill/>
          <a:ln>
            <a:noFill/>
          </a:ln>
        </p:spPr>
      </p:pic>
      <p:pic>
        <p:nvPicPr>
          <p:cNvPr id="448" name="Google Shape;448;p23"/>
          <p:cNvPicPr preferRelativeResize="0"/>
          <p:nvPr/>
        </p:nvPicPr>
        <p:blipFill>
          <a:blip r:embed="rId4">
            <a:alphaModFix/>
          </a:blip>
          <a:stretch>
            <a:fillRect/>
          </a:stretch>
        </p:blipFill>
        <p:spPr>
          <a:xfrm>
            <a:off x="76062" y="1638750"/>
            <a:ext cx="3816201" cy="2509271"/>
          </a:xfrm>
          <a:prstGeom prst="rect">
            <a:avLst/>
          </a:prstGeom>
          <a:noFill/>
          <a:ln>
            <a:noFill/>
          </a:ln>
        </p:spPr>
      </p:pic>
      <p:grpSp>
        <p:nvGrpSpPr>
          <p:cNvPr id="449" name="Google Shape;449;p23"/>
          <p:cNvGrpSpPr/>
          <p:nvPr/>
        </p:nvGrpSpPr>
        <p:grpSpPr>
          <a:xfrm>
            <a:off x="4094096" y="1536466"/>
            <a:ext cx="856561" cy="3623282"/>
            <a:chOff x="4221700" y="1485900"/>
            <a:chExt cx="702272" cy="2970634"/>
          </a:xfrm>
        </p:grpSpPr>
        <p:sp>
          <p:nvSpPr>
            <p:cNvPr id="450" name="Google Shape;450;p23"/>
            <p:cNvSpPr/>
            <p:nvPr/>
          </p:nvSpPr>
          <p:spPr>
            <a:xfrm>
              <a:off x="4682043" y="2688488"/>
              <a:ext cx="6" cy="6"/>
            </a:xfrm>
            <a:custGeom>
              <a:rect b="b" l="l" r="r" t="t"/>
              <a:pathLst>
                <a:path extrusionOk="0" fill="none" h="1" w="1">
                  <a:moveTo>
                    <a:pt x="1" y="1"/>
                  </a:moveTo>
                  <a:close/>
                </a:path>
              </a:pathLst>
            </a:custGeom>
            <a:noFill/>
            <a:ln cap="flat" cmpd="sng" w="23225">
              <a:solidFill>
                <a:schemeClr val="lt1"/>
              </a:solidFill>
              <a:prstDash val="solid"/>
              <a:miter lim="33357"/>
              <a:headEnd len="sm" w="sm" type="none"/>
              <a:tailEnd len="sm" w="sm" type="none"/>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1" name="Google Shape;451;p23"/>
            <p:cNvSpPr/>
            <p:nvPr/>
          </p:nvSpPr>
          <p:spPr>
            <a:xfrm>
              <a:off x="4221700" y="1485900"/>
              <a:ext cx="702272" cy="2970634"/>
            </a:xfrm>
            <a:custGeom>
              <a:rect b="b" l="l" r="r" t="t"/>
              <a:pathLst>
                <a:path extrusionOk="0" h="301817" w="71351">
                  <a:moveTo>
                    <a:pt x="0" y="1"/>
                  </a:moveTo>
                  <a:lnTo>
                    <a:pt x="0" y="301817"/>
                  </a:lnTo>
                  <a:lnTo>
                    <a:pt x="71351" y="301817"/>
                  </a:lnTo>
                  <a:lnTo>
                    <a:pt x="71351"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2" name="Google Shape;452;p23"/>
            <p:cNvSpPr/>
            <p:nvPr/>
          </p:nvSpPr>
          <p:spPr>
            <a:xfrm>
              <a:off x="4221700" y="1485900"/>
              <a:ext cx="702272" cy="40069"/>
            </a:xfrm>
            <a:custGeom>
              <a:rect b="b" l="l" r="r" t="t"/>
              <a:pathLst>
                <a:path extrusionOk="0" h="4071" w="71351">
                  <a:moveTo>
                    <a:pt x="0" y="1"/>
                  </a:moveTo>
                  <a:lnTo>
                    <a:pt x="0" y="4070"/>
                  </a:lnTo>
                  <a:lnTo>
                    <a:pt x="71351" y="4070"/>
                  </a:lnTo>
                  <a:lnTo>
                    <a:pt x="71351"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3" name="Google Shape;453;p23"/>
            <p:cNvSpPr/>
            <p:nvPr/>
          </p:nvSpPr>
          <p:spPr>
            <a:xfrm>
              <a:off x="4221700" y="1525962"/>
              <a:ext cx="702272" cy="11171"/>
            </a:xfrm>
            <a:custGeom>
              <a:rect b="b" l="l" r="r" t="t"/>
              <a:pathLst>
                <a:path extrusionOk="0" h="1135" w="71351">
                  <a:moveTo>
                    <a:pt x="0" y="0"/>
                  </a:moveTo>
                  <a:lnTo>
                    <a:pt x="0" y="1134"/>
                  </a:lnTo>
                  <a:lnTo>
                    <a:pt x="71351" y="1134"/>
                  </a:lnTo>
                  <a:lnTo>
                    <a:pt x="71351" y="0"/>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4" name="Google Shape;454;p23"/>
            <p:cNvSpPr/>
            <p:nvPr/>
          </p:nvSpPr>
          <p:spPr>
            <a:xfrm>
              <a:off x="4266025" y="1720339"/>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5" name="Google Shape;455;p23"/>
            <p:cNvSpPr/>
            <p:nvPr/>
          </p:nvSpPr>
          <p:spPr>
            <a:xfrm>
              <a:off x="4266025" y="1584737"/>
              <a:ext cx="613631" cy="142825"/>
            </a:xfrm>
            <a:custGeom>
              <a:rect b="b" l="l" r="r" t="t"/>
              <a:pathLst>
                <a:path extrusionOk="0" h="14511" w="62345">
                  <a:moveTo>
                    <a:pt x="0" y="0"/>
                  </a:moveTo>
                  <a:lnTo>
                    <a:pt x="0" y="14510"/>
                  </a:lnTo>
                  <a:lnTo>
                    <a:pt x="62345" y="14510"/>
                  </a:lnTo>
                  <a:lnTo>
                    <a:pt x="62345" y="0"/>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6" name="Google Shape;456;p23"/>
            <p:cNvSpPr/>
            <p:nvPr/>
          </p:nvSpPr>
          <p:spPr>
            <a:xfrm>
              <a:off x="4281459" y="1601146"/>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7" name="Google Shape;457;p23"/>
            <p:cNvSpPr/>
            <p:nvPr/>
          </p:nvSpPr>
          <p:spPr>
            <a:xfrm>
              <a:off x="4381596" y="1601146"/>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8" name="Google Shape;458;p23"/>
            <p:cNvSpPr/>
            <p:nvPr/>
          </p:nvSpPr>
          <p:spPr>
            <a:xfrm>
              <a:off x="4481742" y="1601146"/>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59" name="Google Shape;459;p23"/>
            <p:cNvSpPr/>
            <p:nvPr/>
          </p:nvSpPr>
          <p:spPr>
            <a:xfrm>
              <a:off x="4581888" y="1601146"/>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0" name="Google Shape;460;p23"/>
            <p:cNvSpPr/>
            <p:nvPr/>
          </p:nvSpPr>
          <p:spPr>
            <a:xfrm>
              <a:off x="4682035" y="1601146"/>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1" name="Google Shape;461;p23"/>
            <p:cNvSpPr/>
            <p:nvPr/>
          </p:nvSpPr>
          <p:spPr>
            <a:xfrm>
              <a:off x="4782181" y="1601146"/>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2" name="Google Shape;462;p23"/>
            <p:cNvSpPr/>
            <p:nvPr/>
          </p:nvSpPr>
          <p:spPr>
            <a:xfrm>
              <a:off x="4266025" y="1916360"/>
              <a:ext cx="613631" cy="13150"/>
            </a:xfrm>
            <a:custGeom>
              <a:rect b="b" l="l" r="r" t="t"/>
              <a:pathLst>
                <a:path extrusionOk="0" h="1336"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3" name="Google Shape;463;p23"/>
            <p:cNvSpPr/>
            <p:nvPr/>
          </p:nvSpPr>
          <p:spPr>
            <a:xfrm>
              <a:off x="4266025" y="1781083"/>
              <a:ext cx="613631" cy="142825"/>
            </a:xfrm>
            <a:custGeom>
              <a:rect b="b" l="l" r="r" t="t"/>
              <a:pathLst>
                <a:path extrusionOk="0" h="14511"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4" name="Google Shape;464;p23"/>
            <p:cNvSpPr/>
            <p:nvPr/>
          </p:nvSpPr>
          <p:spPr>
            <a:xfrm>
              <a:off x="4281459" y="1797501"/>
              <a:ext cx="82086" cy="108356"/>
            </a:xfrm>
            <a:custGeom>
              <a:rect b="b" l="l" r="r" t="t"/>
              <a:pathLst>
                <a:path extrusionOk="0" h="11009" w="8340">
                  <a:moveTo>
                    <a:pt x="0" y="1"/>
                  </a:moveTo>
                  <a:lnTo>
                    <a:pt x="0" y="11008"/>
                  </a:lnTo>
                  <a:lnTo>
                    <a:pt x="8339" y="11008"/>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5" name="Google Shape;465;p23"/>
            <p:cNvSpPr/>
            <p:nvPr/>
          </p:nvSpPr>
          <p:spPr>
            <a:xfrm>
              <a:off x="4381596" y="1797501"/>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6" name="Google Shape;466;p23"/>
            <p:cNvSpPr/>
            <p:nvPr/>
          </p:nvSpPr>
          <p:spPr>
            <a:xfrm>
              <a:off x="4481742" y="1797501"/>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7" name="Google Shape;467;p23"/>
            <p:cNvSpPr/>
            <p:nvPr/>
          </p:nvSpPr>
          <p:spPr>
            <a:xfrm>
              <a:off x="4581888" y="1797501"/>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8" name="Google Shape;468;p23"/>
            <p:cNvSpPr/>
            <p:nvPr/>
          </p:nvSpPr>
          <p:spPr>
            <a:xfrm>
              <a:off x="4682035" y="1797501"/>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69" name="Google Shape;469;p23"/>
            <p:cNvSpPr/>
            <p:nvPr/>
          </p:nvSpPr>
          <p:spPr>
            <a:xfrm>
              <a:off x="4782181" y="1797501"/>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0" name="Google Shape;470;p23"/>
            <p:cNvSpPr/>
            <p:nvPr/>
          </p:nvSpPr>
          <p:spPr>
            <a:xfrm>
              <a:off x="4682035" y="1797501"/>
              <a:ext cx="63376" cy="64685"/>
            </a:xfrm>
            <a:custGeom>
              <a:rect b="b" l="l" r="r" t="t"/>
              <a:pathLst>
                <a:path extrusionOk="0" h="6572" w="6439">
                  <a:moveTo>
                    <a:pt x="1" y="1"/>
                  </a:moveTo>
                  <a:lnTo>
                    <a:pt x="1" y="6572"/>
                  </a:lnTo>
                  <a:cubicBezTo>
                    <a:pt x="3403" y="6138"/>
                    <a:pt x="6072" y="3403"/>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1" name="Google Shape;471;p23"/>
            <p:cNvSpPr/>
            <p:nvPr/>
          </p:nvSpPr>
          <p:spPr>
            <a:xfrm>
              <a:off x="4782181" y="1797501"/>
              <a:ext cx="63376" cy="64685"/>
            </a:xfrm>
            <a:custGeom>
              <a:rect b="b" l="l" r="r" t="t"/>
              <a:pathLst>
                <a:path extrusionOk="0" h="6572" w="6439">
                  <a:moveTo>
                    <a:pt x="1" y="1"/>
                  </a:moveTo>
                  <a:lnTo>
                    <a:pt x="1" y="6572"/>
                  </a:lnTo>
                  <a:cubicBezTo>
                    <a:pt x="3403" y="6138"/>
                    <a:pt x="6072" y="3403"/>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2" name="Google Shape;472;p23"/>
            <p:cNvSpPr/>
            <p:nvPr/>
          </p:nvSpPr>
          <p:spPr>
            <a:xfrm>
              <a:off x="4266025" y="2112715"/>
              <a:ext cx="613631" cy="13140"/>
            </a:xfrm>
            <a:custGeom>
              <a:rect b="b" l="l" r="r" t="t"/>
              <a:pathLst>
                <a:path extrusionOk="0" h="1335" w="62345">
                  <a:moveTo>
                    <a:pt x="0" y="0"/>
                  </a:moveTo>
                  <a:lnTo>
                    <a:pt x="0" y="1335"/>
                  </a:lnTo>
                  <a:lnTo>
                    <a:pt x="62345" y="1335"/>
                  </a:lnTo>
                  <a:lnTo>
                    <a:pt x="62345" y="0"/>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3" name="Google Shape;473;p23"/>
            <p:cNvSpPr/>
            <p:nvPr/>
          </p:nvSpPr>
          <p:spPr>
            <a:xfrm>
              <a:off x="4266025" y="1977103"/>
              <a:ext cx="613631" cy="142834"/>
            </a:xfrm>
            <a:custGeom>
              <a:rect b="b" l="l" r="r" t="t"/>
              <a:pathLst>
                <a:path extrusionOk="0" h="14512"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4" name="Google Shape;474;p23"/>
            <p:cNvSpPr/>
            <p:nvPr/>
          </p:nvSpPr>
          <p:spPr>
            <a:xfrm>
              <a:off x="4281459" y="1993522"/>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5" name="Google Shape;475;p23"/>
            <p:cNvSpPr/>
            <p:nvPr/>
          </p:nvSpPr>
          <p:spPr>
            <a:xfrm>
              <a:off x="4381596" y="199352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6" name="Google Shape;476;p23"/>
            <p:cNvSpPr/>
            <p:nvPr/>
          </p:nvSpPr>
          <p:spPr>
            <a:xfrm>
              <a:off x="4481742" y="199352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7" name="Google Shape;477;p23"/>
            <p:cNvSpPr/>
            <p:nvPr/>
          </p:nvSpPr>
          <p:spPr>
            <a:xfrm>
              <a:off x="4581888" y="199352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8" name="Google Shape;478;p23"/>
            <p:cNvSpPr/>
            <p:nvPr/>
          </p:nvSpPr>
          <p:spPr>
            <a:xfrm>
              <a:off x="4682035" y="1993522"/>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79" name="Google Shape;479;p23"/>
            <p:cNvSpPr/>
            <p:nvPr/>
          </p:nvSpPr>
          <p:spPr>
            <a:xfrm>
              <a:off x="4782181" y="1993522"/>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0" name="Google Shape;480;p23"/>
            <p:cNvSpPr/>
            <p:nvPr/>
          </p:nvSpPr>
          <p:spPr>
            <a:xfrm>
              <a:off x="4682035" y="1993522"/>
              <a:ext cx="63376" cy="65020"/>
            </a:xfrm>
            <a:custGeom>
              <a:rect b="b" l="l" r="r" t="t"/>
              <a:pathLst>
                <a:path extrusionOk="0" h="6606" w="6439">
                  <a:moveTo>
                    <a:pt x="1" y="1"/>
                  </a:moveTo>
                  <a:lnTo>
                    <a:pt x="1" y="6606"/>
                  </a:lnTo>
                  <a:cubicBezTo>
                    <a:pt x="3403" y="6139"/>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1" name="Google Shape;481;p23"/>
            <p:cNvSpPr/>
            <p:nvPr/>
          </p:nvSpPr>
          <p:spPr>
            <a:xfrm>
              <a:off x="4782181" y="1993522"/>
              <a:ext cx="63376" cy="65020"/>
            </a:xfrm>
            <a:custGeom>
              <a:rect b="b" l="l" r="r" t="t"/>
              <a:pathLst>
                <a:path extrusionOk="0" h="6606" w="6439">
                  <a:moveTo>
                    <a:pt x="1" y="1"/>
                  </a:moveTo>
                  <a:lnTo>
                    <a:pt x="1" y="6606"/>
                  </a:lnTo>
                  <a:cubicBezTo>
                    <a:pt x="3403" y="6139"/>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2" name="Google Shape;482;p23"/>
            <p:cNvSpPr/>
            <p:nvPr/>
          </p:nvSpPr>
          <p:spPr>
            <a:xfrm>
              <a:off x="4266025" y="2308736"/>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3" name="Google Shape;483;p23"/>
            <p:cNvSpPr/>
            <p:nvPr/>
          </p:nvSpPr>
          <p:spPr>
            <a:xfrm>
              <a:off x="4266025" y="2173134"/>
              <a:ext cx="613631" cy="142825"/>
            </a:xfrm>
            <a:custGeom>
              <a:rect b="b" l="l" r="r" t="t"/>
              <a:pathLst>
                <a:path extrusionOk="0" h="14511" w="62345">
                  <a:moveTo>
                    <a:pt x="0" y="0"/>
                  </a:moveTo>
                  <a:lnTo>
                    <a:pt x="0" y="14511"/>
                  </a:lnTo>
                  <a:lnTo>
                    <a:pt x="62345" y="14511"/>
                  </a:lnTo>
                  <a:lnTo>
                    <a:pt x="62345" y="0"/>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4" name="Google Shape;484;p23"/>
            <p:cNvSpPr/>
            <p:nvPr/>
          </p:nvSpPr>
          <p:spPr>
            <a:xfrm>
              <a:off x="4281459" y="2189878"/>
              <a:ext cx="82086" cy="108356"/>
            </a:xfrm>
            <a:custGeom>
              <a:rect b="b" l="l" r="r" t="t"/>
              <a:pathLst>
                <a:path extrusionOk="0" h="11009" w="8340">
                  <a:moveTo>
                    <a:pt x="0" y="0"/>
                  </a:moveTo>
                  <a:lnTo>
                    <a:pt x="0" y="11008"/>
                  </a:lnTo>
                  <a:lnTo>
                    <a:pt x="8339" y="11008"/>
                  </a:lnTo>
                  <a:lnTo>
                    <a:pt x="8339"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5" name="Google Shape;485;p23"/>
            <p:cNvSpPr/>
            <p:nvPr/>
          </p:nvSpPr>
          <p:spPr>
            <a:xfrm>
              <a:off x="4381596" y="2189553"/>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6" name="Google Shape;486;p23"/>
            <p:cNvSpPr/>
            <p:nvPr/>
          </p:nvSpPr>
          <p:spPr>
            <a:xfrm>
              <a:off x="4481742" y="2189553"/>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7" name="Google Shape;487;p23"/>
            <p:cNvSpPr/>
            <p:nvPr/>
          </p:nvSpPr>
          <p:spPr>
            <a:xfrm>
              <a:off x="4581888" y="2189553"/>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8" name="Google Shape;488;p23"/>
            <p:cNvSpPr/>
            <p:nvPr/>
          </p:nvSpPr>
          <p:spPr>
            <a:xfrm>
              <a:off x="4682035" y="2189553"/>
              <a:ext cx="82086" cy="108346"/>
            </a:xfrm>
            <a:custGeom>
              <a:rect b="b" l="l" r="r" t="t"/>
              <a:pathLst>
                <a:path extrusionOk="0" h="11008"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89" name="Google Shape;489;p23"/>
            <p:cNvSpPr/>
            <p:nvPr/>
          </p:nvSpPr>
          <p:spPr>
            <a:xfrm>
              <a:off x="4782181" y="2189553"/>
              <a:ext cx="82086" cy="108346"/>
            </a:xfrm>
            <a:custGeom>
              <a:rect b="b" l="l" r="r" t="t"/>
              <a:pathLst>
                <a:path extrusionOk="0" h="11008"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0" name="Google Shape;490;p23"/>
            <p:cNvSpPr/>
            <p:nvPr/>
          </p:nvSpPr>
          <p:spPr>
            <a:xfrm>
              <a:off x="4281459" y="2189878"/>
              <a:ext cx="63701" cy="64685"/>
            </a:xfrm>
            <a:custGeom>
              <a:rect b="b" l="l" r="r" t="t"/>
              <a:pathLst>
                <a:path extrusionOk="0" h="6572" w="6472">
                  <a:moveTo>
                    <a:pt x="0" y="0"/>
                  </a:moveTo>
                  <a:lnTo>
                    <a:pt x="0" y="6572"/>
                  </a:lnTo>
                  <a:cubicBezTo>
                    <a:pt x="3402" y="6138"/>
                    <a:pt x="6071" y="3403"/>
                    <a:pt x="6471" y="0"/>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1" name="Google Shape;491;p23"/>
            <p:cNvSpPr/>
            <p:nvPr/>
          </p:nvSpPr>
          <p:spPr>
            <a:xfrm>
              <a:off x="4381596" y="2189878"/>
              <a:ext cx="63711" cy="64685"/>
            </a:xfrm>
            <a:custGeom>
              <a:rect b="b" l="l" r="r" t="t"/>
              <a:pathLst>
                <a:path extrusionOk="0" h="6572" w="6473">
                  <a:moveTo>
                    <a:pt x="1" y="0"/>
                  </a:moveTo>
                  <a:lnTo>
                    <a:pt x="1" y="6572"/>
                  </a:lnTo>
                  <a:cubicBezTo>
                    <a:pt x="3403" y="6138"/>
                    <a:pt x="6072" y="3403"/>
                    <a:pt x="6472" y="0"/>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2" name="Google Shape;492;p23"/>
            <p:cNvSpPr/>
            <p:nvPr/>
          </p:nvSpPr>
          <p:spPr>
            <a:xfrm>
              <a:off x="4481742" y="2189878"/>
              <a:ext cx="63711" cy="64685"/>
            </a:xfrm>
            <a:custGeom>
              <a:rect b="b" l="l" r="r" t="t"/>
              <a:pathLst>
                <a:path extrusionOk="0" h="6572" w="6473">
                  <a:moveTo>
                    <a:pt x="1" y="0"/>
                  </a:moveTo>
                  <a:lnTo>
                    <a:pt x="1" y="6572"/>
                  </a:lnTo>
                  <a:cubicBezTo>
                    <a:pt x="3403" y="6138"/>
                    <a:pt x="6072" y="3403"/>
                    <a:pt x="6472" y="0"/>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3" name="Google Shape;493;p23"/>
            <p:cNvSpPr/>
            <p:nvPr/>
          </p:nvSpPr>
          <p:spPr>
            <a:xfrm>
              <a:off x="4266025" y="2504757"/>
              <a:ext cx="613631" cy="13150"/>
            </a:xfrm>
            <a:custGeom>
              <a:rect b="b" l="l" r="r" t="t"/>
              <a:pathLst>
                <a:path extrusionOk="0" h="1336"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4" name="Google Shape;494;p23"/>
            <p:cNvSpPr/>
            <p:nvPr/>
          </p:nvSpPr>
          <p:spPr>
            <a:xfrm>
              <a:off x="4266025" y="2369480"/>
              <a:ext cx="613631" cy="142834"/>
            </a:xfrm>
            <a:custGeom>
              <a:rect b="b" l="l" r="r" t="t"/>
              <a:pathLst>
                <a:path extrusionOk="0" h="14512"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5" name="Google Shape;495;p23"/>
            <p:cNvSpPr/>
            <p:nvPr/>
          </p:nvSpPr>
          <p:spPr>
            <a:xfrm>
              <a:off x="4281459" y="2385898"/>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6" name="Google Shape;496;p23"/>
            <p:cNvSpPr/>
            <p:nvPr/>
          </p:nvSpPr>
          <p:spPr>
            <a:xfrm>
              <a:off x="4381596" y="238589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7" name="Google Shape;497;p23"/>
            <p:cNvSpPr/>
            <p:nvPr/>
          </p:nvSpPr>
          <p:spPr>
            <a:xfrm>
              <a:off x="4481742" y="238589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8" name="Google Shape;498;p23"/>
            <p:cNvSpPr/>
            <p:nvPr/>
          </p:nvSpPr>
          <p:spPr>
            <a:xfrm>
              <a:off x="4581888" y="238589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499" name="Google Shape;499;p23"/>
            <p:cNvSpPr/>
            <p:nvPr/>
          </p:nvSpPr>
          <p:spPr>
            <a:xfrm>
              <a:off x="4682035" y="2385898"/>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0" name="Google Shape;500;p23"/>
            <p:cNvSpPr/>
            <p:nvPr/>
          </p:nvSpPr>
          <p:spPr>
            <a:xfrm>
              <a:off x="4782181" y="2385898"/>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1" name="Google Shape;501;p23"/>
            <p:cNvSpPr/>
            <p:nvPr/>
          </p:nvSpPr>
          <p:spPr>
            <a:xfrm>
              <a:off x="4266025" y="2701112"/>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2" name="Google Shape;502;p23"/>
            <p:cNvSpPr/>
            <p:nvPr/>
          </p:nvSpPr>
          <p:spPr>
            <a:xfrm>
              <a:off x="4266025" y="2565510"/>
              <a:ext cx="613631" cy="142825"/>
            </a:xfrm>
            <a:custGeom>
              <a:rect b="b" l="l" r="r" t="t"/>
              <a:pathLst>
                <a:path extrusionOk="0" h="14511" w="62345">
                  <a:moveTo>
                    <a:pt x="0" y="0"/>
                  </a:moveTo>
                  <a:lnTo>
                    <a:pt x="0" y="14510"/>
                  </a:lnTo>
                  <a:lnTo>
                    <a:pt x="62345" y="14510"/>
                  </a:lnTo>
                  <a:lnTo>
                    <a:pt x="62345" y="0"/>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3" name="Google Shape;503;p23"/>
            <p:cNvSpPr/>
            <p:nvPr/>
          </p:nvSpPr>
          <p:spPr>
            <a:xfrm>
              <a:off x="4281459" y="2581919"/>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4" name="Google Shape;504;p23"/>
            <p:cNvSpPr/>
            <p:nvPr/>
          </p:nvSpPr>
          <p:spPr>
            <a:xfrm>
              <a:off x="4381596" y="2581919"/>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5" name="Google Shape;505;p23"/>
            <p:cNvSpPr/>
            <p:nvPr/>
          </p:nvSpPr>
          <p:spPr>
            <a:xfrm>
              <a:off x="4481742" y="2581919"/>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6" name="Google Shape;506;p23"/>
            <p:cNvSpPr/>
            <p:nvPr/>
          </p:nvSpPr>
          <p:spPr>
            <a:xfrm>
              <a:off x="4581888" y="2581919"/>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7" name="Google Shape;507;p23"/>
            <p:cNvSpPr/>
            <p:nvPr/>
          </p:nvSpPr>
          <p:spPr>
            <a:xfrm>
              <a:off x="4682035" y="2581919"/>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8" name="Google Shape;508;p23"/>
            <p:cNvSpPr/>
            <p:nvPr/>
          </p:nvSpPr>
          <p:spPr>
            <a:xfrm>
              <a:off x="4782181" y="2581919"/>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09" name="Google Shape;509;p23"/>
            <p:cNvSpPr/>
            <p:nvPr/>
          </p:nvSpPr>
          <p:spPr>
            <a:xfrm>
              <a:off x="4682035" y="2581919"/>
              <a:ext cx="63376" cy="65020"/>
            </a:xfrm>
            <a:custGeom>
              <a:rect b="b" l="l" r="r" t="t"/>
              <a:pathLst>
                <a:path extrusionOk="0" h="6606" w="6439">
                  <a:moveTo>
                    <a:pt x="1" y="1"/>
                  </a:moveTo>
                  <a:lnTo>
                    <a:pt x="1" y="6606"/>
                  </a:lnTo>
                  <a:cubicBezTo>
                    <a:pt x="3403" y="6172"/>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0" name="Google Shape;510;p23"/>
            <p:cNvSpPr/>
            <p:nvPr/>
          </p:nvSpPr>
          <p:spPr>
            <a:xfrm>
              <a:off x="4782181" y="2581919"/>
              <a:ext cx="63376" cy="65020"/>
            </a:xfrm>
            <a:custGeom>
              <a:rect b="b" l="l" r="r" t="t"/>
              <a:pathLst>
                <a:path extrusionOk="0" h="6606" w="6439">
                  <a:moveTo>
                    <a:pt x="1" y="1"/>
                  </a:moveTo>
                  <a:lnTo>
                    <a:pt x="1" y="6606"/>
                  </a:lnTo>
                  <a:cubicBezTo>
                    <a:pt x="3403" y="6172"/>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1" name="Google Shape;511;p23"/>
            <p:cNvSpPr/>
            <p:nvPr/>
          </p:nvSpPr>
          <p:spPr>
            <a:xfrm>
              <a:off x="4266025" y="2897133"/>
              <a:ext cx="613631" cy="13150"/>
            </a:xfrm>
            <a:custGeom>
              <a:rect b="b" l="l" r="r" t="t"/>
              <a:pathLst>
                <a:path extrusionOk="0" h="1336"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2" name="Google Shape;512;p23"/>
            <p:cNvSpPr/>
            <p:nvPr/>
          </p:nvSpPr>
          <p:spPr>
            <a:xfrm>
              <a:off x="4266025" y="2761856"/>
              <a:ext cx="613631" cy="142825"/>
            </a:xfrm>
            <a:custGeom>
              <a:rect b="b" l="l" r="r" t="t"/>
              <a:pathLst>
                <a:path extrusionOk="0" h="14511"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3" name="Google Shape;513;p23"/>
            <p:cNvSpPr/>
            <p:nvPr/>
          </p:nvSpPr>
          <p:spPr>
            <a:xfrm>
              <a:off x="4281459" y="2778274"/>
              <a:ext cx="82086" cy="108356"/>
            </a:xfrm>
            <a:custGeom>
              <a:rect b="b" l="l" r="r" t="t"/>
              <a:pathLst>
                <a:path extrusionOk="0" h="11009" w="8340">
                  <a:moveTo>
                    <a:pt x="0" y="1"/>
                  </a:moveTo>
                  <a:lnTo>
                    <a:pt x="0" y="11008"/>
                  </a:lnTo>
                  <a:lnTo>
                    <a:pt x="8339" y="11008"/>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4" name="Google Shape;514;p23"/>
            <p:cNvSpPr/>
            <p:nvPr/>
          </p:nvSpPr>
          <p:spPr>
            <a:xfrm>
              <a:off x="4381596" y="2778274"/>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5" name="Google Shape;515;p23"/>
            <p:cNvSpPr/>
            <p:nvPr/>
          </p:nvSpPr>
          <p:spPr>
            <a:xfrm>
              <a:off x="4481742" y="2778274"/>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6" name="Google Shape;516;p23"/>
            <p:cNvSpPr/>
            <p:nvPr/>
          </p:nvSpPr>
          <p:spPr>
            <a:xfrm>
              <a:off x="4581888" y="2778274"/>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7" name="Google Shape;517;p23"/>
            <p:cNvSpPr/>
            <p:nvPr/>
          </p:nvSpPr>
          <p:spPr>
            <a:xfrm>
              <a:off x="4682035" y="2778274"/>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8" name="Google Shape;518;p23"/>
            <p:cNvSpPr/>
            <p:nvPr/>
          </p:nvSpPr>
          <p:spPr>
            <a:xfrm>
              <a:off x="4782181" y="2778274"/>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19" name="Google Shape;519;p23"/>
            <p:cNvSpPr/>
            <p:nvPr/>
          </p:nvSpPr>
          <p:spPr>
            <a:xfrm>
              <a:off x="4682035" y="2778274"/>
              <a:ext cx="63376" cy="64685"/>
            </a:xfrm>
            <a:custGeom>
              <a:rect b="b" l="l" r="r" t="t"/>
              <a:pathLst>
                <a:path extrusionOk="0" h="6572" w="6439">
                  <a:moveTo>
                    <a:pt x="1" y="1"/>
                  </a:moveTo>
                  <a:lnTo>
                    <a:pt x="1" y="6572"/>
                  </a:lnTo>
                  <a:cubicBezTo>
                    <a:pt x="3403" y="6138"/>
                    <a:pt x="6072" y="3403"/>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0" name="Google Shape;520;p23"/>
            <p:cNvSpPr/>
            <p:nvPr/>
          </p:nvSpPr>
          <p:spPr>
            <a:xfrm>
              <a:off x="4782181" y="2778274"/>
              <a:ext cx="63376" cy="64685"/>
            </a:xfrm>
            <a:custGeom>
              <a:rect b="b" l="l" r="r" t="t"/>
              <a:pathLst>
                <a:path extrusionOk="0" h="6572" w="6439">
                  <a:moveTo>
                    <a:pt x="1" y="1"/>
                  </a:moveTo>
                  <a:lnTo>
                    <a:pt x="1" y="6572"/>
                  </a:lnTo>
                  <a:cubicBezTo>
                    <a:pt x="3403" y="6138"/>
                    <a:pt x="6072" y="3403"/>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1" name="Google Shape;521;p23"/>
            <p:cNvSpPr/>
            <p:nvPr/>
          </p:nvSpPr>
          <p:spPr>
            <a:xfrm>
              <a:off x="4266025" y="3093488"/>
              <a:ext cx="613631" cy="13140"/>
            </a:xfrm>
            <a:custGeom>
              <a:rect b="b" l="l" r="r" t="t"/>
              <a:pathLst>
                <a:path extrusionOk="0" h="1335" w="62345">
                  <a:moveTo>
                    <a:pt x="0" y="0"/>
                  </a:moveTo>
                  <a:lnTo>
                    <a:pt x="0" y="1335"/>
                  </a:lnTo>
                  <a:lnTo>
                    <a:pt x="62345" y="1335"/>
                  </a:lnTo>
                  <a:lnTo>
                    <a:pt x="62345" y="0"/>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2" name="Google Shape;522;p23"/>
            <p:cNvSpPr/>
            <p:nvPr/>
          </p:nvSpPr>
          <p:spPr>
            <a:xfrm>
              <a:off x="4266025" y="2957876"/>
              <a:ext cx="613631" cy="142834"/>
            </a:xfrm>
            <a:custGeom>
              <a:rect b="b" l="l" r="r" t="t"/>
              <a:pathLst>
                <a:path extrusionOk="0" h="14512"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3" name="Google Shape;523;p23"/>
            <p:cNvSpPr/>
            <p:nvPr/>
          </p:nvSpPr>
          <p:spPr>
            <a:xfrm>
              <a:off x="4281459" y="2974295"/>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4" name="Google Shape;524;p23"/>
            <p:cNvSpPr/>
            <p:nvPr/>
          </p:nvSpPr>
          <p:spPr>
            <a:xfrm>
              <a:off x="4381596" y="2974295"/>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5" name="Google Shape;525;p23"/>
            <p:cNvSpPr/>
            <p:nvPr/>
          </p:nvSpPr>
          <p:spPr>
            <a:xfrm>
              <a:off x="4481742" y="2974295"/>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6" name="Google Shape;526;p23"/>
            <p:cNvSpPr/>
            <p:nvPr/>
          </p:nvSpPr>
          <p:spPr>
            <a:xfrm>
              <a:off x="4581888" y="2974295"/>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7" name="Google Shape;527;p23"/>
            <p:cNvSpPr/>
            <p:nvPr/>
          </p:nvSpPr>
          <p:spPr>
            <a:xfrm>
              <a:off x="4682035" y="2974295"/>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8" name="Google Shape;528;p23"/>
            <p:cNvSpPr/>
            <p:nvPr/>
          </p:nvSpPr>
          <p:spPr>
            <a:xfrm>
              <a:off x="4782181" y="2974295"/>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29" name="Google Shape;529;p23"/>
            <p:cNvSpPr/>
            <p:nvPr/>
          </p:nvSpPr>
          <p:spPr>
            <a:xfrm>
              <a:off x="4281459" y="2974295"/>
              <a:ext cx="63701" cy="65020"/>
            </a:xfrm>
            <a:custGeom>
              <a:rect b="b" l="l" r="r" t="t"/>
              <a:pathLst>
                <a:path extrusionOk="0" h="6606" w="6472">
                  <a:moveTo>
                    <a:pt x="0" y="1"/>
                  </a:moveTo>
                  <a:lnTo>
                    <a:pt x="0" y="6606"/>
                  </a:lnTo>
                  <a:cubicBezTo>
                    <a:pt x="3402" y="6139"/>
                    <a:pt x="6071" y="3437"/>
                    <a:pt x="6471"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0" name="Google Shape;530;p23"/>
            <p:cNvSpPr/>
            <p:nvPr/>
          </p:nvSpPr>
          <p:spPr>
            <a:xfrm>
              <a:off x="4381596" y="2974295"/>
              <a:ext cx="63711" cy="65020"/>
            </a:xfrm>
            <a:custGeom>
              <a:rect b="b" l="l" r="r" t="t"/>
              <a:pathLst>
                <a:path extrusionOk="0" h="6606" w="6473">
                  <a:moveTo>
                    <a:pt x="1" y="1"/>
                  </a:moveTo>
                  <a:lnTo>
                    <a:pt x="1" y="6606"/>
                  </a:lnTo>
                  <a:cubicBezTo>
                    <a:pt x="3403" y="6139"/>
                    <a:pt x="6072" y="3437"/>
                    <a:pt x="6472"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1" name="Google Shape;531;p23"/>
            <p:cNvSpPr/>
            <p:nvPr/>
          </p:nvSpPr>
          <p:spPr>
            <a:xfrm>
              <a:off x="4481742" y="2974295"/>
              <a:ext cx="63711" cy="65020"/>
            </a:xfrm>
            <a:custGeom>
              <a:rect b="b" l="l" r="r" t="t"/>
              <a:pathLst>
                <a:path extrusionOk="0" h="6606" w="6473">
                  <a:moveTo>
                    <a:pt x="1" y="1"/>
                  </a:moveTo>
                  <a:lnTo>
                    <a:pt x="1" y="6606"/>
                  </a:lnTo>
                  <a:cubicBezTo>
                    <a:pt x="3403" y="6139"/>
                    <a:pt x="6072" y="3437"/>
                    <a:pt x="6472"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2" name="Google Shape;532;p23"/>
            <p:cNvSpPr/>
            <p:nvPr/>
          </p:nvSpPr>
          <p:spPr>
            <a:xfrm>
              <a:off x="4266025" y="3289509"/>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3" name="Google Shape;533;p23"/>
            <p:cNvSpPr/>
            <p:nvPr/>
          </p:nvSpPr>
          <p:spPr>
            <a:xfrm>
              <a:off x="4266025" y="3154232"/>
              <a:ext cx="613631" cy="142500"/>
            </a:xfrm>
            <a:custGeom>
              <a:rect b="b" l="l" r="r" t="t"/>
              <a:pathLst>
                <a:path extrusionOk="0" h="14478" w="62345">
                  <a:moveTo>
                    <a:pt x="0" y="1"/>
                  </a:moveTo>
                  <a:lnTo>
                    <a:pt x="0" y="14478"/>
                  </a:lnTo>
                  <a:lnTo>
                    <a:pt x="62345" y="14478"/>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4" name="Google Shape;534;p23"/>
            <p:cNvSpPr/>
            <p:nvPr/>
          </p:nvSpPr>
          <p:spPr>
            <a:xfrm>
              <a:off x="4281459" y="3170651"/>
              <a:ext cx="82086" cy="108356"/>
            </a:xfrm>
            <a:custGeom>
              <a:rect b="b" l="l" r="r" t="t"/>
              <a:pathLst>
                <a:path extrusionOk="0" h="11009" w="8340">
                  <a:moveTo>
                    <a:pt x="0" y="0"/>
                  </a:moveTo>
                  <a:lnTo>
                    <a:pt x="0" y="11008"/>
                  </a:lnTo>
                  <a:lnTo>
                    <a:pt x="8339" y="11008"/>
                  </a:lnTo>
                  <a:lnTo>
                    <a:pt x="8339"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5" name="Google Shape;535;p23"/>
            <p:cNvSpPr/>
            <p:nvPr/>
          </p:nvSpPr>
          <p:spPr>
            <a:xfrm>
              <a:off x="4381596" y="3170651"/>
              <a:ext cx="82096" cy="108356"/>
            </a:xfrm>
            <a:custGeom>
              <a:rect b="b" l="l" r="r" t="t"/>
              <a:pathLst>
                <a:path extrusionOk="0" h="11009"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6" name="Google Shape;536;p23"/>
            <p:cNvSpPr/>
            <p:nvPr/>
          </p:nvSpPr>
          <p:spPr>
            <a:xfrm>
              <a:off x="4481742" y="3170651"/>
              <a:ext cx="82096" cy="108356"/>
            </a:xfrm>
            <a:custGeom>
              <a:rect b="b" l="l" r="r" t="t"/>
              <a:pathLst>
                <a:path extrusionOk="0" h="11009"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7" name="Google Shape;537;p23"/>
            <p:cNvSpPr/>
            <p:nvPr/>
          </p:nvSpPr>
          <p:spPr>
            <a:xfrm>
              <a:off x="4581888" y="3170651"/>
              <a:ext cx="82096" cy="108356"/>
            </a:xfrm>
            <a:custGeom>
              <a:rect b="b" l="l" r="r" t="t"/>
              <a:pathLst>
                <a:path extrusionOk="0" h="11009"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8" name="Google Shape;538;p23"/>
            <p:cNvSpPr/>
            <p:nvPr/>
          </p:nvSpPr>
          <p:spPr>
            <a:xfrm>
              <a:off x="4682035" y="3170651"/>
              <a:ext cx="82086" cy="108356"/>
            </a:xfrm>
            <a:custGeom>
              <a:rect b="b" l="l" r="r" t="t"/>
              <a:pathLst>
                <a:path extrusionOk="0" h="11009"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39" name="Google Shape;539;p23"/>
            <p:cNvSpPr/>
            <p:nvPr/>
          </p:nvSpPr>
          <p:spPr>
            <a:xfrm>
              <a:off x="4782181" y="3170651"/>
              <a:ext cx="82086" cy="108356"/>
            </a:xfrm>
            <a:custGeom>
              <a:rect b="b" l="l" r="r" t="t"/>
              <a:pathLst>
                <a:path extrusionOk="0" h="11009"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0" name="Google Shape;540;p23"/>
            <p:cNvSpPr/>
            <p:nvPr/>
          </p:nvSpPr>
          <p:spPr>
            <a:xfrm>
              <a:off x="4266025" y="3485530"/>
              <a:ext cx="613631" cy="13150"/>
            </a:xfrm>
            <a:custGeom>
              <a:rect b="b" l="l" r="r" t="t"/>
              <a:pathLst>
                <a:path extrusionOk="0" h="1336"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1" name="Google Shape;541;p23"/>
            <p:cNvSpPr/>
            <p:nvPr/>
          </p:nvSpPr>
          <p:spPr>
            <a:xfrm>
              <a:off x="4266025" y="3350252"/>
              <a:ext cx="613631" cy="142834"/>
            </a:xfrm>
            <a:custGeom>
              <a:rect b="b" l="l" r="r" t="t"/>
              <a:pathLst>
                <a:path extrusionOk="0" h="14512"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2" name="Google Shape;542;p23"/>
            <p:cNvSpPr/>
            <p:nvPr/>
          </p:nvSpPr>
          <p:spPr>
            <a:xfrm>
              <a:off x="4281459" y="3366671"/>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3" name="Google Shape;543;p23"/>
            <p:cNvSpPr/>
            <p:nvPr/>
          </p:nvSpPr>
          <p:spPr>
            <a:xfrm>
              <a:off x="4381596" y="3366671"/>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4" name="Google Shape;544;p23"/>
            <p:cNvSpPr/>
            <p:nvPr/>
          </p:nvSpPr>
          <p:spPr>
            <a:xfrm>
              <a:off x="4481742" y="3366671"/>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5" name="Google Shape;545;p23"/>
            <p:cNvSpPr/>
            <p:nvPr/>
          </p:nvSpPr>
          <p:spPr>
            <a:xfrm>
              <a:off x="4581888" y="3366671"/>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6" name="Google Shape;546;p23"/>
            <p:cNvSpPr/>
            <p:nvPr/>
          </p:nvSpPr>
          <p:spPr>
            <a:xfrm>
              <a:off x="4682035" y="3366671"/>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7" name="Google Shape;547;p23"/>
            <p:cNvSpPr/>
            <p:nvPr/>
          </p:nvSpPr>
          <p:spPr>
            <a:xfrm>
              <a:off x="4782181" y="3366671"/>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8" name="Google Shape;548;p23"/>
            <p:cNvSpPr/>
            <p:nvPr/>
          </p:nvSpPr>
          <p:spPr>
            <a:xfrm>
              <a:off x="4682035" y="3366671"/>
              <a:ext cx="63376" cy="65020"/>
            </a:xfrm>
            <a:custGeom>
              <a:rect b="b" l="l" r="r" t="t"/>
              <a:pathLst>
                <a:path extrusionOk="0" h="6606" w="6439">
                  <a:moveTo>
                    <a:pt x="1" y="1"/>
                  </a:moveTo>
                  <a:lnTo>
                    <a:pt x="1" y="6605"/>
                  </a:lnTo>
                  <a:cubicBezTo>
                    <a:pt x="3403" y="6138"/>
                    <a:pt x="6072" y="3436"/>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49" name="Google Shape;549;p23"/>
            <p:cNvSpPr/>
            <p:nvPr/>
          </p:nvSpPr>
          <p:spPr>
            <a:xfrm>
              <a:off x="4782181" y="3366671"/>
              <a:ext cx="63376" cy="65020"/>
            </a:xfrm>
            <a:custGeom>
              <a:rect b="b" l="l" r="r" t="t"/>
              <a:pathLst>
                <a:path extrusionOk="0" h="6606" w="6439">
                  <a:moveTo>
                    <a:pt x="1" y="1"/>
                  </a:moveTo>
                  <a:lnTo>
                    <a:pt x="1" y="6605"/>
                  </a:lnTo>
                  <a:cubicBezTo>
                    <a:pt x="3403" y="6138"/>
                    <a:pt x="6072" y="3436"/>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0" name="Google Shape;550;p23"/>
            <p:cNvSpPr/>
            <p:nvPr/>
          </p:nvSpPr>
          <p:spPr>
            <a:xfrm>
              <a:off x="4266025" y="3681885"/>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1" name="Google Shape;551;p23"/>
            <p:cNvSpPr/>
            <p:nvPr/>
          </p:nvSpPr>
          <p:spPr>
            <a:xfrm>
              <a:off x="4266025" y="3546283"/>
              <a:ext cx="613631" cy="142825"/>
            </a:xfrm>
            <a:custGeom>
              <a:rect b="b" l="l" r="r" t="t"/>
              <a:pathLst>
                <a:path extrusionOk="0" h="14511" w="62345">
                  <a:moveTo>
                    <a:pt x="0" y="0"/>
                  </a:moveTo>
                  <a:lnTo>
                    <a:pt x="0" y="14510"/>
                  </a:lnTo>
                  <a:lnTo>
                    <a:pt x="62345" y="14510"/>
                  </a:lnTo>
                  <a:lnTo>
                    <a:pt x="62345" y="0"/>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2" name="Google Shape;552;p23"/>
            <p:cNvSpPr/>
            <p:nvPr/>
          </p:nvSpPr>
          <p:spPr>
            <a:xfrm>
              <a:off x="4281459" y="3562692"/>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3" name="Google Shape;553;p23"/>
            <p:cNvSpPr/>
            <p:nvPr/>
          </p:nvSpPr>
          <p:spPr>
            <a:xfrm>
              <a:off x="4381596" y="356269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4" name="Google Shape;554;p23"/>
            <p:cNvSpPr/>
            <p:nvPr/>
          </p:nvSpPr>
          <p:spPr>
            <a:xfrm>
              <a:off x="4481742" y="356269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5" name="Google Shape;555;p23"/>
            <p:cNvSpPr/>
            <p:nvPr/>
          </p:nvSpPr>
          <p:spPr>
            <a:xfrm>
              <a:off x="4581888" y="3562692"/>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6" name="Google Shape;556;p23"/>
            <p:cNvSpPr/>
            <p:nvPr/>
          </p:nvSpPr>
          <p:spPr>
            <a:xfrm>
              <a:off x="4682035" y="3562692"/>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7" name="Google Shape;557;p23"/>
            <p:cNvSpPr/>
            <p:nvPr/>
          </p:nvSpPr>
          <p:spPr>
            <a:xfrm>
              <a:off x="4782181" y="3562692"/>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8" name="Google Shape;558;p23"/>
            <p:cNvSpPr/>
            <p:nvPr/>
          </p:nvSpPr>
          <p:spPr>
            <a:xfrm>
              <a:off x="4682035" y="3562692"/>
              <a:ext cx="63376" cy="65020"/>
            </a:xfrm>
            <a:custGeom>
              <a:rect b="b" l="l" r="r" t="t"/>
              <a:pathLst>
                <a:path extrusionOk="0" h="6606" w="6439">
                  <a:moveTo>
                    <a:pt x="1" y="1"/>
                  </a:moveTo>
                  <a:lnTo>
                    <a:pt x="1" y="6606"/>
                  </a:lnTo>
                  <a:cubicBezTo>
                    <a:pt x="3403" y="6172"/>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59" name="Google Shape;559;p23"/>
            <p:cNvSpPr/>
            <p:nvPr/>
          </p:nvSpPr>
          <p:spPr>
            <a:xfrm>
              <a:off x="4782181" y="3562692"/>
              <a:ext cx="63376" cy="65020"/>
            </a:xfrm>
            <a:custGeom>
              <a:rect b="b" l="l" r="r" t="t"/>
              <a:pathLst>
                <a:path extrusionOk="0" h="6606" w="6439">
                  <a:moveTo>
                    <a:pt x="1" y="1"/>
                  </a:moveTo>
                  <a:lnTo>
                    <a:pt x="1" y="6606"/>
                  </a:lnTo>
                  <a:cubicBezTo>
                    <a:pt x="3403" y="6172"/>
                    <a:pt x="6072" y="3437"/>
                    <a:pt x="6439"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0" name="Google Shape;560;p23"/>
            <p:cNvSpPr/>
            <p:nvPr/>
          </p:nvSpPr>
          <p:spPr>
            <a:xfrm>
              <a:off x="4266025" y="3877906"/>
              <a:ext cx="613631" cy="13150"/>
            </a:xfrm>
            <a:custGeom>
              <a:rect b="b" l="l" r="r" t="t"/>
              <a:pathLst>
                <a:path extrusionOk="0" h="1336"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1" name="Google Shape;561;p23"/>
            <p:cNvSpPr/>
            <p:nvPr/>
          </p:nvSpPr>
          <p:spPr>
            <a:xfrm>
              <a:off x="4266025" y="3742629"/>
              <a:ext cx="613631" cy="142500"/>
            </a:xfrm>
            <a:custGeom>
              <a:rect b="b" l="l" r="r" t="t"/>
              <a:pathLst>
                <a:path extrusionOk="0" h="14478" w="62345">
                  <a:moveTo>
                    <a:pt x="0" y="1"/>
                  </a:moveTo>
                  <a:lnTo>
                    <a:pt x="0" y="14478"/>
                  </a:lnTo>
                  <a:lnTo>
                    <a:pt x="62345" y="14478"/>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2" name="Google Shape;562;p23"/>
            <p:cNvSpPr/>
            <p:nvPr/>
          </p:nvSpPr>
          <p:spPr>
            <a:xfrm>
              <a:off x="4281459" y="3759047"/>
              <a:ext cx="82086" cy="108356"/>
            </a:xfrm>
            <a:custGeom>
              <a:rect b="b" l="l" r="r" t="t"/>
              <a:pathLst>
                <a:path extrusionOk="0" h="11009" w="8340">
                  <a:moveTo>
                    <a:pt x="0" y="1"/>
                  </a:moveTo>
                  <a:lnTo>
                    <a:pt x="0" y="11008"/>
                  </a:lnTo>
                  <a:lnTo>
                    <a:pt x="8339" y="11008"/>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3" name="Google Shape;563;p23"/>
            <p:cNvSpPr/>
            <p:nvPr/>
          </p:nvSpPr>
          <p:spPr>
            <a:xfrm>
              <a:off x="4381596" y="3759047"/>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4" name="Google Shape;564;p23"/>
            <p:cNvSpPr/>
            <p:nvPr/>
          </p:nvSpPr>
          <p:spPr>
            <a:xfrm>
              <a:off x="4481742" y="3759047"/>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5" name="Google Shape;565;p23"/>
            <p:cNvSpPr/>
            <p:nvPr/>
          </p:nvSpPr>
          <p:spPr>
            <a:xfrm>
              <a:off x="4581888" y="3759047"/>
              <a:ext cx="82096" cy="108356"/>
            </a:xfrm>
            <a:custGeom>
              <a:rect b="b" l="l" r="r" t="t"/>
              <a:pathLst>
                <a:path extrusionOk="0" h="11009" w="8341">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6" name="Google Shape;566;p23"/>
            <p:cNvSpPr/>
            <p:nvPr/>
          </p:nvSpPr>
          <p:spPr>
            <a:xfrm>
              <a:off x="4682035" y="3759047"/>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7" name="Google Shape;567;p23"/>
            <p:cNvSpPr/>
            <p:nvPr/>
          </p:nvSpPr>
          <p:spPr>
            <a:xfrm>
              <a:off x="4782181" y="3759047"/>
              <a:ext cx="82086" cy="108356"/>
            </a:xfrm>
            <a:custGeom>
              <a:rect b="b" l="l" r="r" t="t"/>
              <a:pathLst>
                <a:path extrusionOk="0" h="11009" w="8340">
                  <a:moveTo>
                    <a:pt x="1" y="1"/>
                  </a:moveTo>
                  <a:lnTo>
                    <a:pt x="1" y="11008"/>
                  </a:lnTo>
                  <a:lnTo>
                    <a:pt x="8340" y="11008"/>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8" name="Google Shape;568;p23"/>
            <p:cNvSpPr/>
            <p:nvPr/>
          </p:nvSpPr>
          <p:spPr>
            <a:xfrm>
              <a:off x="4281459" y="3759047"/>
              <a:ext cx="63701" cy="64685"/>
            </a:xfrm>
            <a:custGeom>
              <a:rect b="b" l="l" r="r" t="t"/>
              <a:pathLst>
                <a:path extrusionOk="0" h="6572" w="6472">
                  <a:moveTo>
                    <a:pt x="0" y="1"/>
                  </a:moveTo>
                  <a:lnTo>
                    <a:pt x="0" y="6572"/>
                  </a:lnTo>
                  <a:cubicBezTo>
                    <a:pt x="3402" y="6138"/>
                    <a:pt x="6071" y="3403"/>
                    <a:pt x="6471"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69" name="Google Shape;569;p23"/>
            <p:cNvSpPr/>
            <p:nvPr/>
          </p:nvSpPr>
          <p:spPr>
            <a:xfrm>
              <a:off x="4381596" y="3759047"/>
              <a:ext cx="63711" cy="64685"/>
            </a:xfrm>
            <a:custGeom>
              <a:rect b="b" l="l" r="r" t="t"/>
              <a:pathLst>
                <a:path extrusionOk="0" h="6572" w="6473">
                  <a:moveTo>
                    <a:pt x="1" y="1"/>
                  </a:moveTo>
                  <a:lnTo>
                    <a:pt x="1" y="6572"/>
                  </a:lnTo>
                  <a:cubicBezTo>
                    <a:pt x="3403" y="6138"/>
                    <a:pt x="6072" y="3403"/>
                    <a:pt x="6472"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0" name="Google Shape;570;p23"/>
            <p:cNvSpPr/>
            <p:nvPr/>
          </p:nvSpPr>
          <p:spPr>
            <a:xfrm>
              <a:off x="4481742" y="3759047"/>
              <a:ext cx="63711" cy="64685"/>
            </a:xfrm>
            <a:custGeom>
              <a:rect b="b" l="l" r="r" t="t"/>
              <a:pathLst>
                <a:path extrusionOk="0" h="6572" w="6473">
                  <a:moveTo>
                    <a:pt x="1" y="1"/>
                  </a:moveTo>
                  <a:lnTo>
                    <a:pt x="1" y="6572"/>
                  </a:lnTo>
                  <a:cubicBezTo>
                    <a:pt x="3403" y="6138"/>
                    <a:pt x="6072" y="3403"/>
                    <a:pt x="6472"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1" name="Google Shape;571;p23"/>
            <p:cNvSpPr/>
            <p:nvPr/>
          </p:nvSpPr>
          <p:spPr>
            <a:xfrm>
              <a:off x="4266025" y="4074261"/>
              <a:ext cx="613631" cy="13140"/>
            </a:xfrm>
            <a:custGeom>
              <a:rect b="b" l="l" r="r" t="t"/>
              <a:pathLst>
                <a:path extrusionOk="0" h="1335" w="62345">
                  <a:moveTo>
                    <a:pt x="0" y="0"/>
                  </a:moveTo>
                  <a:lnTo>
                    <a:pt x="0" y="1335"/>
                  </a:lnTo>
                  <a:lnTo>
                    <a:pt x="62345" y="1335"/>
                  </a:lnTo>
                  <a:lnTo>
                    <a:pt x="62345" y="0"/>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2" name="Google Shape;572;p23"/>
            <p:cNvSpPr/>
            <p:nvPr/>
          </p:nvSpPr>
          <p:spPr>
            <a:xfrm>
              <a:off x="4266025" y="3938649"/>
              <a:ext cx="613631" cy="142834"/>
            </a:xfrm>
            <a:custGeom>
              <a:rect b="b" l="l" r="r" t="t"/>
              <a:pathLst>
                <a:path extrusionOk="0" h="14512" w="62345">
                  <a:moveTo>
                    <a:pt x="0" y="1"/>
                  </a:moveTo>
                  <a:lnTo>
                    <a:pt x="0" y="14511"/>
                  </a:lnTo>
                  <a:lnTo>
                    <a:pt x="62345" y="14511"/>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3" name="Google Shape;573;p23"/>
            <p:cNvSpPr/>
            <p:nvPr/>
          </p:nvSpPr>
          <p:spPr>
            <a:xfrm>
              <a:off x="4281459" y="3955068"/>
              <a:ext cx="82086" cy="108356"/>
            </a:xfrm>
            <a:custGeom>
              <a:rect b="b" l="l" r="r" t="t"/>
              <a:pathLst>
                <a:path extrusionOk="0" h="11009" w="8340">
                  <a:moveTo>
                    <a:pt x="0" y="1"/>
                  </a:moveTo>
                  <a:lnTo>
                    <a:pt x="0" y="11009"/>
                  </a:lnTo>
                  <a:lnTo>
                    <a:pt x="8339" y="11009"/>
                  </a:lnTo>
                  <a:lnTo>
                    <a:pt x="8339"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4" name="Google Shape;574;p23"/>
            <p:cNvSpPr/>
            <p:nvPr/>
          </p:nvSpPr>
          <p:spPr>
            <a:xfrm>
              <a:off x="4381596" y="395506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5" name="Google Shape;575;p23"/>
            <p:cNvSpPr/>
            <p:nvPr/>
          </p:nvSpPr>
          <p:spPr>
            <a:xfrm>
              <a:off x="4481742" y="395506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6" name="Google Shape;576;p23"/>
            <p:cNvSpPr/>
            <p:nvPr/>
          </p:nvSpPr>
          <p:spPr>
            <a:xfrm>
              <a:off x="4581888" y="3955068"/>
              <a:ext cx="82096" cy="108356"/>
            </a:xfrm>
            <a:custGeom>
              <a:rect b="b" l="l" r="r" t="t"/>
              <a:pathLst>
                <a:path extrusionOk="0" h="11009" w="8341">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7" name="Google Shape;577;p23"/>
            <p:cNvSpPr/>
            <p:nvPr/>
          </p:nvSpPr>
          <p:spPr>
            <a:xfrm>
              <a:off x="4682035" y="3955068"/>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8" name="Google Shape;578;p23"/>
            <p:cNvSpPr/>
            <p:nvPr/>
          </p:nvSpPr>
          <p:spPr>
            <a:xfrm>
              <a:off x="4782181" y="3955068"/>
              <a:ext cx="82086" cy="108356"/>
            </a:xfrm>
            <a:custGeom>
              <a:rect b="b" l="l" r="r" t="t"/>
              <a:pathLst>
                <a:path extrusionOk="0" h="11009" w="8340">
                  <a:moveTo>
                    <a:pt x="1" y="1"/>
                  </a:moveTo>
                  <a:lnTo>
                    <a:pt x="1" y="11009"/>
                  </a:lnTo>
                  <a:lnTo>
                    <a:pt x="8340" y="11009"/>
                  </a:lnTo>
                  <a:lnTo>
                    <a:pt x="8340" y="1"/>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79" name="Google Shape;579;p23"/>
            <p:cNvSpPr/>
            <p:nvPr/>
          </p:nvSpPr>
          <p:spPr>
            <a:xfrm>
              <a:off x="4281459" y="3955068"/>
              <a:ext cx="63701" cy="65020"/>
            </a:xfrm>
            <a:custGeom>
              <a:rect b="b" l="l" r="r" t="t"/>
              <a:pathLst>
                <a:path extrusionOk="0" h="6606" w="6472">
                  <a:moveTo>
                    <a:pt x="0" y="1"/>
                  </a:moveTo>
                  <a:lnTo>
                    <a:pt x="0" y="6606"/>
                  </a:lnTo>
                  <a:cubicBezTo>
                    <a:pt x="3402" y="6139"/>
                    <a:pt x="6071" y="3437"/>
                    <a:pt x="6471"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0" name="Google Shape;580;p23"/>
            <p:cNvSpPr/>
            <p:nvPr/>
          </p:nvSpPr>
          <p:spPr>
            <a:xfrm>
              <a:off x="4381596" y="3955068"/>
              <a:ext cx="63711" cy="65020"/>
            </a:xfrm>
            <a:custGeom>
              <a:rect b="b" l="l" r="r" t="t"/>
              <a:pathLst>
                <a:path extrusionOk="0" h="6606" w="6473">
                  <a:moveTo>
                    <a:pt x="1" y="1"/>
                  </a:moveTo>
                  <a:lnTo>
                    <a:pt x="1" y="6606"/>
                  </a:lnTo>
                  <a:cubicBezTo>
                    <a:pt x="3403" y="6139"/>
                    <a:pt x="6072" y="3437"/>
                    <a:pt x="6472" y="1"/>
                  </a:cubicBez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1" name="Google Shape;581;p23"/>
            <p:cNvSpPr/>
            <p:nvPr/>
          </p:nvSpPr>
          <p:spPr>
            <a:xfrm>
              <a:off x="4266025" y="4270282"/>
              <a:ext cx="613631" cy="13140"/>
            </a:xfrm>
            <a:custGeom>
              <a:rect b="b" l="l" r="r" t="t"/>
              <a:pathLst>
                <a:path extrusionOk="0" h="1335" w="62345">
                  <a:moveTo>
                    <a:pt x="0" y="1"/>
                  </a:moveTo>
                  <a:lnTo>
                    <a:pt x="0" y="1335"/>
                  </a:lnTo>
                  <a:lnTo>
                    <a:pt x="62345" y="1335"/>
                  </a:lnTo>
                  <a:lnTo>
                    <a:pt x="62345" y="1"/>
                  </a:lnTo>
                  <a:close/>
                </a:path>
              </a:pathLst>
            </a:custGeom>
            <a:solidFill>
              <a:srgbClr val="595959"/>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2" name="Google Shape;582;p23"/>
            <p:cNvSpPr/>
            <p:nvPr/>
          </p:nvSpPr>
          <p:spPr>
            <a:xfrm>
              <a:off x="4266025" y="4135005"/>
              <a:ext cx="613631" cy="142500"/>
            </a:xfrm>
            <a:custGeom>
              <a:rect b="b" l="l" r="r" t="t"/>
              <a:pathLst>
                <a:path extrusionOk="0" h="14478" w="62345">
                  <a:moveTo>
                    <a:pt x="0" y="1"/>
                  </a:moveTo>
                  <a:lnTo>
                    <a:pt x="0" y="14478"/>
                  </a:lnTo>
                  <a:lnTo>
                    <a:pt x="62345" y="14478"/>
                  </a:lnTo>
                  <a:lnTo>
                    <a:pt x="62345" y="1"/>
                  </a:lnTo>
                  <a:close/>
                </a:path>
              </a:pathLst>
            </a:custGeom>
            <a:solidFill>
              <a:srgbClr val="EEEEEE"/>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3" name="Google Shape;583;p23"/>
            <p:cNvSpPr/>
            <p:nvPr/>
          </p:nvSpPr>
          <p:spPr>
            <a:xfrm>
              <a:off x="4281459" y="4151423"/>
              <a:ext cx="82086" cy="108356"/>
            </a:xfrm>
            <a:custGeom>
              <a:rect b="b" l="l" r="r" t="t"/>
              <a:pathLst>
                <a:path extrusionOk="0" h="11009" w="8340">
                  <a:moveTo>
                    <a:pt x="0" y="0"/>
                  </a:moveTo>
                  <a:lnTo>
                    <a:pt x="0" y="11008"/>
                  </a:lnTo>
                  <a:lnTo>
                    <a:pt x="8339" y="11008"/>
                  </a:lnTo>
                  <a:lnTo>
                    <a:pt x="8339"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4" name="Google Shape;584;p23"/>
            <p:cNvSpPr/>
            <p:nvPr/>
          </p:nvSpPr>
          <p:spPr>
            <a:xfrm>
              <a:off x="4381596" y="4151099"/>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5" name="Google Shape;585;p23"/>
            <p:cNvSpPr/>
            <p:nvPr/>
          </p:nvSpPr>
          <p:spPr>
            <a:xfrm>
              <a:off x="4481742" y="4151099"/>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6" name="Google Shape;586;p23"/>
            <p:cNvSpPr/>
            <p:nvPr/>
          </p:nvSpPr>
          <p:spPr>
            <a:xfrm>
              <a:off x="4581888" y="4151099"/>
              <a:ext cx="82096" cy="108346"/>
            </a:xfrm>
            <a:custGeom>
              <a:rect b="b" l="l" r="r" t="t"/>
              <a:pathLst>
                <a:path extrusionOk="0" h="11008" w="8341">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7" name="Google Shape;587;p23"/>
            <p:cNvSpPr/>
            <p:nvPr/>
          </p:nvSpPr>
          <p:spPr>
            <a:xfrm>
              <a:off x="4682035" y="4151099"/>
              <a:ext cx="82086" cy="108346"/>
            </a:xfrm>
            <a:custGeom>
              <a:rect b="b" l="l" r="r" t="t"/>
              <a:pathLst>
                <a:path extrusionOk="0" h="11008"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88" name="Google Shape;588;p23"/>
            <p:cNvSpPr/>
            <p:nvPr/>
          </p:nvSpPr>
          <p:spPr>
            <a:xfrm>
              <a:off x="4782181" y="4151099"/>
              <a:ext cx="82086" cy="108346"/>
            </a:xfrm>
            <a:custGeom>
              <a:rect b="b" l="l" r="r" t="t"/>
              <a:pathLst>
                <a:path extrusionOk="0" h="11008" w="8340">
                  <a:moveTo>
                    <a:pt x="1" y="0"/>
                  </a:moveTo>
                  <a:lnTo>
                    <a:pt x="1" y="11008"/>
                  </a:lnTo>
                  <a:lnTo>
                    <a:pt x="8340" y="11008"/>
                  </a:lnTo>
                  <a:lnTo>
                    <a:pt x="8340" y="0"/>
                  </a:lnTo>
                  <a:close/>
                </a:path>
              </a:pathLst>
            </a:custGeom>
            <a:solidFill>
              <a:srgbClr val="EEC545"/>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grpSp>
      <p:grpSp>
        <p:nvGrpSpPr>
          <p:cNvPr id="589" name="Google Shape;589;p23"/>
          <p:cNvGrpSpPr/>
          <p:nvPr/>
        </p:nvGrpSpPr>
        <p:grpSpPr>
          <a:xfrm>
            <a:off x="2540564" y="4582159"/>
            <a:ext cx="3961762" cy="611939"/>
            <a:chOff x="2948000" y="3982984"/>
            <a:chExt cx="3248145" cy="501713"/>
          </a:xfrm>
        </p:grpSpPr>
        <p:sp>
          <p:nvSpPr>
            <p:cNvPr id="590" name="Google Shape;590;p23"/>
            <p:cNvSpPr/>
            <p:nvPr/>
          </p:nvSpPr>
          <p:spPr>
            <a:xfrm>
              <a:off x="2948000" y="4449225"/>
              <a:ext cx="3248145" cy="35472"/>
            </a:xfrm>
            <a:custGeom>
              <a:rect b="b" l="l" r="r" t="t"/>
              <a:pathLst>
                <a:path extrusionOk="0" h="3603" w="245143">
                  <a:moveTo>
                    <a:pt x="1" y="0"/>
                  </a:moveTo>
                  <a:lnTo>
                    <a:pt x="1" y="3603"/>
                  </a:lnTo>
                  <a:lnTo>
                    <a:pt x="245142" y="3603"/>
                  </a:lnTo>
                  <a:lnTo>
                    <a:pt x="245142" y="0"/>
                  </a:lnTo>
                  <a:close/>
                </a:path>
              </a:pathLst>
            </a:custGeom>
            <a:solidFill>
              <a:schemeClr val="dk2"/>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1" name="Google Shape;591;p23"/>
            <p:cNvSpPr/>
            <p:nvPr/>
          </p:nvSpPr>
          <p:spPr>
            <a:xfrm>
              <a:off x="5091489" y="4106114"/>
              <a:ext cx="10" cy="343100"/>
            </a:xfrm>
            <a:custGeom>
              <a:rect b="b" l="l" r="r" t="t"/>
              <a:pathLst>
                <a:path extrusionOk="0" fill="none" h="34859" w="1">
                  <a:moveTo>
                    <a:pt x="0" y="34858"/>
                  </a:moveTo>
                  <a:lnTo>
                    <a:pt x="0" y="0"/>
                  </a:lnTo>
                </a:path>
              </a:pathLst>
            </a:custGeom>
            <a:solidFill>
              <a:schemeClr val="accent3"/>
            </a:solidFill>
            <a:ln cap="flat" cmpd="sng" w="14250">
              <a:solidFill>
                <a:schemeClr val="accent2"/>
              </a:solidFill>
              <a:prstDash val="solid"/>
              <a:miter lim="33357"/>
              <a:headEnd len="sm" w="sm" type="none"/>
              <a:tailEnd len="sm" w="sm" type="none"/>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2" name="Google Shape;592;p23"/>
            <p:cNvSpPr/>
            <p:nvPr/>
          </p:nvSpPr>
          <p:spPr>
            <a:xfrm>
              <a:off x="4984118" y="4076230"/>
              <a:ext cx="215059" cy="215059"/>
            </a:xfrm>
            <a:custGeom>
              <a:rect b="b" l="l" r="r" t="t"/>
              <a:pathLst>
                <a:path extrusionOk="0" h="21850" w="21850">
                  <a:moveTo>
                    <a:pt x="10908" y="1"/>
                  </a:moveTo>
                  <a:cubicBezTo>
                    <a:pt x="4871" y="1"/>
                    <a:pt x="0" y="4871"/>
                    <a:pt x="0" y="10908"/>
                  </a:cubicBezTo>
                  <a:cubicBezTo>
                    <a:pt x="0" y="11409"/>
                    <a:pt x="34" y="11876"/>
                    <a:pt x="100" y="12343"/>
                  </a:cubicBezTo>
                  <a:cubicBezTo>
                    <a:pt x="768" y="17713"/>
                    <a:pt x="5371" y="21850"/>
                    <a:pt x="10908" y="21850"/>
                  </a:cubicBezTo>
                  <a:cubicBezTo>
                    <a:pt x="16946" y="21850"/>
                    <a:pt x="21849" y="16946"/>
                    <a:pt x="21849" y="10908"/>
                  </a:cubicBezTo>
                  <a:cubicBezTo>
                    <a:pt x="21849" y="5371"/>
                    <a:pt x="17713" y="801"/>
                    <a:pt x="12343" y="101"/>
                  </a:cubicBezTo>
                  <a:cubicBezTo>
                    <a:pt x="11876" y="34"/>
                    <a:pt x="11409" y="1"/>
                    <a:pt x="10908"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3" name="Google Shape;593;p23"/>
            <p:cNvSpPr/>
            <p:nvPr/>
          </p:nvSpPr>
          <p:spPr>
            <a:xfrm>
              <a:off x="3730162" y="4171455"/>
              <a:ext cx="10" cy="277765"/>
            </a:xfrm>
            <a:custGeom>
              <a:rect b="b" l="l" r="r" t="t"/>
              <a:pathLst>
                <a:path extrusionOk="0" fill="none" h="28221" w="1">
                  <a:moveTo>
                    <a:pt x="0" y="28220"/>
                  </a:moveTo>
                  <a:lnTo>
                    <a:pt x="0" y="0"/>
                  </a:lnTo>
                </a:path>
              </a:pathLst>
            </a:custGeom>
            <a:solidFill>
              <a:schemeClr val="accent3"/>
            </a:solidFill>
            <a:ln cap="flat" cmpd="sng" w="14250">
              <a:solidFill>
                <a:schemeClr val="accent2"/>
              </a:solidFill>
              <a:prstDash val="solid"/>
              <a:miter lim="33357"/>
              <a:headEnd len="sm" w="sm" type="none"/>
              <a:tailEnd len="sm" w="sm" type="none"/>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4" name="Google Shape;594;p23"/>
            <p:cNvSpPr/>
            <p:nvPr/>
          </p:nvSpPr>
          <p:spPr>
            <a:xfrm>
              <a:off x="3622791" y="4110377"/>
              <a:ext cx="215059" cy="215059"/>
            </a:xfrm>
            <a:custGeom>
              <a:rect b="b" l="l" r="r" t="t"/>
              <a:pathLst>
                <a:path extrusionOk="0" h="21850" w="21850">
                  <a:moveTo>
                    <a:pt x="10908" y="1"/>
                  </a:moveTo>
                  <a:cubicBezTo>
                    <a:pt x="4904" y="1"/>
                    <a:pt x="1" y="4871"/>
                    <a:pt x="1" y="10909"/>
                  </a:cubicBezTo>
                  <a:cubicBezTo>
                    <a:pt x="1" y="11409"/>
                    <a:pt x="34" y="11876"/>
                    <a:pt x="101" y="12343"/>
                  </a:cubicBezTo>
                  <a:cubicBezTo>
                    <a:pt x="801" y="17713"/>
                    <a:pt x="5371" y="21850"/>
                    <a:pt x="10908" y="21850"/>
                  </a:cubicBezTo>
                  <a:cubicBezTo>
                    <a:pt x="16946" y="21850"/>
                    <a:pt x="21850" y="16946"/>
                    <a:pt x="21850" y="10909"/>
                  </a:cubicBezTo>
                  <a:cubicBezTo>
                    <a:pt x="21850" y="5371"/>
                    <a:pt x="17713" y="801"/>
                    <a:pt x="12343" y="101"/>
                  </a:cubicBezTo>
                  <a:cubicBezTo>
                    <a:pt x="11876" y="34"/>
                    <a:pt x="11409" y="1"/>
                    <a:pt x="10908"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5" name="Google Shape;595;p23"/>
            <p:cNvSpPr/>
            <p:nvPr/>
          </p:nvSpPr>
          <p:spPr>
            <a:xfrm>
              <a:off x="5354819" y="4106114"/>
              <a:ext cx="10" cy="343100"/>
            </a:xfrm>
            <a:custGeom>
              <a:rect b="b" l="l" r="r" t="t"/>
              <a:pathLst>
                <a:path extrusionOk="0" fill="none" h="34859" w="1">
                  <a:moveTo>
                    <a:pt x="1" y="34858"/>
                  </a:moveTo>
                  <a:lnTo>
                    <a:pt x="1" y="0"/>
                  </a:lnTo>
                </a:path>
              </a:pathLst>
            </a:custGeom>
            <a:solidFill>
              <a:schemeClr val="accent3"/>
            </a:solidFill>
            <a:ln cap="flat" cmpd="sng" w="14250">
              <a:solidFill>
                <a:schemeClr val="accent2"/>
              </a:solidFill>
              <a:prstDash val="solid"/>
              <a:miter lim="33357"/>
              <a:headEnd len="sm" w="sm" type="none"/>
              <a:tailEnd len="sm" w="sm" type="none"/>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6" name="Google Shape;596;p23"/>
            <p:cNvSpPr/>
            <p:nvPr/>
          </p:nvSpPr>
          <p:spPr>
            <a:xfrm>
              <a:off x="5247447" y="4076230"/>
              <a:ext cx="215059" cy="215059"/>
            </a:xfrm>
            <a:custGeom>
              <a:rect b="b" l="l" r="r" t="t"/>
              <a:pathLst>
                <a:path extrusionOk="0" h="21850" w="21850">
                  <a:moveTo>
                    <a:pt x="10942" y="1"/>
                  </a:moveTo>
                  <a:cubicBezTo>
                    <a:pt x="4904" y="1"/>
                    <a:pt x="1" y="4871"/>
                    <a:pt x="1" y="10908"/>
                  </a:cubicBezTo>
                  <a:cubicBezTo>
                    <a:pt x="1" y="11409"/>
                    <a:pt x="34" y="11876"/>
                    <a:pt x="101" y="12343"/>
                  </a:cubicBezTo>
                  <a:cubicBezTo>
                    <a:pt x="801" y="17713"/>
                    <a:pt x="5371" y="21850"/>
                    <a:pt x="10942" y="21850"/>
                  </a:cubicBezTo>
                  <a:cubicBezTo>
                    <a:pt x="16980" y="21850"/>
                    <a:pt x="21850" y="16946"/>
                    <a:pt x="21850" y="10908"/>
                  </a:cubicBezTo>
                  <a:cubicBezTo>
                    <a:pt x="21850" y="5371"/>
                    <a:pt x="17713" y="801"/>
                    <a:pt x="12343" y="101"/>
                  </a:cubicBezTo>
                  <a:cubicBezTo>
                    <a:pt x="11876" y="34"/>
                    <a:pt x="11409" y="1"/>
                    <a:pt x="10942"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7" name="Google Shape;597;p23"/>
            <p:cNvSpPr/>
            <p:nvPr/>
          </p:nvSpPr>
          <p:spPr>
            <a:xfrm>
              <a:off x="5287835" y="3982984"/>
              <a:ext cx="134626" cy="134616"/>
            </a:xfrm>
            <a:custGeom>
              <a:rect b="b" l="l" r="r" t="t"/>
              <a:pathLst>
                <a:path extrusionOk="0" h="13677" w="13678">
                  <a:moveTo>
                    <a:pt x="6839" y="0"/>
                  </a:moveTo>
                  <a:cubicBezTo>
                    <a:pt x="3036" y="0"/>
                    <a:pt x="1" y="3069"/>
                    <a:pt x="1" y="6838"/>
                  </a:cubicBezTo>
                  <a:cubicBezTo>
                    <a:pt x="1" y="7139"/>
                    <a:pt x="1" y="7439"/>
                    <a:pt x="67" y="7739"/>
                  </a:cubicBezTo>
                  <a:cubicBezTo>
                    <a:pt x="501" y="11108"/>
                    <a:pt x="3336" y="13677"/>
                    <a:pt x="6839" y="13677"/>
                  </a:cubicBezTo>
                  <a:cubicBezTo>
                    <a:pt x="10608" y="13677"/>
                    <a:pt x="13677" y="10641"/>
                    <a:pt x="13677" y="6838"/>
                  </a:cubicBezTo>
                  <a:cubicBezTo>
                    <a:pt x="13677" y="3369"/>
                    <a:pt x="11075" y="501"/>
                    <a:pt x="7706" y="67"/>
                  </a:cubicBezTo>
                  <a:cubicBezTo>
                    <a:pt x="7439" y="34"/>
                    <a:pt x="7139" y="0"/>
                    <a:pt x="6839"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8" name="Google Shape;598;p23"/>
            <p:cNvSpPr/>
            <p:nvPr/>
          </p:nvSpPr>
          <p:spPr>
            <a:xfrm>
              <a:off x="4003345" y="4106114"/>
              <a:ext cx="10" cy="343100"/>
            </a:xfrm>
            <a:custGeom>
              <a:rect b="b" l="l" r="r" t="t"/>
              <a:pathLst>
                <a:path extrusionOk="0" fill="none" h="34859" w="1">
                  <a:moveTo>
                    <a:pt x="1" y="34858"/>
                  </a:moveTo>
                  <a:lnTo>
                    <a:pt x="1" y="0"/>
                  </a:lnTo>
                </a:path>
              </a:pathLst>
            </a:custGeom>
            <a:solidFill>
              <a:schemeClr val="accent3"/>
            </a:solidFill>
            <a:ln cap="flat" cmpd="sng" w="14250">
              <a:solidFill>
                <a:schemeClr val="accent2"/>
              </a:solidFill>
              <a:prstDash val="solid"/>
              <a:miter lim="33357"/>
              <a:headEnd len="sm" w="sm" type="none"/>
              <a:tailEnd len="sm" w="sm" type="none"/>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599" name="Google Shape;599;p23"/>
            <p:cNvSpPr/>
            <p:nvPr/>
          </p:nvSpPr>
          <p:spPr>
            <a:xfrm>
              <a:off x="3928151" y="4141245"/>
              <a:ext cx="150049" cy="150049"/>
            </a:xfrm>
            <a:custGeom>
              <a:rect b="b" l="l" r="r" t="t"/>
              <a:pathLst>
                <a:path extrusionOk="0" h="15245" w="15245">
                  <a:moveTo>
                    <a:pt x="7640" y="0"/>
                  </a:moveTo>
                  <a:cubicBezTo>
                    <a:pt x="3437" y="0"/>
                    <a:pt x="1" y="3403"/>
                    <a:pt x="1" y="7606"/>
                  </a:cubicBezTo>
                  <a:cubicBezTo>
                    <a:pt x="1" y="7939"/>
                    <a:pt x="34" y="8273"/>
                    <a:pt x="67" y="8606"/>
                  </a:cubicBezTo>
                  <a:cubicBezTo>
                    <a:pt x="568" y="12342"/>
                    <a:pt x="3770" y="15245"/>
                    <a:pt x="7640" y="15245"/>
                  </a:cubicBezTo>
                  <a:cubicBezTo>
                    <a:pt x="11843" y="15245"/>
                    <a:pt x="15245" y="11842"/>
                    <a:pt x="15245" y="7606"/>
                  </a:cubicBezTo>
                  <a:cubicBezTo>
                    <a:pt x="15245" y="3736"/>
                    <a:pt x="12376" y="534"/>
                    <a:pt x="8640" y="67"/>
                  </a:cubicBezTo>
                  <a:cubicBezTo>
                    <a:pt x="8307" y="0"/>
                    <a:pt x="7973" y="0"/>
                    <a:pt x="7640"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0" name="Google Shape;600;p23"/>
            <p:cNvSpPr/>
            <p:nvPr/>
          </p:nvSpPr>
          <p:spPr>
            <a:xfrm>
              <a:off x="3956392" y="4076230"/>
              <a:ext cx="93907" cy="93907"/>
            </a:xfrm>
            <a:custGeom>
              <a:rect b="b" l="l" r="r" t="t"/>
              <a:pathLst>
                <a:path extrusionOk="0" h="9541" w="9541">
                  <a:moveTo>
                    <a:pt x="4771" y="1"/>
                  </a:moveTo>
                  <a:cubicBezTo>
                    <a:pt x="2135" y="1"/>
                    <a:pt x="0" y="2135"/>
                    <a:pt x="0" y="4771"/>
                  </a:cubicBezTo>
                  <a:cubicBezTo>
                    <a:pt x="0" y="4971"/>
                    <a:pt x="0" y="5171"/>
                    <a:pt x="34" y="5371"/>
                  </a:cubicBezTo>
                  <a:cubicBezTo>
                    <a:pt x="334" y="7739"/>
                    <a:pt x="2335" y="9541"/>
                    <a:pt x="4771" y="9541"/>
                  </a:cubicBezTo>
                  <a:cubicBezTo>
                    <a:pt x="7406" y="9541"/>
                    <a:pt x="9541" y="7406"/>
                    <a:pt x="9541" y="4771"/>
                  </a:cubicBezTo>
                  <a:cubicBezTo>
                    <a:pt x="9541" y="2336"/>
                    <a:pt x="7739" y="334"/>
                    <a:pt x="5371" y="34"/>
                  </a:cubicBezTo>
                  <a:cubicBezTo>
                    <a:pt x="5171" y="1"/>
                    <a:pt x="4971" y="1"/>
                    <a:pt x="4771"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1" name="Google Shape;601;p23"/>
            <p:cNvSpPr/>
            <p:nvPr/>
          </p:nvSpPr>
          <p:spPr>
            <a:xfrm>
              <a:off x="5063908" y="4377653"/>
              <a:ext cx="142825" cy="71585"/>
            </a:xfrm>
            <a:custGeom>
              <a:rect b="b" l="l" r="r" t="t"/>
              <a:pathLst>
                <a:path extrusionOk="0" h="7273" w="14511">
                  <a:moveTo>
                    <a:pt x="7239" y="1"/>
                  </a:moveTo>
                  <a:cubicBezTo>
                    <a:pt x="3236" y="1"/>
                    <a:pt x="0" y="3236"/>
                    <a:pt x="0" y="7272"/>
                  </a:cubicBezTo>
                  <a:lnTo>
                    <a:pt x="14511" y="7272"/>
                  </a:lnTo>
                  <a:cubicBezTo>
                    <a:pt x="14511" y="3236"/>
                    <a:pt x="11242" y="1"/>
                    <a:pt x="7239"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2" name="Google Shape;602;p23"/>
            <p:cNvSpPr/>
            <p:nvPr/>
          </p:nvSpPr>
          <p:spPr>
            <a:xfrm>
              <a:off x="5163070" y="4407863"/>
              <a:ext cx="82411" cy="41043"/>
            </a:xfrm>
            <a:custGeom>
              <a:rect b="b" l="l" r="r" t="t"/>
              <a:pathLst>
                <a:path extrusionOk="0" h="4170" w="8373">
                  <a:moveTo>
                    <a:pt x="4170" y="0"/>
                  </a:moveTo>
                  <a:cubicBezTo>
                    <a:pt x="1868" y="0"/>
                    <a:pt x="0" y="1868"/>
                    <a:pt x="0" y="4170"/>
                  </a:cubicBezTo>
                  <a:lnTo>
                    <a:pt x="8373" y="4170"/>
                  </a:lnTo>
                  <a:cubicBezTo>
                    <a:pt x="8373" y="1868"/>
                    <a:pt x="6505" y="0"/>
                    <a:pt x="4170"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3" name="Google Shape;603;p23"/>
            <p:cNvSpPr/>
            <p:nvPr/>
          </p:nvSpPr>
          <p:spPr>
            <a:xfrm>
              <a:off x="3563356" y="4377653"/>
              <a:ext cx="142834" cy="71585"/>
            </a:xfrm>
            <a:custGeom>
              <a:rect b="b" l="l" r="r" t="t"/>
              <a:pathLst>
                <a:path extrusionOk="0" h="7273" w="14512">
                  <a:moveTo>
                    <a:pt x="7273" y="1"/>
                  </a:moveTo>
                  <a:cubicBezTo>
                    <a:pt x="3270" y="1"/>
                    <a:pt x="1" y="3236"/>
                    <a:pt x="1" y="7272"/>
                  </a:cubicBezTo>
                  <a:lnTo>
                    <a:pt x="14511" y="7272"/>
                  </a:lnTo>
                  <a:cubicBezTo>
                    <a:pt x="14511" y="3236"/>
                    <a:pt x="11276" y="1"/>
                    <a:pt x="7273" y="1"/>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4" name="Google Shape;604;p23"/>
            <p:cNvSpPr/>
            <p:nvPr/>
          </p:nvSpPr>
          <p:spPr>
            <a:xfrm>
              <a:off x="3662518" y="4407863"/>
              <a:ext cx="82746" cy="41043"/>
            </a:xfrm>
            <a:custGeom>
              <a:rect b="b" l="l" r="r" t="t"/>
              <a:pathLst>
                <a:path extrusionOk="0" h="4170" w="8407">
                  <a:moveTo>
                    <a:pt x="4204" y="0"/>
                  </a:moveTo>
                  <a:cubicBezTo>
                    <a:pt x="1869" y="0"/>
                    <a:pt x="1" y="1868"/>
                    <a:pt x="1" y="4170"/>
                  </a:cubicBezTo>
                  <a:lnTo>
                    <a:pt x="8407" y="4170"/>
                  </a:lnTo>
                  <a:cubicBezTo>
                    <a:pt x="8407" y="1868"/>
                    <a:pt x="6539" y="0"/>
                    <a:pt x="4204"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5" name="Google Shape;605;p23"/>
            <p:cNvSpPr/>
            <p:nvPr/>
          </p:nvSpPr>
          <p:spPr>
            <a:xfrm>
              <a:off x="3873649" y="4407863"/>
              <a:ext cx="82746" cy="41043"/>
            </a:xfrm>
            <a:custGeom>
              <a:rect b="b" l="l" r="r" t="t"/>
              <a:pathLst>
                <a:path extrusionOk="0" h="4170" w="8407">
                  <a:moveTo>
                    <a:pt x="4203" y="0"/>
                  </a:moveTo>
                  <a:cubicBezTo>
                    <a:pt x="1868" y="0"/>
                    <a:pt x="0" y="1868"/>
                    <a:pt x="0" y="4170"/>
                  </a:cubicBezTo>
                  <a:lnTo>
                    <a:pt x="8406" y="4170"/>
                  </a:lnTo>
                  <a:cubicBezTo>
                    <a:pt x="8406" y="1868"/>
                    <a:pt x="6505" y="0"/>
                    <a:pt x="4203"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sp>
          <p:nvSpPr>
            <p:cNvPr id="606" name="Google Shape;606;p23"/>
            <p:cNvSpPr/>
            <p:nvPr/>
          </p:nvSpPr>
          <p:spPr>
            <a:xfrm>
              <a:off x="5462515" y="4407863"/>
              <a:ext cx="82746" cy="41043"/>
            </a:xfrm>
            <a:custGeom>
              <a:rect b="b" l="l" r="r" t="t"/>
              <a:pathLst>
                <a:path extrusionOk="0" h="4170" w="8407">
                  <a:moveTo>
                    <a:pt x="4204" y="0"/>
                  </a:moveTo>
                  <a:cubicBezTo>
                    <a:pt x="1902" y="0"/>
                    <a:pt x="1" y="1868"/>
                    <a:pt x="1" y="4170"/>
                  </a:cubicBezTo>
                  <a:lnTo>
                    <a:pt x="8407" y="4170"/>
                  </a:lnTo>
                  <a:cubicBezTo>
                    <a:pt x="8407" y="1868"/>
                    <a:pt x="6539" y="0"/>
                    <a:pt x="4204" y="0"/>
                  </a:cubicBezTo>
                  <a:close/>
                </a:path>
              </a:pathLst>
            </a:custGeom>
            <a:solidFill>
              <a:schemeClr val="accent3"/>
            </a:solidFill>
            <a:ln>
              <a:noFill/>
            </a:ln>
          </p:spPr>
          <p:txBody>
            <a:bodyPr anchorCtr="0" anchor="ctr" bIns="111500" lIns="111500" spcFirstLastPara="1" rIns="111500" wrap="square" tIns="111500">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4"/>
          <p:cNvSpPr txBox="1"/>
          <p:nvPr>
            <p:ph type="title"/>
          </p:nvPr>
        </p:nvSpPr>
        <p:spPr>
          <a:xfrm>
            <a:off x="1417950" y="334449"/>
            <a:ext cx="64956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Modelo predictivo: Random Forest</a:t>
            </a:r>
            <a:endParaRPr/>
          </a:p>
        </p:txBody>
      </p:sp>
      <p:grpSp>
        <p:nvGrpSpPr>
          <p:cNvPr id="612" name="Google Shape;612;p24"/>
          <p:cNvGrpSpPr/>
          <p:nvPr/>
        </p:nvGrpSpPr>
        <p:grpSpPr>
          <a:xfrm>
            <a:off x="3122059" y="2088361"/>
            <a:ext cx="1334106" cy="3055144"/>
            <a:chOff x="3398356" y="2103761"/>
            <a:chExt cx="1334106" cy="3055144"/>
          </a:xfrm>
        </p:grpSpPr>
        <p:sp>
          <p:nvSpPr>
            <p:cNvPr id="613" name="Google Shape;613;p24"/>
            <p:cNvSpPr/>
            <p:nvPr/>
          </p:nvSpPr>
          <p:spPr>
            <a:xfrm>
              <a:off x="3398356" y="2176303"/>
              <a:ext cx="1334106" cy="2982204"/>
            </a:xfrm>
            <a:custGeom>
              <a:rect b="b" l="l" r="r" t="t"/>
              <a:pathLst>
                <a:path extrusionOk="0" h="175527" w="78523">
                  <a:moveTo>
                    <a:pt x="0" y="1"/>
                  </a:moveTo>
                  <a:lnTo>
                    <a:pt x="0" y="175527"/>
                  </a:lnTo>
                  <a:lnTo>
                    <a:pt x="78523" y="175527"/>
                  </a:lnTo>
                  <a:lnTo>
                    <a:pt x="78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4"/>
            <p:cNvSpPr/>
            <p:nvPr/>
          </p:nvSpPr>
          <p:spPr>
            <a:xfrm>
              <a:off x="3398356" y="2176303"/>
              <a:ext cx="1334106" cy="2982204"/>
            </a:xfrm>
            <a:custGeom>
              <a:rect b="b" l="l" r="r" t="t"/>
              <a:pathLst>
                <a:path extrusionOk="0" h="175527" w="78523">
                  <a:moveTo>
                    <a:pt x="78523" y="1"/>
                  </a:moveTo>
                  <a:lnTo>
                    <a:pt x="0" y="175527"/>
                  </a:lnTo>
                  <a:lnTo>
                    <a:pt x="78523" y="175527"/>
                  </a:lnTo>
                  <a:lnTo>
                    <a:pt x="7852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4"/>
            <p:cNvSpPr/>
            <p:nvPr/>
          </p:nvSpPr>
          <p:spPr>
            <a:xfrm>
              <a:off x="3530985" y="2342952"/>
              <a:ext cx="304359" cy="518586"/>
            </a:xfrm>
            <a:custGeom>
              <a:rect b="b" l="l" r="r" t="t"/>
              <a:pathLst>
                <a:path extrusionOk="0" h="30523" w="17914">
                  <a:moveTo>
                    <a:pt x="1" y="1"/>
                  </a:moveTo>
                  <a:lnTo>
                    <a:pt x="1" y="30523"/>
                  </a:lnTo>
                  <a:lnTo>
                    <a:pt x="17913" y="30523"/>
                  </a:lnTo>
                  <a:lnTo>
                    <a:pt x="17913"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4"/>
            <p:cNvSpPr/>
            <p:nvPr/>
          </p:nvSpPr>
          <p:spPr>
            <a:xfrm>
              <a:off x="3551394" y="2364499"/>
              <a:ext cx="260151" cy="475516"/>
            </a:xfrm>
            <a:custGeom>
              <a:rect b="b" l="l" r="r" t="t"/>
              <a:pathLst>
                <a:path extrusionOk="0" h="27988" w="15312">
                  <a:moveTo>
                    <a:pt x="1" y="1"/>
                  </a:moveTo>
                  <a:lnTo>
                    <a:pt x="1" y="27987"/>
                  </a:lnTo>
                  <a:lnTo>
                    <a:pt x="15311" y="27987"/>
                  </a:lnTo>
                  <a:lnTo>
                    <a:pt x="15311"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4"/>
            <p:cNvSpPr/>
            <p:nvPr/>
          </p:nvSpPr>
          <p:spPr>
            <a:xfrm>
              <a:off x="3913596" y="2342952"/>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4"/>
            <p:cNvSpPr/>
            <p:nvPr/>
          </p:nvSpPr>
          <p:spPr>
            <a:xfrm>
              <a:off x="4296207" y="2342952"/>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4"/>
            <p:cNvSpPr/>
            <p:nvPr/>
          </p:nvSpPr>
          <p:spPr>
            <a:xfrm>
              <a:off x="3530985" y="3063399"/>
              <a:ext cx="304359" cy="518586"/>
            </a:xfrm>
            <a:custGeom>
              <a:rect b="b" l="l" r="r" t="t"/>
              <a:pathLst>
                <a:path extrusionOk="0" h="30523" w="17914">
                  <a:moveTo>
                    <a:pt x="1" y="1"/>
                  </a:moveTo>
                  <a:lnTo>
                    <a:pt x="1" y="30523"/>
                  </a:lnTo>
                  <a:lnTo>
                    <a:pt x="17913" y="30523"/>
                  </a:lnTo>
                  <a:lnTo>
                    <a:pt x="17913"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4"/>
            <p:cNvSpPr/>
            <p:nvPr/>
          </p:nvSpPr>
          <p:spPr>
            <a:xfrm>
              <a:off x="3913596" y="3063399"/>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4"/>
            <p:cNvSpPr/>
            <p:nvPr/>
          </p:nvSpPr>
          <p:spPr>
            <a:xfrm>
              <a:off x="4296207" y="3063399"/>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4"/>
            <p:cNvSpPr/>
            <p:nvPr/>
          </p:nvSpPr>
          <p:spPr>
            <a:xfrm>
              <a:off x="3530985" y="3783845"/>
              <a:ext cx="304359" cy="518586"/>
            </a:xfrm>
            <a:custGeom>
              <a:rect b="b" l="l" r="r" t="t"/>
              <a:pathLst>
                <a:path extrusionOk="0" h="30523" w="17914">
                  <a:moveTo>
                    <a:pt x="1" y="1"/>
                  </a:moveTo>
                  <a:lnTo>
                    <a:pt x="1" y="30523"/>
                  </a:lnTo>
                  <a:lnTo>
                    <a:pt x="17913" y="30523"/>
                  </a:lnTo>
                  <a:lnTo>
                    <a:pt x="17913"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4"/>
            <p:cNvSpPr/>
            <p:nvPr/>
          </p:nvSpPr>
          <p:spPr>
            <a:xfrm>
              <a:off x="3913596" y="3783845"/>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4"/>
            <p:cNvSpPr/>
            <p:nvPr/>
          </p:nvSpPr>
          <p:spPr>
            <a:xfrm>
              <a:off x="4296207" y="3783845"/>
              <a:ext cx="304359" cy="518586"/>
            </a:xfrm>
            <a:custGeom>
              <a:rect b="b" l="l" r="r" t="t"/>
              <a:pathLst>
                <a:path extrusionOk="0" h="30523" w="17914">
                  <a:moveTo>
                    <a:pt x="1" y="1"/>
                  </a:moveTo>
                  <a:lnTo>
                    <a:pt x="1" y="30523"/>
                  </a:lnTo>
                  <a:lnTo>
                    <a:pt x="17914" y="30523"/>
                  </a:lnTo>
                  <a:lnTo>
                    <a:pt x="17914" y="1"/>
                  </a:lnTo>
                  <a:close/>
                </a:path>
              </a:pathLst>
            </a:cu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4"/>
            <p:cNvSpPr/>
            <p:nvPr/>
          </p:nvSpPr>
          <p:spPr>
            <a:xfrm>
              <a:off x="3682901" y="4536035"/>
              <a:ext cx="765111" cy="622870"/>
            </a:xfrm>
            <a:custGeom>
              <a:rect b="b" l="l" r="r" t="t"/>
              <a:pathLst>
                <a:path extrusionOk="0" h="36661" w="45033">
                  <a:moveTo>
                    <a:pt x="0" y="1"/>
                  </a:moveTo>
                  <a:lnTo>
                    <a:pt x="0" y="36661"/>
                  </a:lnTo>
                  <a:lnTo>
                    <a:pt x="45033" y="36661"/>
                  </a:lnTo>
                  <a:lnTo>
                    <a:pt x="45033" y="1"/>
                  </a:lnTo>
                  <a:close/>
                </a:path>
              </a:pathLst>
            </a:cu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3682900" y="4536025"/>
              <a:ext cx="757793" cy="622870"/>
            </a:xfrm>
            <a:custGeom>
              <a:rect b="b" l="l" r="r" t="t"/>
              <a:pathLst>
                <a:path extrusionOk="0" h="36661" w="45033">
                  <a:moveTo>
                    <a:pt x="45033" y="1"/>
                  </a:moveTo>
                  <a:lnTo>
                    <a:pt x="0" y="36661"/>
                  </a:lnTo>
                  <a:lnTo>
                    <a:pt x="45033" y="36661"/>
                  </a:lnTo>
                  <a:lnTo>
                    <a:pt x="4503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4"/>
            <p:cNvSpPr/>
            <p:nvPr/>
          </p:nvSpPr>
          <p:spPr>
            <a:xfrm>
              <a:off x="3599568" y="2103761"/>
              <a:ext cx="932309" cy="72547"/>
            </a:xfrm>
            <a:custGeom>
              <a:rect b="b" l="l" r="r" t="t"/>
              <a:pathLst>
                <a:path extrusionOk="0" h="4270" w="54874">
                  <a:moveTo>
                    <a:pt x="1" y="0"/>
                  </a:moveTo>
                  <a:lnTo>
                    <a:pt x="1" y="4270"/>
                  </a:lnTo>
                  <a:lnTo>
                    <a:pt x="54873" y="4270"/>
                  </a:lnTo>
                  <a:lnTo>
                    <a:pt x="548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4"/>
            <p:cNvSpPr/>
            <p:nvPr/>
          </p:nvSpPr>
          <p:spPr>
            <a:xfrm>
              <a:off x="4065512" y="4536035"/>
              <a:ext cx="17" cy="622870"/>
            </a:xfrm>
            <a:custGeom>
              <a:rect b="b" l="l" r="r" t="t"/>
              <a:pathLst>
                <a:path extrusionOk="0" fill="none" h="36661" w="1">
                  <a:moveTo>
                    <a:pt x="0" y="1"/>
                  </a:moveTo>
                  <a:lnTo>
                    <a:pt x="0" y="36661"/>
                  </a:lnTo>
                </a:path>
              </a:pathLst>
            </a:custGeom>
            <a:noFill/>
            <a:ln cap="flat" cmpd="sng" w="108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4"/>
            <p:cNvSpPr/>
            <p:nvPr/>
          </p:nvSpPr>
          <p:spPr>
            <a:xfrm>
              <a:off x="3935143" y="2364499"/>
              <a:ext cx="259573" cy="475516"/>
            </a:xfrm>
            <a:custGeom>
              <a:rect b="b" l="l" r="r" t="t"/>
              <a:pathLst>
                <a:path extrusionOk="0" h="27988" w="15278">
                  <a:moveTo>
                    <a:pt x="0" y="1"/>
                  </a:moveTo>
                  <a:lnTo>
                    <a:pt x="0" y="27987"/>
                  </a:lnTo>
                  <a:lnTo>
                    <a:pt x="15278" y="27987"/>
                  </a:lnTo>
                  <a:lnTo>
                    <a:pt x="15278"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4"/>
            <p:cNvSpPr/>
            <p:nvPr/>
          </p:nvSpPr>
          <p:spPr>
            <a:xfrm>
              <a:off x="4318314" y="2364499"/>
              <a:ext cx="260151" cy="475516"/>
            </a:xfrm>
            <a:custGeom>
              <a:rect b="b" l="l" r="r" t="t"/>
              <a:pathLst>
                <a:path extrusionOk="0" h="27988" w="15312">
                  <a:moveTo>
                    <a:pt x="1" y="1"/>
                  </a:moveTo>
                  <a:lnTo>
                    <a:pt x="1" y="27987"/>
                  </a:lnTo>
                  <a:lnTo>
                    <a:pt x="15312" y="27987"/>
                  </a:lnTo>
                  <a:lnTo>
                    <a:pt x="15312"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4"/>
            <p:cNvSpPr/>
            <p:nvPr/>
          </p:nvSpPr>
          <p:spPr>
            <a:xfrm>
              <a:off x="3551394" y="3085507"/>
              <a:ext cx="260151" cy="474955"/>
            </a:xfrm>
            <a:custGeom>
              <a:rect b="b" l="l" r="r" t="t"/>
              <a:pathLst>
                <a:path extrusionOk="0" h="27955" w="15312">
                  <a:moveTo>
                    <a:pt x="1" y="1"/>
                  </a:moveTo>
                  <a:lnTo>
                    <a:pt x="1" y="27954"/>
                  </a:lnTo>
                  <a:lnTo>
                    <a:pt x="15311" y="27954"/>
                  </a:lnTo>
                  <a:lnTo>
                    <a:pt x="15311"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4"/>
            <p:cNvSpPr/>
            <p:nvPr/>
          </p:nvSpPr>
          <p:spPr>
            <a:xfrm>
              <a:off x="3935143" y="3085507"/>
              <a:ext cx="259573" cy="474955"/>
            </a:xfrm>
            <a:custGeom>
              <a:rect b="b" l="l" r="r" t="t"/>
              <a:pathLst>
                <a:path extrusionOk="0" h="27955" w="15278">
                  <a:moveTo>
                    <a:pt x="0" y="1"/>
                  </a:moveTo>
                  <a:lnTo>
                    <a:pt x="0" y="27954"/>
                  </a:lnTo>
                  <a:lnTo>
                    <a:pt x="15278" y="27954"/>
                  </a:lnTo>
                  <a:lnTo>
                    <a:pt x="15278"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4"/>
            <p:cNvSpPr/>
            <p:nvPr/>
          </p:nvSpPr>
          <p:spPr>
            <a:xfrm>
              <a:off x="4318314" y="3085507"/>
              <a:ext cx="260151" cy="474955"/>
            </a:xfrm>
            <a:custGeom>
              <a:rect b="b" l="l" r="r" t="t"/>
              <a:pathLst>
                <a:path extrusionOk="0" h="27955" w="15312">
                  <a:moveTo>
                    <a:pt x="1" y="1"/>
                  </a:moveTo>
                  <a:lnTo>
                    <a:pt x="1" y="27954"/>
                  </a:lnTo>
                  <a:lnTo>
                    <a:pt x="15312" y="27954"/>
                  </a:lnTo>
                  <a:lnTo>
                    <a:pt x="15312"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4"/>
            <p:cNvSpPr/>
            <p:nvPr/>
          </p:nvSpPr>
          <p:spPr>
            <a:xfrm>
              <a:off x="3551394" y="3805953"/>
              <a:ext cx="260151" cy="474955"/>
            </a:xfrm>
            <a:custGeom>
              <a:rect b="b" l="l" r="r" t="t"/>
              <a:pathLst>
                <a:path extrusionOk="0" h="27955" w="15312">
                  <a:moveTo>
                    <a:pt x="1" y="1"/>
                  </a:moveTo>
                  <a:lnTo>
                    <a:pt x="1" y="27954"/>
                  </a:lnTo>
                  <a:lnTo>
                    <a:pt x="15311" y="27954"/>
                  </a:lnTo>
                  <a:lnTo>
                    <a:pt x="15311"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3935143" y="3805953"/>
              <a:ext cx="259573" cy="474955"/>
            </a:xfrm>
            <a:custGeom>
              <a:rect b="b" l="l" r="r" t="t"/>
              <a:pathLst>
                <a:path extrusionOk="0" h="27955" w="15278">
                  <a:moveTo>
                    <a:pt x="0" y="1"/>
                  </a:moveTo>
                  <a:lnTo>
                    <a:pt x="0" y="27954"/>
                  </a:lnTo>
                  <a:lnTo>
                    <a:pt x="15278" y="27954"/>
                  </a:lnTo>
                  <a:lnTo>
                    <a:pt x="15278"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4"/>
            <p:cNvSpPr/>
            <p:nvPr/>
          </p:nvSpPr>
          <p:spPr>
            <a:xfrm>
              <a:off x="4318314" y="3805953"/>
              <a:ext cx="260151" cy="474955"/>
            </a:xfrm>
            <a:custGeom>
              <a:rect b="b" l="l" r="r" t="t"/>
              <a:pathLst>
                <a:path extrusionOk="0" h="27955" w="15312">
                  <a:moveTo>
                    <a:pt x="1" y="1"/>
                  </a:moveTo>
                  <a:lnTo>
                    <a:pt x="1" y="27954"/>
                  </a:lnTo>
                  <a:lnTo>
                    <a:pt x="15312" y="27954"/>
                  </a:lnTo>
                  <a:lnTo>
                    <a:pt x="15312" y="1"/>
                  </a:lnTo>
                  <a:close/>
                </a:path>
              </a:pathLst>
            </a:custGeom>
            <a:solidFill>
              <a:schemeClr val="lt2"/>
            </a:solid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4"/>
            <p:cNvSpPr/>
            <p:nvPr/>
          </p:nvSpPr>
          <p:spPr>
            <a:xfrm>
              <a:off x="3551394" y="2365060"/>
              <a:ext cx="260151" cy="474955"/>
            </a:xfrm>
            <a:custGeom>
              <a:rect b="b" l="l" r="r" t="t"/>
              <a:pathLst>
                <a:path extrusionOk="0" h="27955" w="15312">
                  <a:moveTo>
                    <a:pt x="15311" y="1"/>
                  </a:moveTo>
                  <a:lnTo>
                    <a:pt x="1" y="27954"/>
                  </a:lnTo>
                  <a:lnTo>
                    <a:pt x="15311" y="27954"/>
                  </a:lnTo>
                  <a:lnTo>
                    <a:pt x="153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4"/>
            <p:cNvSpPr/>
            <p:nvPr/>
          </p:nvSpPr>
          <p:spPr>
            <a:xfrm>
              <a:off x="3935143" y="2365060"/>
              <a:ext cx="259573" cy="474955"/>
            </a:xfrm>
            <a:custGeom>
              <a:rect b="b" l="l" r="r" t="t"/>
              <a:pathLst>
                <a:path extrusionOk="0" h="27955" w="15278">
                  <a:moveTo>
                    <a:pt x="15278" y="1"/>
                  </a:moveTo>
                  <a:lnTo>
                    <a:pt x="0" y="27954"/>
                  </a:lnTo>
                  <a:lnTo>
                    <a:pt x="15278" y="27954"/>
                  </a:lnTo>
                  <a:lnTo>
                    <a:pt x="152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4"/>
            <p:cNvSpPr/>
            <p:nvPr/>
          </p:nvSpPr>
          <p:spPr>
            <a:xfrm>
              <a:off x="4318314" y="2365060"/>
              <a:ext cx="259590" cy="474955"/>
            </a:xfrm>
            <a:custGeom>
              <a:rect b="b" l="l" r="r" t="t"/>
              <a:pathLst>
                <a:path extrusionOk="0" h="27955" w="15279">
                  <a:moveTo>
                    <a:pt x="15278" y="1"/>
                  </a:moveTo>
                  <a:lnTo>
                    <a:pt x="1" y="27954"/>
                  </a:lnTo>
                  <a:lnTo>
                    <a:pt x="15278" y="27954"/>
                  </a:lnTo>
                  <a:lnTo>
                    <a:pt x="152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4"/>
            <p:cNvSpPr/>
            <p:nvPr/>
          </p:nvSpPr>
          <p:spPr>
            <a:xfrm>
              <a:off x="3551394" y="3085506"/>
              <a:ext cx="260151" cy="475516"/>
            </a:xfrm>
            <a:custGeom>
              <a:rect b="b" l="l" r="r" t="t"/>
              <a:pathLst>
                <a:path extrusionOk="0" h="27988" w="15312">
                  <a:moveTo>
                    <a:pt x="15311" y="1"/>
                  </a:moveTo>
                  <a:lnTo>
                    <a:pt x="1" y="27988"/>
                  </a:lnTo>
                  <a:lnTo>
                    <a:pt x="15311" y="27988"/>
                  </a:lnTo>
                  <a:lnTo>
                    <a:pt x="153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4"/>
            <p:cNvSpPr/>
            <p:nvPr/>
          </p:nvSpPr>
          <p:spPr>
            <a:xfrm>
              <a:off x="3935143" y="3085506"/>
              <a:ext cx="259573" cy="475516"/>
            </a:xfrm>
            <a:custGeom>
              <a:rect b="b" l="l" r="r" t="t"/>
              <a:pathLst>
                <a:path extrusionOk="0" h="27988" w="15278">
                  <a:moveTo>
                    <a:pt x="15278" y="1"/>
                  </a:moveTo>
                  <a:lnTo>
                    <a:pt x="0" y="27988"/>
                  </a:lnTo>
                  <a:lnTo>
                    <a:pt x="15278" y="27988"/>
                  </a:lnTo>
                  <a:lnTo>
                    <a:pt x="152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4"/>
            <p:cNvSpPr/>
            <p:nvPr/>
          </p:nvSpPr>
          <p:spPr>
            <a:xfrm>
              <a:off x="4318314" y="3085506"/>
              <a:ext cx="259590" cy="475516"/>
            </a:xfrm>
            <a:custGeom>
              <a:rect b="b" l="l" r="r" t="t"/>
              <a:pathLst>
                <a:path extrusionOk="0" h="27988" w="15279">
                  <a:moveTo>
                    <a:pt x="15278" y="1"/>
                  </a:moveTo>
                  <a:lnTo>
                    <a:pt x="1" y="27988"/>
                  </a:lnTo>
                  <a:lnTo>
                    <a:pt x="15278" y="27988"/>
                  </a:lnTo>
                  <a:lnTo>
                    <a:pt x="152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4"/>
            <p:cNvSpPr/>
            <p:nvPr/>
          </p:nvSpPr>
          <p:spPr>
            <a:xfrm>
              <a:off x="3551394" y="3806531"/>
              <a:ext cx="260151" cy="474938"/>
            </a:xfrm>
            <a:custGeom>
              <a:rect b="b" l="l" r="r" t="t"/>
              <a:pathLst>
                <a:path extrusionOk="0" h="27954" w="15312">
                  <a:moveTo>
                    <a:pt x="15311" y="0"/>
                  </a:moveTo>
                  <a:lnTo>
                    <a:pt x="1" y="27954"/>
                  </a:lnTo>
                  <a:lnTo>
                    <a:pt x="15311" y="27954"/>
                  </a:lnTo>
                  <a:lnTo>
                    <a:pt x="1531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4"/>
            <p:cNvSpPr/>
            <p:nvPr/>
          </p:nvSpPr>
          <p:spPr>
            <a:xfrm>
              <a:off x="3935143" y="3806531"/>
              <a:ext cx="259573" cy="474938"/>
            </a:xfrm>
            <a:custGeom>
              <a:rect b="b" l="l" r="r" t="t"/>
              <a:pathLst>
                <a:path extrusionOk="0" h="27954" w="15278">
                  <a:moveTo>
                    <a:pt x="15278" y="0"/>
                  </a:moveTo>
                  <a:lnTo>
                    <a:pt x="0" y="27954"/>
                  </a:lnTo>
                  <a:lnTo>
                    <a:pt x="15278" y="27954"/>
                  </a:lnTo>
                  <a:lnTo>
                    <a:pt x="152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4"/>
            <p:cNvSpPr/>
            <p:nvPr/>
          </p:nvSpPr>
          <p:spPr>
            <a:xfrm>
              <a:off x="4318314" y="3806531"/>
              <a:ext cx="259590" cy="474938"/>
            </a:xfrm>
            <a:custGeom>
              <a:rect b="b" l="l" r="r" t="t"/>
              <a:pathLst>
                <a:path extrusionOk="0" h="27954" w="15279">
                  <a:moveTo>
                    <a:pt x="15278" y="0"/>
                  </a:moveTo>
                  <a:lnTo>
                    <a:pt x="1" y="27954"/>
                  </a:lnTo>
                  <a:lnTo>
                    <a:pt x="15278" y="27954"/>
                  </a:lnTo>
                  <a:lnTo>
                    <a:pt x="152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4"/>
            <p:cNvSpPr/>
            <p:nvPr/>
          </p:nvSpPr>
          <p:spPr>
            <a:xfrm>
              <a:off x="3504340" y="2648484"/>
              <a:ext cx="352526" cy="236348"/>
            </a:xfrm>
            <a:custGeom>
              <a:rect b="b" l="l" r="r" t="t"/>
              <a:pathLst>
                <a:path extrusionOk="0" fill="none" h="13911" w="20749">
                  <a:moveTo>
                    <a:pt x="20749" y="13910"/>
                  </a:moveTo>
                  <a:lnTo>
                    <a:pt x="1" y="13910"/>
                  </a:lnTo>
                  <a:lnTo>
                    <a:pt x="1" y="0"/>
                  </a:lnTo>
                  <a:lnTo>
                    <a:pt x="1469" y="0"/>
                  </a:lnTo>
                  <a:lnTo>
                    <a:pt x="20749" y="0"/>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4"/>
            <p:cNvSpPr/>
            <p:nvPr/>
          </p:nvSpPr>
          <p:spPr>
            <a:xfrm>
              <a:off x="3775291"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4"/>
            <p:cNvSpPr/>
            <p:nvPr/>
          </p:nvSpPr>
          <p:spPr>
            <a:xfrm>
              <a:off x="3523050"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4"/>
            <p:cNvSpPr/>
            <p:nvPr/>
          </p:nvSpPr>
          <p:spPr>
            <a:xfrm>
              <a:off x="3554231"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4"/>
            <p:cNvSpPr/>
            <p:nvPr/>
          </p:nvSpPr>
          <p:spPr>
            <a:xfrm>
              <a:off x="3585974"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4"/>
            <p:cNvSpPr/>
            <p:nvPr/>
          </p:nvSpPr>
          <p:spPr>
            <a:xfrm>
              <a:off x="3617717"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4"/>
            <p:cNvSpPr/>
            <p:nvPr/>
          </p:nvSpPr>
          <p:spPr>
            <a:xfrm>
              <a:off x="3648882"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4"/>
            <p:cNvSpPr/>
            <p:nvPr/>
          </p:nvSpPr>
          <p:spPr>
            <a:xfrm>
              <a:off x="3680624"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4"/>
            <p:cNvSpPr/>
            <p:nvPr/>
          </p:nvSpPr>
          <p:spPr>
            <a:xfrm>
              <a:off x="3712367"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4"/>
            <p:cNvSpPr/>
            <p:nvPr/>
          </p:nvSpPr>
          <p:spPr>
            <a:xfrm>
              <a:off x="3743549"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4"/>
            <p:cNvSpPr/>
            <p:nvPr/>
          </p:nvSpPr>
          <p:spPr>
            <a:xfrm>
              <a:off x="3807034"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4"/>
            <p:cNvSpPr/>
            <p:nvPr/>
          </p:nvSpPr>
          <p:spPr>
            <a:xfrm>
              <a:off x="3838216"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4"/>
            <p:cNvSpPr/>
            <p:nvPr/>
          </p:nvSpPr>
          <p:spPr>
            <a:xfrm>
              <a:off x="3887529" y="2648484"/>
              <a:ext cx="353086" cy="236348"/>
            </a:xfrm>
            <a:custGeom>
              <a:rect b="b" l="l" r="r" t="t"/>
              <a:pathLst>
                <a:path extrusionOk="0" fill="none" h="13911" w="20782">
                  <a:moveTo>
                    <a:pt x="20782" y="13910"/>
                  </a:moveTo>
                  <a:lnTo>
                    <a:pt x="0" y="13910"/>
                  </a:lnTo>
                  <a:lnTo>
                    <a:pt x="0" y="0"/>
                  </a:lnTo>
                  <a:lnTo>
                    <a:pt x="1468" y="0"/>
                  </a:lnTo>
                  <a:lnTo>
                    <a:pt x="20782" y="0"/>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4"/>
            <p:cNvSpPr/>
            <p:nvPr/>
          </p:nvSpPr>
          <p:spPr>
            <a:xfrm>
              <a:off x="4158480"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a:off x="3906238"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p:nvPr/>
          </p:nvSpPr>
          <p:spPr>
            <a:xfrm>
              <a:off x="3937981"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4"/>
            <p:cNvSpPr/>
            <p:nvPr/>
          </p:nvSpPr>
          <p:spPr>
            <a:xfrm>
              <a:off x="3969723"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4"/>
            <p:cNvSpPr/>
            <p:nvPr/>
          </p:nvSpPr>
          <p:spPr>
            <a:xfrm>
              <a:off x="4000888"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4"/>
            <p:cNvSpPr/>
            <p:nvPr/>
          </p:nvSpPr>
          <p:spPr>
            <a:xfrm>
              <a:off x="4032631"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4"/>
            <p:cNvSpPr/>
            <p:nvPr/>
          </p:nvSpPr>
          <p:spPr>
            <a:xfrm>
              <a:off x="4063813"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a:off x="4095555"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4"/>
            <p:cNvSpPr/>
            <p:nvPr/>
          </p:nvSpPr>
          <p:spPr>
            <a:xfrm>
              <a:off x="4127298"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4"/>
            <p:cNvSpPr/>
            <p:nvPr/>
          </p:nvSpPr>
          <p:spPr>
            <a:xfrm>
              <a:off x="4190222"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4"/>
            <p:cNvSpPr/>
            <p:nvPr/>
          </p:nvSpPr>
          <p:spPr>
            <a:xfrm>
              <a:off x="4221965"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4"/>
            <p:cNvSpPr/>
            <p:nvPr/>
          </p:nvSpPr>
          <p:spPr>
            <a:xfrm>
              <a:off x="4270700" y="2648484"/>
              <a:ext cx="353103" cy="236348"/>
            </a:xfrm>
            <a:custGeom>
              <a:rect b="b" l="l" r="r" t="t"/>
              <a:pathLst>
                <a:path extrusionOk="0" fill="none" h="13911" w="20783">
                  <a:moveTo>
                    <a:pt x="20782" y="13910"/>
                  </a:moveTo>
                  <a:lnTo>
                    <a:pt x="1" y="13910"/>
                  </a:lnTo>
                  <a:lnTo>
                    <a:pt x="1" y="0"/>
                  </a:lnTo>
                  <a:lnTo>
                    <a:pt x="1502" y="0"/>
                  </a:lnTo>
                  <a:lnTo>
                    <a:pt x="20782" y="0"/>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4"/>
            <p:cNvSpPr/>
            <p:nvPr/>
          </p:nvSpPr>
          <p:spPr>
            <a:xfrm>
              <a:off x="4542212"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4"/>
            <p:cNvSpPr/>
            <p:nvPr/>
          </p:nvSpPr>
          <p:spPr>
            <a:xfrm>
              <a:off x="4289970"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4"/>
            <p:cNvSpPr/>
            <p:nvPr/>
          </p:nvSpPr>
          <p:spPr>
            <a:xfrm>
              <a:off x="4321152"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4"/>
            <p:cNvSpPr/>
            <p:nvPr/>
          </p:nvSpPr>
          <p:spPr>
            <a:xfrm>
              <a:off x="4352895"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4"/>
            <p:cNvSpPr/>
            <p:nvPr/>
          </p:nvSpPr>
          <p:spPr>
            <a:xfrm>
              <a:off x="4384077"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4"/>
            <p:cNvSpPr/>
            <p:nvPr/>
          </p:nvSpPr>
          <p:spPr>
            <a:xfrm>
              <a:off x="4415819"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4"/>
            <p:cNvSpPr/>
            <p:nvPr/>
          </p:nvSpPr>
          <p:spPr>
            <a:xfrm>
              <a:off x="4447562"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4"/>
            <p:cNvSpPr/>
            <p:nvPr/>
          </p:nvSpPr>
          <p:spPr>
            <a:xfrm>
              <a:off x="4478727"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4"/>
            <p:cNvSpPr/>
            <p:nvPr/>
          </p:nvSpPr>
          <p:spPr>
            <a:xfrm>
              <a:off x="4510469" y="2648484"/>
              <a:ext cx="17" cy="236348"/>
            </a:xfrm>
            <a:custGeom>
              <a:rect b="b" l="l" r="r" t="t"/>
              <a:pathLst>
                <a:path extrusionOk="0" fill="none" h="13911" w="1">
                  <a:moveTo>
                    <a:pt x="1" y="13910"/>
                  </a:moveTo>
                  <a:lnTo>
                    <a:pt x="1"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4"/>
            <p:cNvSpPr/>
            <p:nvPr/>
          </p:nvSpPr>
          <p:spPr>
            <a:xfrm>
              <a:off x="4573394"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4"/>
            <p:cNvSpPr/>
            <p:nvPr/>
          </p:nvSpPr>
          <p:spPr>
            <a:xfrm>
              <a:off x="4605136" y="2648484"/>
              <a:ext cx="17" cy="236348"/>
            </a:xfrm>
            <a:custGeom>
              <a:rect b="b" l="l" r="r" t="t"/>
              <a:pathLst>
                <a:path extrusionOk="0" fill="none" h="13911" w="1">
                  <a:moveTo>
                    <a:pt x="0" y="13910"/>
                  </a:moveTo>
                  <a:lnTo>
                    <a:pt x="0" y="0"/>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4"/>
            <p:cNvSpPr/>
            <p:nvPr/>
          </p:nvSpPr>
          <p:spPr>
            <a:xfrm>
              <a:off x="3504340" y="3369491"/>
              <a:ext cx="352526" cy="236348"/>
            </a:xfrm>
            <a:custGeom>
              <a:rect b="b" l="l" r="r" t="t"/>
              <a:pathLst>
                <a:path extrusionOk="0" fill="none" h="13911" w="20749">
                  <a:moveTo>
                    <a:pt x="20749" y="13911"/>
                  </a:moveTo>
                  <a:lnTo>
                    <a:pt x="1" y="13911"/>
                  </a:lnTo>
                  <a:lnTo>
                    <a:pt x="1" y="1"/>
                  </a:lnTo>
                  <a:lnTo>
                    <a:pt x="1469" y="1"/>
                  </a:lnTo>
                  <a:lnTo>
                    <a:pt x="20749"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4"/>
            <p:cNvSpPr/>
            <p:nvPr/>
          </p:nvSpPr>
          <p:spPr>
            <a:xfrm>
              <a:off x="3775291"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4"/>
            <p:cNvSpPr/>
            <p:nvPr/>
          </p:nvSpPr>
          <p:spPr>
            <a:xfrm>
              <a:off x="3523050"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4"/>
            <p:cNvSpPr/>
            <p:nvPr/>
          </p:nvSpPr>
          <p:spPr>
            <a:xfrm>
              <a:off x="3554231"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4"/>
            <p:cNvSpPr/>
            <p:nvPr/>
          </p:nvSpPr>
          <p:spPr>
            <a:xfrm>
              <a:off x="3585974"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4"/>
            <p:cNvSpPr/>
            <p:nvPr/>
          </p:nvSpPr>
          <p:spPr>
            <a:xfrm>
              <a:off x="3617717"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4"/>
            <p:cNvSpPr/>
            <p:nvPr/>
          </p:nvSpPr>
          <p:spPr>
            <a:xfrm>
              <a:off x="3648882"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4"/>
            <p:cNvSpPr/>
            <p:nvPr/>
          </p:nvSpPr>
          <p:spPr>
            <a:xfrm>
              <a:off x="3680624"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4"/>
            <p:cNvSpPr/>
            <p:nvPr/>
          </p:nvSpPr>
          <p:spPr>
            <a:xfrm>
              <a:off x="3712367"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4"/>
            <p:cNvSpPr/>
            <p:nvPr/>
          </p:nvSpPr>
          <p:spPr>
            <a:xfrm>
              <a:off x="3743549"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4"/>
            <p:cNvSpPr/>
            <p:nvPr/>
          </p:nvSpPr>
          <p:spPr>
            <a:xfrm>
              <a:off x="3807034"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4"/>
            <p:cNvSpPr/>
            <p:nvPr/>
          </p:nvSpPr>
          <p:spPr>
            <a:xfrm>
              <a:off x="3838216"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4"/>
            <p:cNvSpPr/>
            <p:nvPr/>
          </p:nvSpPr>
          <p:spPr>
            <a:xfrm>
              <a:off x="3887529" y="3369491"/>
              <a:ext cx="353086" cy="236348"/>
            </a:xfrm>
            <a:custGeom>
              <a:rect b="b" l="l" r="r" t="t"/>
              <a:pathLst>
                <a:path extrusionOk="0" fill="none" h="13911" w="20782">
                  <a:moveTo>
                    <a:pt x="20782" y="13911"/>
                  </a:moveTo>
                  <a:lnTo>
                    <a:pt x="0" y="13911"/>
                  </a:lnTo>
                  <a:lnTo>
                    <a:pt x="0" y="1"/>
                  </a:lnTo>
                  <a:lnTo>
                    <a:pt x="1468" y="1"/>
                  </a:lnTo>
                  <a:lnTo>
                    <a:pt x="20782"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4"/>
            <p:cNvSpPr/>
            <p:nvPr/>
          </p:nvSpPr>
          <p:spPr>
            <a:xfrm>
              <a:off x="4158480"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4"/>
            <p:cNvSpPr/>
            <p:nvPr/>
          </p:nvSpPr>
          <p:spPr>
            <a:xfrm>
              <a:off x="3906238"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4"/>
            <p:cNvSpPr/>
            <p:nvPr/>
          </p:nvSpPr>
          <p:spPr>
            <a:xfrm>
              <a:off x="3937981"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4"/>
            <p:cNvSpPr/>
            <p:nvPr/>
          </p:nvSpPr>
          <p:spPr>
            <a:xfrm>
              <a:off x="3969723"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4"/>
            <p:cNvSpPr/>
            <p:nvPr/>
          </p:nvSpPr>
          <p:spPr>
            <a:xfrm>
              <a:off x="4000888"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4"/>
            <p:cNvSpPr/>
            <p:nvPr/>
          </p:nvSpPr>
          <p:spPr>
            <a:xfrm>
              <a:off x="4032631"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4"/>
            <p:cNvSpPr/>
            <p:nvPr/>
          </p:nvSpPr>
          <p:spPr>
            <a:xfrm>
              <a:off x="4063813"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4"/>
            <p:cNvSpPr/>
            <p:nvPr/>
          </p:nvSpPr>
          <p:spPr>
            <a:xfrm>
              <a:off x="4095555"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4"/>
            <p:cNvSpPr/>
            <p:nvPr/>
          </p:nvSpPr>
          <p:spPr>
            <a:xfrm>
              <a:off x="4127298"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4"/>
            <p:cNvSpPr/>
            <p:nvPr/>
          </p:nvSpPr>
          <p:spPr>
            <a:xfrm>
              <a:off x="4190222"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4"/>
            <p:cNvSpPr/>
            <p:nvPr/>
          </p:nvSpPr>
          <p:spPr>
            <a:xfrm>
              <a:off x="4221965"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4"/>
            <p:cNvSpPr/>
            <p:nvPr/>
          </p:nvSpPr>
          <p:spPr>
            <a:xfrm>
              <a:off x="4270700" y="3369491"/>
              <a:ext cx="353103" cy="236348"/>
            </a:xfrm>
            <a:custGeom>
              <a:rect b="b" l="l" r="r" t="t"/>
              <a:pathLst>
                <a:path extrusionOk="0" fill="none" h="13911" w="20783">
                  <a:moveTo>
                    <a:pt x="20782" y="13911"/>
                  </a:moveTo>
                  <a:lnTo>
                    <a:pt x="1" y="13911"/>
                  </a:lnTo>
                  <a:lnTo>
                    <a:pt x="1" y="1"/>
                  </a:lnTo>
                  <a:lnTo>
                    <a:pt x="1502" y="1"/>
                  </a:lnTo>
                  <a:lnTo>
                    <a:pt x="20782"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4"/>
            <p:cNvSpPr/>
            <p:nvPr/>
          </p:nvSpPr>
          <p:spPr>
            <a:xfrm>
              <a:off x="4542212"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4"/>
            <p:cNvSpPr/>
            <p:nvPr/>
          </p:nvSpPr>
          <p:spPr>
            <a:xfrm>
              <a:off x="4289970"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4"/>
            <p:cNvSpPr/>
            <p:nvPr/>
          </p:nvSpPr>
          <p:spPr>
            <a:xfrm>
              <a:off x="4321152"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4"/>
            <p:cNvSpPr/>
            <p:nvPr/>
          </p:nvSpPr>
          <p:spPr>
            <a:xfrm>
              <a:off x="4352895"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4"/>
            <p:cNvSpPr/>
            <p:nvPr/>
          </p:nvSpPr>
          <p:spPr>
            <a:xfrm>
              <a:off x="4384077"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4"/>
            <p:cNvSpPr/>
            <p:nvPr/>
          </p:nvSpPr>
          <p:spPr>
            <a:xfrm>
              <a:off x="4415819"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4"/>
            <p:cNvSpPr/>
            <p:nvPr/>
          </p:nvSpPr>
          <p:spPr>
            <a:xfrm>
              <a:off x="4447562"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4"/>
            <p:cNvSpPr/>
            <p:nvPr/>
          </p:nvSpPr>
          <p:spPr>
            <a:xfrm>
              <a:off x="4478727"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4"/>
            <p:cNvSpPr/>
            <p:nvPr/>
          </p:nvSpPr>
          <p:spPr>
            <a:xfrm>
              <a:off x="4510469" y="3369491"/>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4"/>
            <p:cNvSpPr/>
            <p:nvPr/>
          </p:nvSpPr>
          <p:spPr>
            <a:xfrm>
              <a:off x="4573394"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4"/>
            <p:cNvSpPr/>
            <p:nvPr/>
          </p:nvSpPr>
          <p:spPr>
            <a:xfrm>
              <a:off x="4605136" y="3369491"/>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4"/>
            <p:cNvSpPr/>
            <p:nvPr/>
          </p:nvSpPr>
          <p:spPr>
            <a:xfrm>
              <a:off x="3504340" y="4089938"/>
              <a:ext cx="352526" cy="236348"/>
            </a:xfrm>
            <a:custGeom>
              <a:rect b="b" l="l" r="r" t="t"/>
              <a:pathLst>
                <a:path extrusionOk="0" fill="none" h="13911" w="20749">
                  <a:moveTo>
                    <a:pt x="20749" y="13911"/>
                  </a:moveTo>
                  <a:lnTo>
                    <a:pt x="1" y="13911"/>
                  </a:lnTo>
                  <a:lnTo>
                    <a:pt x="1" y="1"/>
                  </a:lnTo>
                  <a:lnTo>
                    <a:pt x="1469" y="1"/>
                  </a:lnTo>
                  <a:lnTo>
                    <a:pt x="20749"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4"/>
            <p:cNvSpPr/>
            <p:nvPr/>
          </p:nvSpPr>
          <p:spPr>
            <a:xfrm>
              <a:off x="3775291"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4"/>
            <p:cNvSpPr/>
            <p:nvPr/>
          </p:nvSpPr>
          <p:spPr>
            <a:xfrm>
              <a:off x="3523050"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4"/>
            <p:cNvSpPr/>
            <p:nvPr/>
          </p:nvSpPr>
          <p:spPr>
            <a:xfrm>
              <a:off x="3554231"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4"/>
            <p:cNvSpPr/>
            <p:nvPr/>
          </p:nvSpPr>
          <p:spPr>
            <a:xfrm>
              <a:off x="3585974"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4"/>
            <p:cNvSpPr/>
            <p:nvPr/>
          </p:nvSpPr>
          <p:spPr>
            <a:xfrm>
              <a:off x="3617717"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4"/>
            <p:cNvSpPr/>
            <p:nvPr/>
          </p:nvSpPr>
          <p:spPr>
            <a:xfrm>
              <a:off x="3648882"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3680624"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p:nvPr/>
          </p:nvSpPr>
          <p:spPr>
            <a:xfrm>
              <a:off x="3712367"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4"/>
            <p:cNvSpPr/>
            <p:nvPr/>
          </p:nvSpPr>
          <p:spPr>
            <a:xfrm>
              <a:off x="3743549"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3807034"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3838216"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3887529" y="4089938"/>
              <a:ext cx="353086" cy="236348"/>
            </a:xfrm>
            <a:custGeom>
              <a:rect b="b" l="l" r="r" t="t"/>
              <a:pathLst>
                <a:path extrusionOk="0" fill="none" h="13911" w="20782">
                  <a:moveTo>
                    <a:pt x="20782" y="13911"/>
                  </a:moveTo>
                  <a:lnTo>
                    <a:pt x="0" y="13911"/>
                  </a:lnTo>
                  <a:lnTo>
                    <a:pt x="0" y="1"/>
                  </a:lnTo>
                  <a:lnTo>
                    <a:pt x="1468" y="1"/>
                  </a:lnTo>
                  <a:lnTo>
                    <a:pt x="20782"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4158480"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3906238"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p:nvPr/>
          </p:nvSpPr>
          <p:spPr>
            <a:xfrm>
              <a:off x="3937981"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3969723"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4000888"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4"/>
            <p:cNvSpPr/>
            <p:nvPr/>
          </p:nvSpPr>
          <p:spPr>
            <a:xfrm>
              <a:off x="4032631"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4063813"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4095555"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4127298"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4190222"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4"/>
            <p:cNvSpPr/>
            <p:nvPr/>
          </p:nvSpPr>
          <p:spPr>
            <a:xfrm>
              <a:off x="4221965"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4270700" y="4089938"/>
              <a:ext cx="353103" cy="236348"/>
            </a:xfrm>
            <a:custGeom>
              <a:rect b="b" l="l" r="r" t="t"/>
              <a:pathLst>
                <a:path extrusionOk="0" fill="none" h="13911" w="20783">
                  <a:moveTo>
                    <a:pt x="20782" y="13911"/>
                  </a:moveTo>
                  <a:lnTo>
                    <a:pt x="1" y="13911"/>
                  </a:lnTo>
                  <a:lnTo>
                    <a:pt x="1" y="1"/>
                  </a:lnTo>
                  <a:lnTo>
                    <a:pt x="1502" y="1"/>
                  </a:lnTo>
                  <a:lnTo>
                    <a:pt x="20782" y="1"/>
                  </a:lnTo>
                  <a:close/>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4542212"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4289970"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4321152"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4352895"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4384077"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4415819"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4447562"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4478727"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4"/>
            <p:cNvSpPr/>
            <p:nvPr/>
          </p:nvSpPr>
          <p:spPr>
            <a:xfrm>
              <a:off x="4510469" y="4089938"/>
              <a:ext cx="17" cy="236348"/>
            </a:xfrm>
            <a:custGeom>
              <a:rect b="b" l="l" r="r" t="t"/>
              <a:pathLst>
                <a:path extrusionOk="0" fill="none" h="13911" w="1">
                  <a:moveTo>
                    <a:pt x="1" y="13911"/>
                  </a:moveTo>
                  <a:lnTo>
                    <a:pt x="1"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4"/>
            <p:cNvSpPr/>
            <p:nvPr/>
          </p:nvSpPr>
          <p:spPr>
            <a:xfrm>
              <a:off x="4573394"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4"/>
            <p:cNvSpPr/>
            <p:nvPr/>
          </p:nvSpPr>
          <p:spPr>
            <a:xfrm>
              <a:off x="4605136" y="4089938"/>
              <a:ext cx="17" cy="236348"/>
            </a:xfrm>
            <a:custGeom>
              <a:rect b="b" l="l" r="r" t="t"/>
              <a:pathLst>
                <a:path extrusionOk="0" fill="none" h="13911" w="1">
                  <a:moveTo>
                    <a:pt x="0" y="13911"/>
                  </a:moveTo>
                  <a:lnTo>
                    <a:pt x="0" y="1"/>
                  </a:lnTo>
                </a:path>
              </a:pathLst>
            </a:custGeom>
            <a:noFill/>
            <a:ln cap="flat" cmpd="sng" w="10850">
              <a:solidFill>
                <a:srgbClr val="2C2C2C"/>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 name="Google Shape;754;p24"/>
          <p:cNvGrpSpPr/>
          <p:nvPr/>
        </p:nvGrpSpPr>
        <p:grpSpPr>
          <a:xfrm>
            <a:off x="4563191" y="1470500"/>
            <a:ext cx="1011636" cy="3673005"/>
            <a:chOff x="4839489" y="1485900"/>
            <a:chExt cx="1011636" cy="3673005"/>
          </a:xfrm>
        </p:grpSpPr>
        <p:sp>
          <p:nvSpPr>
            <p:cNvPr id="755" name="Google Shape;755;p24"/>
            <p:cNvSpPr/>
            <p:nvPr/>
          </p:nvSpPr>
          <p:spPr>
            <a:xfrm>
              <a:off x="4839489" y="1573192"/>
              <a:ext cx="1011636" cy="3585213"/>
            </a:xfrm>
            <a:custGeom>
              <a:rect b="b" l="l" r="r" t="t"/>
              <a:pathLst>
                <a:path extrusionOk="0" h="211019" w="59543">
                  <a:moveTo>
                    <a:pt x="0" y="1"/>
                  </a:moveTo>
                  <a:lnTo>
                    <a:pt x="0" y="211019"/>
                  </a:lnTo>
                  <a:lnTo>
                    <a:pt x="59543" y="211019"/>
                  </a:lnTo>
                  <a:lnTo>
                    <a:pt x="5954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4839489" y="1573192"/>
              <a:ext cx="1011636" cy="3585213"/>
            </a:xfrm>
            <a:custGeom>
              <a:rect b="b" l="l" r="r" t="t"/>
              <a:pathLst>
                <a:path extrusionOk="0" h="211019" w="59543">
                  <a:moveTo>
                    <a:pt x="59543" y="1"/>
                  </a:moveTo>
                  <a:lnTo>
                    <a:pt x="0" y="211019"/>
                  </a:lnTo>
                  <a:lnTo>
                    <a:pt x="59543" y="211019"/>
                  </a:lnTo>
                  <a:lnTo>
                    <a:pt x="5954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4939814" y="1693366"/>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5230035" y="1693366"/>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a:off x="5519678" y="1693366"/>
              <a:ext cx="230690" cy="257314"/>
            </a:xfrm>
            <a:custGeom>
              <a:rect b="b" l="l" r="r" t="t"/>
              <a:pathLst>
                <a:path extrusionOk="0" h="15145" w="13578">
                  <a:moveTo>
                    <a:pt x="1" y="1"/>
                  </a:moveTo>
                  <a:lnTo>
                    <a:pt x="1"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a:off x="4939814" y="1693366"/>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a:off x="5230035" y="1693366"/>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5519678" y="1693366"/>
              <a:ext cx="230690" cy="257314"/>
            </a:xfrm>
            <a:custGeom>
              <a:rect b="b" l="l" r="r" t="t"/>
              <a:pathLst>
                <a:path extrusionOk="0" h="15145" w="13578">
                  <a:moveTo>
                    <a:pt x="13577" y="1"/>
                  </a:moveTo>
                  <a:lnTo>
                    <a:pt x="1"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4939814" y="2051032"/>
              <a:ext cx="230673" cy="257331"/>
            </a:xfrm>
            <a:custGeom>
              <a:rect b="b" l="l" r="r" t="t"/>
              <a:pathLst>
                <a:path extrusionOk="0" h="15146"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5230035" y="2051032"/>
              <a:ext cx="230673" cy="257331"/>
            </a:xfrm>
            <a:custGeom>
              <a:rect b="b" l="l" r="r" t="t"/>
              <a:pathLst>
                <a:path extrusionOk="0" h="15146"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5519678" y="2051032"/>
              <a:ext cx="230690" cy="257331"/>
            </a:xfrm>
            <a:custGeom>
              <a:rect b="b" l="l" r="r" t="t"/>
              <a:pathLst>
                <a:path extrusionOk="0" h="15146" w="13578">
                  <a:moveTo>
                    <a:pt x="1" y="1"/>
                  </a:moveTo>
                  <a:lnTo>
                    <a:pt x="1"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4939814" y="2408715"/>
              <a:ext cx="230673" cy="257314"/>
            </a:xfrm>
            <a:custGeom>
              <a:rect b="b" l="l" r="r" t="t"/>
              <a:pathLst>
                <a:path extrusionOk="0" h="15145" w="13577">
                  <a:moveTo>
                    <a:pt x="0" y="0"/>
                  </a:moveTo>
                  <a:lnTo>
                    <a:pt x="0"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5230035" y="2408715"/>
              <a:ext cx="230673" cy="257314"/>
            </a:xfrm>
            <a:custGeom>
              <a:rect b="b" l="l" r="r" t="t"/>
              <a:pathLst>
                <a:path extrusionOk="0" h="15145" w="13577">
                  <a:moveTo>
                    <a:pt x="0" y="0"/>
                  </a:moveTo>
                  <a:lnTo>
                    <a:pt x="0"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5519678" y="2408715"/>
              <a:ext cx="230690" cy="257314"/>
            </a:xfrm>
            <a:custGeom>
              <a:rect b="b" l="l" r="r" t="t"/>
              <a:pathLst>
                <a:path extrusionOk="0" h="15145" w="13578">
                  <a:moveTo>
                    <a:pt x="1" y="0"/>
                  </a:moveTo>
                  <a:lnTo>
                    <a:pt x="1"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4939814" y="2756185"/>
              <a:ext cx="230673" cy="257314"/>
            </a:xfrm>
            <a:custGeom>
              <a:rect b="b" l="l" r="r" t="t"/>
              <a:pathLst>
                <a:path extrusionOk="0" h="15145" w="13577">
                  <a:moveTo>
                    <a:pt x="0" y="0"/>
                  </a:moveTo>
                  <a:lnTo>
                    <a:pt x="0"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5230035" y="2756185"/>
              <a:ext cx="230673" cy="257314"/>
            </a:xfrm>
            <a:custGeom>
              <a:rect b="b" l="l" r="r" t="t"/>
              <a:pathLst>
                <a:path extrusionOk="0" h="15145" w="13577">
                  <a:moveTo>
                    <a:pt x="0" y="0"/>
                  </a:moveTo>
                  <a:lnTo>
                    <a:pt x="0"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5519678" y="2756185"/>
              <a:ext cx="230690" cy="257314"/>
            </a:xfrm>
            <a:custGeom>
              <a:rect b="b" l="l" r="r" t="t"/>
              <a:pathLst>
                <a:path extrusionOk="0" h="15145" w="13578">
                  <a:moveTo>
                    <a:pt x="1" y="0"/>
                  </a:moveTo>
                  <a:lnTo>
                    <a:pt x="1" y="15145"/>
                  </a:lnTo>
                  <a:lnTo>
                    <a:pt x="13577" y="15145"/>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4939814" y="3113851"/>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5230035" y="3113851"/>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5519678" y="3113851"/>
              <a:ext cx="230690" cy="257314"/>
            </a:xfrm>
            <a:custGeom>
              <a:rect b="b" l="l" r="r" t="t"/>
              <a:pathLst>
                <a:path extrusionOk="0" h="15145" w="13578">
                  <a:moveTo>
                    <a:pt x="1" y="1"/>
                  </a:moveTo>
                  <a:lnTo>
                    <a:pt x="1"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a:off x="4939814" y="3471533"/>
              <a:ext cx="230673" cy="257874"/>
            </a:xfrm>
            <a:custGeom>
              <a:rect b="b" l="l" r="r" t="t"/>
              <a:pathLst>
                <a:path extrusionOk="0" h="15178" w="13577">
                  <a:moveTo>
                    <a:pt x="0" y="0"/>
                  </a:moveTo>
                  <a:lnTo>
                    <a:pt x="0" y="15178"/>
                  </a:lnTo>
                  <a:lnTo>
                    <a:pt x="13577" y="15178"/>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a:off x="5230035" y="3471533"/>
              <a:ext cx="230673" cy="257874"/>
            </a:xfrm>
            <a:custGeom>
              <a:rect b="b" l="l" r="r" t="t"/>
              <a:pathLst>
                <a:path extrusionOk="0" h="15178" w="13577">
                  <a:moveTo>
                    <a:pt x="0" y="0"/>
                  </a:moveTo>
                  <a:lnTo>
                    <a:pt x="0" y="15178"/>
                  </a:lnTo>
                  <a:lnTo>
                    <a:pt x="13577" y="15178"/>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4"/>
            <p:cNvSpPr/>
            <p:nvPr/>
          </p:nvSpPr>
          <p:spPr>
            <a:xfrm>
              <a:off x="5519678" y="3471533"/>
              <a:ext cx="230690" cy="257874"/>
            </a:xfrm>
            <a:custGeom>
              <a:rect b="b" l="l" r="r" t="t"/>
              <a:pathLst>
                <a:path extrusionOk="0" h="15178" w="13578">
                  <a:moveTo>
                    <a:pt x="1" y="0"/>
                  </a:moveTo>
                  <a:lnTo>
                    <a:pt x="1" y="15178"/>
                  </a:lnTo>
                  <a:lnTo>
                    <a:pt x="13577" y="15178"/>
                  </a:lnTo>
                  <a:lnTo>
                    <a:pt x="135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4"/>
            <p:cNvSpPr/>
            <p:nvPr/>
          </p:nvSpPr>
          <p:spPr>
            <a:xfrm>
              <a:off x="4939814" y="3829760"/>
              <a:ext cx="230673" cy="257331"/>
            </a:xfrm>
            <a:custGeom>
              <a:rect b="b" l="l" r="r" t="t"/>
              <a:pathLst>
                <a:path extrusionOk="0" h="15146"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a:off x="5230035" y="3829760"/>
              <a:ext cx="230673" cy="257331"/>
            </a:xfrm>
            <a:custGeom>
              <a:rect b="b" l="l" r="r" t="t"/>
              <a:pathLst>
                <a:path extrusionOk="0" h="15146"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p:nvPr/>
          </p:nvSpPr>
          <p:spPr>
            <a:xfrm>
              <a:off x="5519678" y="3829760"/>
              <a:ext cx="230690" cy="257331"/>
            </a:xfrm>
            <a:custGeom>
              <a:rect b="b" l="l" r="r" t="t"/>
              <a:pathLst>
                <a:path extrusionOk="0" h="15146" w="13578">
                  <a:moveTo>
                    <a:pt x="1" y="1"/>
                  </a:moveTo>
                  <a:lnTo>
                    <a:pt x="1"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4"/>
            <p:cNvSpPr/>
            <p:nvPr/>
          </p:nvSpPr>
          <p:spPr>
            <a:xfrm>
              <a:off x="4939814" y="4173832"/>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5230035" y="4173832"/>
              <a:ext cx="230673" cy="257314"/>
            </a:xfrm>
            <a:custGeom>
              <a:rect b="b" l="l" r="r" t="t"/>
              <a:pathLst>
                <a:path extrusionOk="0" h="15145" w="13577">
                  <a:moveTo>
                    <a:pt x="0" y="1"/>
                  </a:moveTo>
                  <a:lnTo>
                    <a:pt x="0"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4"/>
            <p:cNvSpPr/>
            <p:nvPr/>
          </p:nvSpPr>
          <p:spPr>
            <a:xfrm>
              <a:off x="5519678" y="4173832"/>
              <a:ext cx="230690" cy="257314"/>
            </a:xfrm>
            <a:custGeom>
              <a:rect b="b" l="l" r="r" t="t"/>
              <a:pathLst>
                <a:path extrusionOk="0" h="15145" w="13578">
                  <a:moveTo>
                    <a:pt x="1" y="1"/>
                  </a:moveTo>
                  <a:lnTo>
                    <a:pt x="1" y="15145"/>
                  </a:lnTo>
                  <a:lnTo>
                    <a:pt x="13577" y="15145"/>
                  </a:lnTo>
                  <a:lnTo>
                    <a:pt x="135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4"/>
            <p:cNvSpPr/>
            <p:nvPr/>
          </p:nvSpPr>
          <p:spPr>
            <a:xfrm>
              <a:off x="5055451" y="4536035"/>
              <a:ext cx="579784" cy="622870"/>
            </a:xfrm>
            <a:custGeom>
              <a:rect b="b" l="l" r="r" t="t"/>
              <a:pathLst>
                <a:path extrusionOk="0" h="36661" w="34125">
                  <a:moveTo>
                    <a:pt x="0" y="1"/>
                  </a:moveTo>
                  <a:lnTo>
                    <a:pt x="0" y="36661"/>
                  </a:lnTo>
                  <a:lnTo>
                    <a:pt x="34125" y="36661"/>
                  </a:lnTo>
                  <a:lnTo>
                    <a:pt x="34125" y="1"/>
                  </a:lnTo>
                  <a:close/>
                </a:path>
              </a:pathLst>
            </a:cu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p:nvPr/>
          </p:nvSpPr>
          <p:spPr>
            <a:xfrm>
              <a:off x="5055450" y="4536025"/>
              <a:ext cx="572447" cy="622870"/>
            </a:xfrm>
            <a:custGeom>
              <a:rect b="b" l="l" r="r" t="t"/>
              <a:pathLst>
                <a:path extrusionOk="0" h="36661" w="34125">
                  <a:moveTo>
                    <a:pt x="34125" y="1"/>
                  </a:moveTo>
                  <a:lnTo>
                    <a:pt x="0" y="36661"/>
                  </a:lnTo>
                  <a:lnTo>
                    <a:pt x="34125" y="36661"/>
                  </a:lnTo>
                  <a:lnTo>
                    <a:pt x="3412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4"/>
            <p:cNvSpPr/>
            <p:nvPr/>
          </p:nvSpPr>
          <p:spPr>
            <a:xfrm>
              <a:off x="5202830" y="1485900"/>
              <a:ext cx="527641" cy="87295"/>
            </a:xfrm>
            <a:custGeom>
              <a:rect b="b" l="l" r="r" t="t"/>
              <a:pathLst>
                <a:path extrusionOk="0" h="5138" w="31056">
                  <a:moveTo>
                    <a:pt x="0" y="1"/>
                  </a:moveTo>
                  <a:lnTo>
                    <a:pt x="0" y="5138"/>
                  </a:lnTo>
                  <a:lnTo>
                    <a:pt x="31056" y="5138"/>
                  </a:lnTo>
                  <a:lnTo>
                    <a:pt x="310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4965882" y="1485900"/>
              <a:ext cx="118471" cy="87295"/>
            </a:xfrm>
            <a:custGeom>
              <a:rect b="b" l="l" r="r" t="t"/>
              <a:pathLst>
                <a:path extrusionOk="0" h="5138" w="6973">
                  <a:moveTo>
                    <a:pt x="1" y="1"/>
                  </a:moveTo>
                  <a:lnTo>
                    <a:pt x="1" y="5138"/>
                  </a:lnTo>
                  <a:lnTo>
                    <a:pt x="6972" y="5138"/>
                  </a:lnTo>
                  <a:lnTo>
                    <a:pt x="69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p:nvPr/>
          </p:nvSpPr>
          <p:spPr>
            <a:xfrm>
              <a:off x="5345094" y="4536035"/>
              <a:ext cx="17" cy="622870"/>
            </a:xfrm>
            <a:custGeom>
              <a:rect b="b" l="l" r="r" t="t"/>
              <a:pathLst>
                <a:path extrusionOk="0" fill="none" h="36661" w="1">
                  <a:moveTo>
                    <a:pt x="1" y="1"/>
                  </a:moveTo>
                  <a:lnTo>
                    <a:pt x="1" y="36661"/>
                  </a:lnTo>
                </a:path>
              </a:pathLst>
            </a:custGeom>
            <a:noFill/>
            <a:ln cap="flat" cmpd="sng" w="108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4939814" y="2051032"/>
              <a:ext cx="230673" cy="257331"/>
            </a:xfrm>
            <a:custGeom>
              <a:rect b="b" l="l" r="r" t="t"/>
              <a:pathLst>
                <a:path extrusionOk="0" h="15146"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p:nvPr/>
          </p:nvSpPr>
          <p:spPr>
            <a:xfrm>
              <a:off x="5230035" y="2051032"/>
              <a:ext cx="230673" cy="257331"/>
            </a:xfrm>
            <a:custGeom>
              <a:rect b="b" l="l" r="r" t="t"/>
              <a:pathLst>
                <a:path extrusionOk="0" h="15146"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4"/>
            <p:cNvSpPr/>
            <p:nvPr/>
          </p:nvSpPr>
          <p:spPr>
            <a:xfrm>
              <a:off x="5519678" y="2051032"/>
              <a:ext cx="230690" cy="257331"/>
            </a:xfrm>
            <a:custGeom>
              <a:rect b="b" l="l" r="r" t="t"/>
              <a:pathLst>
                <a:path extrusionOk="0" h="15146" w="13578">
                  <a:moveTo>
                    <a:pt x="13577" y="1"/>
                  </a:moveTo>
                  <a:lnTo>
                    <a:pt x="1"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4939814" y="2408715"/>
              <a:ext cx="230673" cy="257314"/>
            </a:xfrm>
            <a:custGeom>
              <a:rect b="b" l="l" r="r" t="t"/>
              <a:pathLst>
                <a:path extrusionOk="0" h="15145" w="13577">
                  <a:moveTo>
                    <a:pt x="13577" y="0"/>
                  </a:moveTo>
                  <a:lnTo>
                    <a:pt x="0"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p:nvPr/>
          </p:nvSpPr>
          <p:spPr>
            <a:xfrm>
              <a:off x="5230035" y="2408715"/>
              <a:ext cx="230673" cy="257314"/>
            </a:xfrm>
            <a:custGeom>
              <a:rect b="b" l="l" r="r" t="t"/>
              <a:pathLst>
                <a:path extrusionOk="0" h="15145" w="13577">
                  <a:moveTo>
                    <a:pt x="13577" y="0"/>
                  </a:moveTo>
                  <a:lnTo>
                    <a:pt x="0"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4"/>
            <p:cNvSpPr/>
            <p:nvPr/>
          </p:nvSpPr>
          <p:spPr>
            <a:xfrm>
              <a:off x="5519678" y="2408715"/>
              <a:ext cx="230690" cy="257314"/>
            </a:xfrm>
            <a:custGeom>
              <a:rect b="b" l="l" r="r" t="t"/>
              <a:pathLst>
                <a:path extrusionOk="0" h="15145" w="13578">
                  <a:moveTo>
                    <a:pt x="13577" y="0"/>
                  </a:moveTo>
                  <a:lnTo>
                    <a:pt x="1"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p:nvPr/>
          </p:nvSpPr>
          <p:spPr>
            <a:xfrm>
              <a:off x="4939814" y="2756185"/>
              <a:ext cx="230673" cy="257314"/>
            </a:xfrm>
            <a:custGeom>
              <a:rect b="b" l="l" r="r" t="t"/>
              <a:pathLst>
                <a:path extrusionOk="0" h="15145" w="13577">
                  <a:moveTo>
                    <a:pt x="13577" y="0"/>
                  </a:moveTo>
                  <a:lnTo>
                    <a:pt x="0"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4"/>
            <p:cNvSpPr/>
            <p:nvPr/>
          </p:nvSpPr>
          <p:spPr>
            <a:xfrm>
              <a:off x="5230035" y="2756185"/>
              <a:ext cx="230673" cy="257314"/>
            </a:xfrm>
            <a:custGeom>
              <a:rect b="b" l="l" r="r" t="t"/>
              <a:pathLst>
                <a:path extrusionOk="0" h="15145" w="13577">
                  <a:moveTo>
                    <a:pt x="13577" y="0"/>
                  </a:moveTo>
                  <a:lnTo>
                    <a:pt x="0"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4"/>
            <p:cNvSpPr/>
            <p:nvPr/>
          </p:nvSpPr>
          <p:spPr>
            <a:xfrm>
              <a:off x="5519678" y="2756185"/>
              <a:ext cx="230690" cy="257314"/>
            </a:xfrm>
            <a:custGeom>
              <a:rect b="b" l="l" r="r" t="t"/>
              <a:pathLst>
                <a:path extrusionOk="0" h="15145" w="13578">
                  <a:moveTo>
                    <a:pt x="13577" y="0"/>
                  </a:moveTo>
                  <a:lnTo>
                    <a:pt x="1" y="15145"/>
                  </a:lnTo>
                  <a:lnTo>
                    <a:pt x="13577" y="15145"/>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4"/>
            <p:cNvSpPr/>
            <p:nvPr/>
          </p:nvSpPr>
          <p:spPr>
            <a:xfrm>
              <a:off x="4939814" y="3113851"/>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4"/>
            <p:cNvSpPr/>
            <p:nvPr/>
          </p:nvSpPr>
          <p:spPr>
            <a:xfrm>
              <a:off x="5230035" y="3113851"/>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4"/>
            <p:cNvSpPr/>
            <p:nvPr/>
          </p:nvSpPr>
          <p:spPr>
            <a:xfrm>
              <a:off x="5519678" y="3113851"/>
              <a:ext cx="230690" cy="257314"/>
            </a:xfrm>
            <a:custGeom>
              <a:rect b="b" l="l" r="r" t="t"/>
              <a:pathLst>
                <a:path extrusionOk="0" h="15145" w="13578">
                  <a:moveTo>
                    <a:pt x="13577" y="1"/>
                  </a:moveTo>
                  <a:lnTo>
                    <a:pt x="1"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4"/>
            <p:cNvSpPr/>
            <p:nvPr/>
          </p:nvSpPr>
          <p:spPr>
            <a:xfrm>
              <a:off x="4939814" y="3471533"/>
              <a:ext cx="230673" cy="257314"/>
            </a:xfrm>
            <a:custGeom>
              <a:rect b="b" l="l" r="r" t="t"/>
              <a:pathLst>
                <a:path extrusionOk="0" h="15145" w="13577">
                  <a:moveTo>
                    <a:pt x="13577" y="0"/>
                  </a:moveTo>
                  <a:lnTo>
                    <a:pt x="0" y="15144"/>
                  </a:lnTo>
                  <a:lnTo>
                    <a:pt x="13577" y="15144"/>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4"/>
            <p:cNvSpPr/>
            <p:nvPr/>
          </p:nvSpPr>
          <p:spPr>
            <a:xfrm>
              <a:off x="5230035" y="3471533"/>
              <a:ext cx="230673" cy="257314"/>
            </a:xfrm>
            <a:custGeom>
              <a:rect b="b" l="l" r="r" t="t"/>
              <a:pathLst>
                <a:path extrusionOk="0" h="15145" w="13577">
                  <a:moveTo>
                    <a:pt x="13577" y="0"/>
                  </a:moveTo>
                  <a:lnTo>
                    <a:pt x="0" y="15144"/>
                  </a:lnTo>
                  <a:lnTo>
                    <a:pt x="13577" y="15144"/>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4"/>
            <p:cNvSpPr/>
            <p:nvPr/>
          </p:nvSpPr>
          <p:spPr>
            <a:xfrm>
              <a:off x="5519678" y="3471533"/>
              <a:ext cx="230690" cy="257314"/>
            </a:xfrm>
            <a:custGeom>
              <a:rect b="b" l="l" r="r" t="t"/>
              <a:pathLst>
                <a:path extrusionOk="0" h="15145" w="13578">
                  <a:moveTo>
                    <a:pt x="13577" y="0"/>
                  </a:moveTo>
                  <a:lnTo>
                    <a:pt x="1" y="15144"/>
                  </a:lnTo>
                  <a:lnTo>
                    <a:pt x="13577" y="15144"/>
                  </a:lnTo>
                  <a:lnTo>
                    <a:pt x="1357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4939814" y="3829199"/>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4"/>
            <p:cNvSpPr/>
            <p:nvPr/>
          </p:nvSpPr>
          <p:spPr>
            <a:xfrm>
              <a:off x="5230035" y="3829199"/>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4"/>
            <p:cNvSpPr/>
            <p:nvPr/>
          </p:nvSpPr>
          <p:spPr>
            <a:xfrm>
              <a:off x="5519678" y="3829199"/>
              <a:ext cx="230690" cy="257314"/>
            </a:xfrm>
            <a:custGeom>
              <a:rect b="b" l="l" r="r" t="t"/>
              <a:pathLst>
                <a:path extrusionOk="0" h="15145" w="13578">
                  <a:moveTo>
                    <a:pt x="13577" y="1"/>
                  </a:moveTo>
                  <a:lnTo>
                    <a:pt x="1"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4"/>
            <p:cNvSpPr/>
            <p:nvPr/>
          </p:nvSpPr>
          <p:spPr>
            <a:xfrm>
              <a:off x="4939814" y="4173832"/>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4"/>
            <p:cNvSpPr/>
            <p:nvPr/>
          </p:nvSpPr>
          <p:spPr>
            <a:xfrm>
              <a:off x="5230035" y="4173832"/>
              <a:ext cx="230673" cy="257314"/>
            </a:xfrm>
            <a:custGeom>
              <a:rect b="b" l="l" r="r" t="t"/>
              <a:pathLst>
                <a:path extrusionOk="0" h="15145" w="13577">
                  <a:moveTo>
                    <a:pt x="13577" y="1"/>
                  </a:moveTo>
                  <a:lnTo>
                    <a:pt x="0"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4"/>
            <p:cNvSpPr/>
            <p:nvPr/>
          </p:nvSpPr>
          <p:spPr>
            <a:xfrm>
              <a:off x="5519678" y="4173832"/>
              <a:ext cx="230690" cy="257314"/>
            </a:xfrm>
            <a:custGeom>
              <a:rect b="b" l="l" r="r" t="t"/>
              <a:pathLst>
                <a:path extrusionOk="0" h="15145" w="13578">
                  <a:moveTo>
                    <a:pt x="13577" y="1"/>
                  </a:moveTo>
                  <a:lnTo>
                    <a:pt x="1" y="15145"/>
                  </a:lnTo>
                  <a:lnTo>
                    <a:pt x="13577" y="15145"/>
                  </a:lnTo>
                  <a:lnTo>
                    <a:pt x="135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0" name="Google Shape;810;p24"/>
          <p:cNvSpPr/>
          <p:nvPr/>
        </p:nvSpPr>
        <p:spPr>
          <a:xfrm>
            <a:off x="1606424" y="2519375"/>
            <a:ext cx="1334074" cy="1274424"/>
          </a:xfrm>
          <a:custGeom>
            <a:rect b="b" l="l" r="r" t="t"/>
            <a:pathLst>
              <a:path extrusionOk="0" fill="none" h="135397" w="84395">
                <a:moveTo>
                  <a:pt x="1" y="0"/>
                </a:moveTo>
                <a:lnTo>
                  <a:pt x="54106" y="0"/>
                </a:lnTo>
                <a:lnTo>
                  <a:pt x="84394" y="135397"/>
                </a:lnTo>
              </a:path>
            </a:pathLst>
          </a:custGeom>
          <a:noFill/>
          <a:ln cap="flat"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4"/>
          <p:cNvSpPr/>
          <p:nvPr/>
        </p:nvSpPr>
        <p:spPr>
          <a:xfrm flipH="1" rot="10800000">
            <a:off x="5626268" y="2479141"/>
            <a:ext cx="1663752" cy="1797436"/>
          </a:xfrm>
          <a:custGeom>
            <a:rect b="b" l="l" r="r" t="t"/>
            <a:pathLst>
              <a:path extrusionOk="0" fill="none" h="64114" w="69417">
                <a:moveTo>
                  <a:pt x="1" y="1"/>
                </a:moveTo>
                <a:lnTo>
                  <a:pt x="21383" y="64114"/>
                </a:lnTo>
                <a:lnTo>
                  <a:pt x="69417" y="64114"/>
                </a:lnTo>
              </a:path>
            </a:pathLst>
          </a:custGeom>
          <a:noFill/>
          <a:ln cap="flat"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4"/>
          <p:cNvSpPr txBox="1"/>
          <p:nvPr/>
        </p:nvSpPr>
        <p:spPr>
          <a:xfrm>
            <a:off x="5942200" y="1762150"/>
            <a:ext cx="2906700" cy="56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5000">
                <a:solidFill>
                  <a:schemeClr val="accent4"/>
                </a:solidFill>
                <a:highlight>
                  <a:srgbClr val="FFFFFF"/>
                </a:highlight>
                <a:latin typeface="Roboto"/>
                <a:ea typeface="Roboto"/>
                <a:cs typeface="Roboto"/>
                <a:sym typeface="Roboto"/>
              </a:rPr>
              <a:t>15.7%</a:t>
            </a:r>
            <a:endParaRPr b="1" sz="5000">
              <a:solidFill>
                <a:schemeClr val="accent4"/>
              </a:solidFill>
              <a:latin typeface="Roboto"/>
              <a:ea typeface="Roboto"/>
              <a:cs typeface="Roboto"/>
              <a:sym typeface="Roboto"/>
            </a:endParaRPr>
          </a:p>
        </p:txBody>
      </p:sp>
      <p:sp>
        <p:nvSpPr>
          <p:cNvPr id="813" name="Google Shape;813;p24"/>
          <p:cNvSpPr txBox="1"/>
          <p:nvPr/>
        </p:nvSpPr>
        <p:spPr>
          <a:xfrm>
            <a:off x="6308674" y="2480500"/>
            <a:ext cx="2540400" cy="8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oboto"/>
                <a:ea typeface="Roboto"/>
                <a:cs typeface="Roboto"/>
                <a:sym typeface="Roboto"/>
              </a:rPr>
              <a:t>Es el % que representa el error promedio (RMSE)  del modelo respecto de la media de valores de venta.</a:t>
            </a:r>
            <a:endParaRPr sz="1200">
              <a:solidFill>
                <a:schemeClr val="dk1"/>
              </a:solidFill>
              <a:latin typeface="Roboto"/>
              <a:ea typeface="Roboto"/>
              <a:cs typeface="Roboto"/>
              <a:sym typeface="Roboto"/>
            </a:endParaRPr>
          </a:p>
          <a:p>
            <a:pPr indent="-304800" lvl="0" marL="457200" rtl="0" algn="ctr">
              <a:spcBef>
                <a:spcPts val="1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Promedio de propiedad: </a:t>
            </a:r>
            <a:r>
              <a:rPr lang="en" sz="1200">
                <a:solidFill>
                  <a:schemeClr val="dk1"/>
                </a:solidFill>
                <a:highlight>
                  <a:srgbClr val="FFFFFF"/>
                </a:highlight>
                <a:latin typeface="Roboto"/>
                <a:ea typeface="Roboto"/>
                <a:cs typeface="Roboto"/>
                <a:sym typeface="Roboto"/>
              </a:rPr>
              <a:t>¥</a:t>
            </a:r>
            <a:r>
              <a:rPr lang="en" sz="1200">
                <a:solidFill>
                  <a:schemeClr val="dk1"/>
                </a:solidFill>
                <a:latin typeface="Roboto"/>
                <a:ea typeface="Roboto"/>
                <a:cs typeface="Roboto"/>
                <a:sym typeface="Roboto"/>
              </a:rPr>
              <a:t>3.5 millones</a:t>
            </a:r>
            <a:endParaRPr sz="1200">
              <a:solidFill>
                <a:schemeClr val="dk1"/>
              </a:solidFill>
              <a:latin typeface="Roboto"/>
              <a:ea typeface="Roboto"/>
              <a:cs typeface="Roboto"/>
              <a:sym typeface="Roboto"/>
            </a:endParaRPr>
          </a:p>
          <a:p>
            <a:pPr indent="-304800" lvl="0" marL="457200" rtl="0" algn="ctr">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RMSE: </a:t>
            </a:r>
            <a:r>
              <a:rPr lang="en" sz="1200">
                <a:solidFill>
                  <a:schemeClr val="dk1"/>
                </a:solidFill>
                <a:highlight>
                  <a:srgbClr val="FFFFFF"/>
                </a:highlight>
                <a:latin typeface="Roboto"/>
                <a:ea typeface="Roboto"/>
                <a:cs typeface="Roboto"/>
                <a:sym typeface="Roboto"/>
              </a:rPr>
              <a:t>¥</a:t>
            </a:r>
            <a:r>
              <a:rPr lang="en" sz="1200">
                <a:solidFill>
                  <a:schemeClr val="dk1"/>
                </a:solidFill>
                <a:latin typeface="Roboto"/>
                <a:ea typeface="Roboto"/>
                <a:cs typeface="Roboto"/>
                <a:sym typeface="Roboto"/>
              </a:rPr>
              <a:t>551k</a:t>
            </a:r>
            <a:r>
              <a:rPr lang="en" sz="1200">
                <a:solidFill>
                  <a:schemeClr val="dk1"/>
                </a:solidFill>
                <a:latin typeface="Roboto"/>
                <a:ea typeface="Roboto"/>
                <a:cs typeface="Roboto"/>
                <a:sym typeface="Roboto"/>
              </a:rPr>
              <a:t>. Eso es </a:t>
            </a:r>
            <a:r>
              <a:rPr lang="en" sz="1200">
                <a:solidFill>
                  <a:schemeClr val="dk1"/>
                </a:solidFill>
                <a:highlight>
                  <a:srgbClr val="FFFFFF"/>
                </a:highlight>
                <a:latin typeface="Roboto"/>
                <a:ea typeface="Roboto"/>
                <a:cs typeface="Roboto"/>
                <a:sym typeface="Roboto"/>
              </a:rPr>
              <a:t>¥</a:t>
            </a:r>
            <a:r>
              <a:rPr lang="en" sz="1200">
                <a:solidFill>
                  <a:schemeClr val="dk1"/>
                </a:solidFill>
                <a:latin typeface="Roboto"/>
                <a:ea typeface="Roboto"/>
                <a:cs typeface="Roboto"/>
                <a:sym typeface="Roboto"/>
              </a:rPr>
              <a:t>79k menos que el </a:t>
            </a:r>
            <a:r>
              <a:rPr lang="en" sz="1200">
                <a:solidFill>
                  <a:schemeClr val="dk1"/>
                </a:solidFill>
                <a:latin typeface="Roboto"/>
                <a:ea typeface="Roboto"/>
                <a:cs typeface="Roboto"/>
                <a:sym typeface="Roboto"/>
              </a:rPr>
              <a:t>óptimo</a:t>
            </a:r>
            <a:r>
              <a:rPr lang="en" sz="1200">
                <a:solidFill>
                  <a:schemeClr val="dk1"/>
                </a:solidFill>
                <a:latin typeface="Roboto"/>
                <a:ea typeface="Roboto"/>
                <a:cs typeface="Roboto"/>
                <a:sym typeface="Roboto"/>
              </a:rPr>
              <a:t> anterior.</a:t>
            </a:r>
            <a:endParaRPr sz="1200">
              <a:solidFill>
                <a:schemeClr val="dk1"/>
              </a:solidFill>
              <a:latin typeface="Roboto"/>
              <a:ea typeface="Roboto"/>
              <a:cs typeface="Roboto"/>
              <a:sym typeface="Roboto"/>
            </a:endParaRPr>
          </a:p>
        </p:txBody>
      </p:sp>
      <p:sp>
        <p:nvSpPr>
          <p:cNvPr id="814" name="Google Shape;814;p24"/>
          <p:cNvSpPr txBox="1"/>
          <p:nvPr/>
        </p:nvSpPr>
        <p:spPr>
          <a:xfrm>
            <a:off x="108375" y="2506925"/>
            <a:ext cx="2055300" cy="144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Es la variabilidad total que explica el modelo (R^2)</a:t>
            </a:r>
            <a:endParaRPr sz="1200">
              <a:solidFill>
                <a:schemeClr val="dk1"/>
              </a:solidFill>
              <a:latin typeface="Roboto"/>
              <a:ea typeface="Roboto"/>
              <a:cs typeface="Roboto"/>
              <a:sym typeface="Roboto"/>
            </a:endParaRPr>
          </a:p>
          <a:p>
            <a:pPr indent="-304800" lvl="0" marL="457200" rtl="0" algn="l">
              <a:spcBef>
                <a:spcPts val="1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Modelo regresión simple: 77.9%</a:t>
            </a:r>
            <a:endParaRPr sz="1200">
              <a:solidFill>
                <a:schemeClr val="dk1"/>
              </a:solidFill>
              <a:latin typeface="Roboto"/>
              <a:ea typeface="Roboto"/>
              <a:cs typeface="Roboto"/>
              <a:sym typeface="Roboto"/>
            </a:endParaRPr>
          </a:p>
          <a:p>
            <a:pPr indent="0" lvl="0" marL="0" rtl="0" algn="l">
              <a:spcBef>
                <a:spcPts val="1600"/>
              </a:spcBef>
              <a:spcAft>
                <a:spcPts val="1600"/>
              </a:spcAft>
              <a:buNone/>
            </a:pPr>
            <a:r>
              <a:t/>
            </a:r>
            <a:endParaRPr sz="1200">
              <a:solidFill>
                <a:schemeClr val="dk1"/>
              </a:solidFill>
              <a:latin typeface="Roboto"/>
              <a:ea typeface="Roboto"/>
              <a:cs typeface="Roboto"/>
              <a:sym typeface="Roboto"/>
            </a:endParaRPr>
          </a:p>
        </p:txBody>
      </p:sp>
      <p:sp>
        <p:nvSpPr>
          <p:cNvPr id="815" name="Google Shape;815;p24"/>
          <p:cNvSpPr txBox="1"/>
          <p:nvPr/>
        </p:nvSpPr>
        <p:spPr>
          <a:xfrm>
            <a:off x="247389" y="1859155"/>
            <a:ext cx="1796100" cy="68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5000">
                <a:solidFill>
                  <a:schemeClr val="accent2"/>
                </a:solidFill>
                <a:latin typeface="Roboto"/>
                <a:ea typeface="Roboto"/>
                <a:cs typeface="Roboto"/>
                <a:sym typeface="Roboto"/>
              </a:rPr>
              <a:t>94</a:t>
            </a:r>
            <a:r>
              <a:rPr b="1" lang="en" sz="5000">
                <a:solidFill>
                  <a:schemeClr val="accent2"/>
                </a:solidFill>
                <a:latin typeface="Roboto"/>
                <a:ea typeface="Roboto"/>
                <a:cs typeface="Roboto"/>
                <a:sym typeface="Roboto"/>
              </a:rPr>
              <a:t>%</a:t>
            </a:r>
            <a:endParaRPr b="1" sz="5000">
              <a:solidFill>
                <a:schemeClr val="accent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5"/>
          <p:cNvSpPr txBox="1"/>
          <p:nvPr>
            <p:ph type="title"/>
          </p:nvPr>
        </p:nvSpPr>
        <p:spPr>
          <a:xfrm>
            <a:off x="1748775" y="1940875"/>
            <a:ext cx="2539800" cy="1926000"/>
          </a:xfrm>
          <a:prstGeom prst="rect">
            <a:avLst/>
          </a:prstGeom>
        </p:spPr>
        <p:txBody>
          <a:bodyPr anchorCtr="0" anchor="ctr" bIns="91425" lIns="91425" spcFirstLastPara="1" rIns="91425" wrap="square" tIns="91425">
            <a:noAutofit/>
          </a:bodyPr>
          <a:lstStyle/>
          <a:p>
            <a:pPr indent="-355600" lvl="0" marL="457200" rtl="0" algn="just">
              <a:spcBef>
                <a:spcPts val="0"/>
              </a:spcBef>
              <a:spcAft>
                <a:spcPts val="0"/>
              </a:spcAft>
              <a:buSzPts val="2000"/>
              <a:buChar char="●"/>
            </a:pPr>
            <a:r>
              <a:rPr lang="en" sz="2000"/>
              <a:t>Modelo Usuario</a:t>
            </a:r>
            <a:endParaRPr sz="2000"/>
          </a:p>
          <a:p>
            <a:pPr indent="0" lvl="0" marL="0" rtl="0" algn="just">
              <a:spcBef>
                <a:spcPts val="0"/>
              </a:spcBef>
              <a:spcAft>
                <a:spcPts val="0"/>
              </a:spcAft>
              <a:buNone/>
            </a:pPr>
            <a:r>
              <a:t/>
            </a:r>
            <a:endParaRPr sz="2000"/>
          </a:p>
          <a:p>
            <a:pPr indent="0" lvl="0" marL="0" rtl="0" algn="just">
              <a:spcBef>
                <a:spcPts val="0"/>
              </a:spcBef>
              <a:spcAft>
                <a:spcPts val="0"/>
              </a:spcAft>
              <a:buNone/>
            </a:pPr>
            <a:r>
              <a:t/>
            </a:r>
            <a:endParaRPr sz="2000"/>
          </a:p>
          <a:p>
            <a:pPr indent="0" lvl="0" marL="0" rtl="0" algn="just">
              <a:spcBef>
                <a:spcPts val="0"/>
              </a:spcBef>
              <a:spcAft>
                <a:spcPts val="0"/>
              </a:spcAft>
              <a:buNone/>
            </a:pPr>
            <a:r>
              <a:t/>
            </a:r>
            <a:endParaRPr sz="2000"/>
          </a:p>
          <a:p>
            <a:pPr indent="-355600" lvl="0" marL="457200" rtl="0" algn="just">
              <a:spcBef>
                <a:spcPts val="0"/>
              </a:spcBef>
              <a:spcAft>
                <a:spcPts val="0"/>
              </a:spcAft>
              <a:buSzPts val="2000"/>
              <a:buChar char="●"/>
            </a:pPr>
            <a:r>
              <a:rPr lang="en" sz="2000"/>
              <a:t>Modelo Lianjia</a:t>
            </a:r>
            <a:endParaRPr sz="2000"/>
          </a:p>
        </p:txBody>
      </p:sp>
      <p:sp>
        <p:nvSpPr>
          <p:cNvPr id="821" name="Google Shape;821;p25"/>
          <p:cNvSpPr/>
          <p:nvPr/>
        </p:nvSpPr>
        <p:spPr>
          <a:xfrm>
            <a:off x="6752157" y="1855529"/>
            <a:ext cx="958351" cy="255672"/>
          </a:xfrm>
          <a:custGeom>
            <a:rect b="b" l="l" r="r" t="t"/>
            <a:pathLst>
              <a:path extrusionOk="0" h="14945" w="55141">
                <a:moveTo>
                  <a:pt x="1" y="0"/>
                </a:moveTo>
                <a:lnTo>
                  <a:pt x="1" y="14944"/>
                </a:lnTo>
                <a:lnTo>
                  <a:pt x="55140" y="14944"/>
                </a:lnTo>
                <a:lnTo>
                  <a:pt x="55140" y="0"/>
                </a:lnTo>
                <a:close/>
              </a:path>
            </a:pathLst>
          </a:custGeom>
          <a:solidFill>
            <a:schemeClr val="accent1"/>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2" name="Google Shape;822;p25"/>
          <p:cNvSpPr/>
          <p:nvPr/>
        </p:nvSpPr>
        <p:spPr>
          <a:xfrm>
            <a:off x="6884323" y="1991328"/>
            <a:ext cx="706723" cy="586086"/>
          </a:xfrm>
          <a:custGeom>
            <a:rect b="b" l="l" r="r" t="t"/>
            <a:pathLst>
              <a:path extrusionOk="0" h="34259" w="40663">
                <a:moveTo>
                  <a:pt x="0" y="0"/>
                </a:moveTo>
                <a:lnTo>
                  <a:pt x="0" y="34258"/>
                </a:lnTo>
                <a:lnTo>
                  <a:pt x="40662" y="20982"/>
                </a:lnTo>
                <a:lnTo>
                  <a:pt x="40662" y="0"/>
                </a:lnTo>
                <a:close/>
              </a:path>
            </a:pathLst>
          </a:custGeom>
          <a:solidFill>
            <a:schemeClr val="accent1"/>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3" name="Google Shape;823;p25"/>
          <p:cNvSpPr/>
          <p:nvPr/>
        </p:nvSpPr>
        <p:spPr>
          <a:xfrm>
            <a:off x="6953071" y="3781613"/>
            <a:ext cx="544411" cy="887606"/>
          </a:xfrm>
          <a:custGeom>
            <a:rect b="b" l="l" r="r" t="t"/>
            <a:pathLst>
              <a:path extrusionOk="0" h="51884" w="31324">
                <a:moveTo>
                  <a:pt x="31323" y="0"/>
                </a:moveTo>
                <a:lnTo>
                  <a:pt x="1" y="10241"/>
                </a:lnTo>
                <a:lnTo>
                  <a:pt x="6105" y="15912"/>
                </a:lnTo>
                <a:lnTo>
                  <a:pt x="6105" y="37627"/>
                </a:lnTo>
                <a:lnTo>
                  <a:pt x="16779" y="50336"/>
                </a:lnTo>
                <a:cubicBezTo>
                  <a:pt x="17674" y="51405"/>
                  <a:pt x="18860" y="51883"/>
                  <a:pt x="20026" y="51883"/>
                </a:cubicBezTo>
                <a:cubicBezTo>
                  <a:pt x="22207" y="51883"/>
                  <a:pt x="24318" y="50210"/>
                  <a:pt x="24318" y="47601"/>
                </a:cubicBezTo>
                <a:lnTo>
                  <a:pt x="24318" y="38328"/>
                </a:lnTo>
                <a:cubicBezTo>
                  <a:pt x="24318" y="33357"/>
                  <a:pt x="27187" y="29088"/>
                  <a:pt x="31323" y="27020"/>
                </a:cubicBezTo>
                <a:lnTo>
                  <a:pt x="31323" y="0"/>
                </a:lnTo>
                <a:close/>
              </a:path>
            </a:pathLst>
          </a:custGeom>
          <a:solidFill>
            <a:schemeClr val="accent4"/>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4" name="Google Shape;824;p25"/>
          <p:cNvSpPr/>
          <p:nvPr/>
        </p:nvSpPr>
        <p:spPr>
          <a:xfrm>
            <a:off x="6884323" y="2350213"/>
            <a:ext cx="706723" cy="880557"/>
          </a:xfrm>
          <a:custGeom>
            <a:rect b="b" l="l" r="r" t="t"/>
            <a:pathLst>
              <a:path extrusionOk="0" h="51472" w="40663">
                <a:moveTo>
                  <a:pt x="40662" y="1"/>
                </a:moveTo>
                <a:lnTo>
                  <a:pt x="0" y="13277"/>
                </a:lnTo>
                <a:lnTo>
                  <a:pt x="0" y="32991"/>
                </a:lnTo>
                <a:cubicBezTo>
                  <a:pt x="5804" y="32991"/>
                  <a:pt x="10508" y="37695"/>
                  <a:pt x="10508" y="43499"/>
                </a:cubicBezTo>
                <a:lnTo>
                  <a:pt x="10508" y="51471"/>
                </a:lnTo>
                <a:lnTo>
                  <a:pt x="35058" y="43465"/>
                </a:lnTo>
                <a:lnTo>
                  <a:pt x="35058" y="34392"/>
                </a:lnTo>
                <a:lnTo>
                  <a:pt x="40662" y="34392"/>
                </a:lnTo>
                <a:lnTo>
                  <a:pt x="40662" y="1"/>
                </a:lnTo>
                <a:close/>
              </a:path>
            </a:pathLst>
          </a:custGeom>
          <a:solidFill>
            <a:schemeClr val="accent2"/>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5" name="Google Shape;825;p25"/>
          <p:cNvSpPr/>
          <p:nvPr/>
        </p:nvSpPr>
        <p:spPr>
          <a:xfrm>
            <a:off x="6884323" y="3093693"/>
            <a:ext cx="608752" cy="887383"/>
          </a:xfrm>
          <a:custGeom>
            <a:rect b="b" l="l" r="r" t="t"/>
            <a:pathLst>
              <a:path extrusionOk="0" h="51871" w="35026">
                <a:moveTo>
                  <a:pt x="35025" y="0"/>
                </a:moveTo>
                <a:lnTo>
                  <a:pt x="10508" y="8006"/>
                </a:lnTo>
                <a:lnTo>
                  <a:pt x="10508" y="19681"/>
                </a:lnTo>
                <a:lnTo>
                  <a:pt x="0" y="28087"/>
                </a:lnTo>
                <a:lnTo>
                  <a:pt x="0" y="48402"/>
                </a:lnTo>
                <a:lnTo>
                  <a:pt x="3703" y="51871"/>
                </a:lnTo>
                <a:lnTo>
                  <a:pt x="35025" y="41630"/>
                </a:lnTo>
                <a:lnTo>
                  <a:pt x="35025" y="0"/>
                </a:lnTo>
                <a:close/>
              </a:path>
            </a:pathLst>
          </a:custGeom>
          <a:solidFill>
            <a:schemeClr val="accent3"/>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6" name="Google Shape;826;p25"/>
          <p:cNvSpPr/>
          <p:nvPr/>
        </p:nvSpPr>
        <p:spPr>
          <a:xfrm>
            <a:off x="6294249" y="424504"/>
            <a:ext cx="1862163" cy="1670479"/>
          </a:xfrm>
          <a:custGeom>
            <a:rect b="b" l="l" r="r" t="t"/>
            <a:pathLst>
              <a:path extrusionOk="0" h="97646" w="107144">
                <a:moveTo>
                  <a:pt x="53572" y="0"/>
                </a:moveTo>
                <a:cubicBezTo>
                  <a:pt x="41080" y="0"/>
                  <a:pt x="28588" y="4770"/>
                  <a:pt x="19047" y="14311"/>
                </a:cubicBezTo>
                <a:cubicBezTo>
                  <a:pt x="1" y="33358"/>
                  <a:pt x="1" y="64280"/>
                  <a:pt x="19047" y="83360"/>
                </a:cubicBezTo>
                <a:cubicBezTo>
                  <a:pt x="28588" y="92884"/>
                  <a:pt x="41080" y="97645"/>
                  <a:pt x="53572" y="97645"/>
                </a:cubicBezTo>
                <a:cubicBezTo>
                  <a:pt x="66064" y="97645"/>
                  <a:pt x="78557" y="92884"/>
                  <a:pt x="88097" y="83360"/>
                </a:cubicBezTo>
                <a:cubicBezTo>
                  <a:pt x="107144" y="64280"/>
                  <a:pt x="107144" y="33358"/>
                  <a:pt x="88097" y="14311"/>
                </a:cubicBezTo>
                <a:cubicBezTo>
                  <a:pt x="78557" y="4770"/>
                  <a:pt x="66064" y="0"/>
                  <a:pt x="53572" y="0"/>
                </a:cubicBezTo>
                <a:close/>
              </a:path>
            </a:pathLst>
          </a:custGeom>
          <a:solidFill>
            <a:schemeClr val="accent1"/>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sz="1547"/>
          </a:p>
        </p:txBody>
      </p:sp>
      <p:sp>
        <p:nvSpPr>
          <p:cNvPr id="827" name="Google Shape;827;p25"/>
          <p:cNvSpPr/>
          <p:nvPr/>
        </p:nvSpPr>
        <p:spPr>
          <a:xfrm>
            <a:off x="7564839" y="2010230"/>
            <a:ext cx="129881" cy="824616"/>
          </a:xfrm>
          <a:custGeom>
            <a:rect b="b" l="l" r="r" t="t"/>
            <a:pathLst>
              <a:path extrusionOk="0" h="48202" w="7473">
                <a:moveTo>
                  <a:pt x="7473" y="48202"/>
                </a:moveTo>
                <a:lnTo>
                  <a:pt x="7473" y="3770"/>
                </a:lnTo>
                <a:cubicBezTo>
                  <a:pt x="7473" y="1702"/>
                  <a:pt x="5805" y="1"/>
                  <a:pt x="3737" y="1"/>
                </a:cubicBezTo>
                <a:lnTo>
                  <a:pt x="3737" y="1"/>
                </a:lnTo>
                <a:cubicBezTo>
                  <a:pt x="1668" y="1"/>
                  <a:pt x="1" y="1702"/>
                  <a:pt x="1" y="3770"/>
                </a:cubicBezTo>
                <a:lnTo>
                  <a:pt x="1" y="38161"/>
                </a:lnTo>
                <a:cubicBezTo>
                  <a:pt x="4304" y="39462"/>
                  <a:pt x="7473" y="43465"/>
                  <a:pt x="7473" y="48202"/>
                </a:cubicBezTo>
                <a:close/>
              </a:path>
            </a:pathLst>
          </a:custGeom>
          <a:solidFill>
            <a:srgbClr val="595959">
              <a:alpha val="38840"/>
            </a:srgbClr>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8" name="Google Shape;828;p25"/>
          <p:cNvSpPr/>
          <p:nvPr/>
        </p:nvSpPr>
        <p:spPr>
          <a:xfrm>
            <a:off x="7241377" y="2656620"/>
            <a:ext cx="129881" cy="2062378"/>
          </a:xfrm>
          <a:custGeom>
            <a:rect b="b" l="l" r="r" t="t"/>
            <a:pathLst>
              <a:path extrusionOk="0" h="120554" w="7473">
                <a:moveTo>
                  <a:pt x="7472" y="114783"/>
                </a:moveTo>
                <a:lnTo>
                  <a:pt x="7472" y="105510"/>
                </a:lnTo>
                <a:lnTo>
                  <a:pt x="7472" y="3737"/>
                </a:lnTo>
                <a:cubicBezTo>
                  <a:pt x="7472" y="1669"/>
                  <a:pt x="5804" y="1"/>
                  <a:pt x="3736" y="1"/>
                </a:cubicBezTo>
                <a:lnTo>
                  <a:pt x="3736" y="1"/>
                </a:lnTo>
                <a:cubicBezTo>
                  <a:pt x="1668" y="1"/>
                  <a:pt x="0" y="1669"/>
                  <a:pt x="0" y="3737"/>
                </a:cubicBezTo>
                <a:lnTo>
                  <a:pt x="0" y="117618"/>
                </a:lnTo>
                <a:cubicBezTo>
                  <a:pt x="2602" y="120554"/>
                  <a:pt x="7472" y="118752"/>
                  <a:pt x="7472" y="114783"/>
                </a:cubicBezTo>
                <a:close/>
              </a:path>
            </a:pathLst>
          </a:custGeom>
          <a:solidFill>
            <a:srgbClr val="595959">
              <a:alpha val="38840"/>
            </a:srgbClr>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29" name="Google Shape;829;p25"/>
          <p:cNvSpPr/>
          <p:nvPr/>
        </p:nvSpPr>
        <p:spPr>
          <a:xfrm>
            <a:off x="7693512" y="2817034"/>
            <a:ext cx="608" cy="4020"/>
          </a:xfrm>
          <a:custGeom>
            <a:rect b="b" l="l" r="r" t="t"/>
            <a:pathLst>
              <a:path extrusionOk="0" h="235" w="35">
                <a:moveTo>
                  <a:pt x="34" y="234"/>
                </a:moveTo>
                <a:cubicBezTo>
                  <a:pt x="34" y="167"/>
                  <a:pt x="1" y="67"/>
                  <a:pt x="1" y="1"/>
                </a:cubicBezTo>
                <a:cubicBezTo>
                  <a:pt x="1" y="67"/>
                  <a:pt x="34" y="167"/>
                  <a:pt x="34" y="234"/>
                </a:cubicBezTo>
                <a:close/>
              </a:path>
            </a:pathLst>
          </a:custGeom>
          <a:solidFill>
            <a:srgbClr val="FFFFFF"/>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30" name="Google Shape;830;p25"/>
          <p:cNvSpPr/>
          <p:nvPr/>
        </p:nvSpPr>
        <p:spPr>
          <a:xfrm>
            <a:off x="7691774" y="2802768"/>
            <a:ext cx="608" cy="4585"/>
          </a:xfrm>
          <a:custGeom>
            <a:rect b="b" l="l" r="r" t="t"/>
            <a:pathLst>
              <a:path extrusionOk="0" h="268" w="35">
                <a:moveTo>
                  <a:pt x="34" y="268"/>
                </a:moveTo>
                <a:cubicBezTo>
                  <a:pt x="34" y="201"/>
                  <a:pt x="1" y="101"/>
                  <a:pt x="1" y="1"/>
                </a:cubicBezTo>
                <a:cubicBezTo>
                  <a:pt x="1" y="101"/>
                  <a:pt x="34" y="201"/>
                  <a:pt x="34" y="268"/>
                </a:cubicBezTo>
                <a:close/>
              </a:path>
            </a:pathLst>
          </a:custGeom>
          <a:solidFill>
            <a:srgbClr val="FFFFFF"/>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31" name="Google Shape;831;p25"/>
          <p:cNvSpPr/>
          <p:nvPr/>
        </p:nvSpPr>
        <p:spPr>
          <a:xfrm>
            <a:off x="6377135" y="424504"/>
            <a:ext cx="1245312" cy="4244576"/>
          </a:xfrm>
          <a:custGeom>
            <a:rect b="b" l="l" r="r" t="t"/>
            <a:pathLst>
              <a:path extrusionOk="0" h="248112" w="71652">
                <a:moveTo>
                  <a:pt x="48802" y="0"/>
                </a:moveTo>
                <a:cubicBezTo>
                  <a:pt x="21850" y="0"/>
                  <a:pt x="1" y="21883"/>
                  <a:pt x="1" y="48835"/>
                </a:cubicBezTo>
                <a:cubicBezTo>
                  <a:pt x="1" y="65714"/>
                  <a:pt x="8540" y="80591"/>
                  <a:pt x="21583" y="89364"/>
                </a:cubicBezTo>
                <a:lnTo>
                  <a:pt x="21583" y="98604"/>
                </a:lnTo>
                <a:lnTo>
                  <a:pt x="23684" y="98604"/>
                </a:lnTo>
                <a:lnTo>
                  <a:pt x="23684" y="90398"/>
                </a:lnTo>
                <a:cubicBezTo>
                  <a:pt x="10642" y="81625"/>
                  <a:pt x="2102" y="66748"/>
                  <a:pt x="2102" y="49869"/>
                </a:cubicBezTo>
                <a:cubicBezTo>
                  <a:pt x="2102" y="22917"/>
                  <a:pt x="23951" y="1068"/>
                  <a:pt x="50904" y="1068"/>
                </a:cubicBezTo>
                <a:cubicBezTo>
                  <a:pt x="58309" y="1068"/>
                  <a:pt x="65347" y="2736"/>
                  <a:pt x="71652" y="5671"/>
                </a:cubicBezTo>
                <a:cubicBezTo>
                  <a:pt x="64847" y="2069"/>
                  <a:pt x="57075" y="0"/>
                  <a:pt x="48802" y="0"/>
                </a:cubicBezTo>
                <a:close/>
                <a:moveTo>
                  <a:pt x="29188" y="98604"/>
                </a:moveTo>
                <a:lnTo>
                  <a:pt x="29188" y="145571"/>
                </a:lnTo>
                <a:cubicBezTo>
                  <a:pt x="29889" y="145571"/>
                  <a:pt x="30589" y="145638"/>
                  <a:pt x="31290" y="145771"/>
                </a:cubicBezTo>
                <a:lnTo>
                  <a:pt x="31290" y="100706"/>
                </a:lnTo>
                <a:cubicBezTo>
                  <a:pt x="31290" y="99538"/>
                  <a:pt x="30322" y="98604"/>
                  <a:pt x="29188" y="98604"/>
                </a:cubicBezTo>
                <a:close/>
                <a:moveTo>
                  <a:pt x="56975" y="133329"/>
                </a:moveTo>
                <a:lnTo>
                  <a:pt x="56975" y="246710"/>
                </a:lnTo>
                <a:cubicBezTo>
                  <a:pt x="57141" y="246277"/>
                  <a:pt x="57208" y="245776"/>
                  <a:pt x="57208" y="245276"/>
                </a:cubicBezTo>
                <a:lnTo>
                  <a:pt x="57208" y="236003"/>
                </a:lnTo>
                <a:cubicBezTo>
                  <a:pt x="57208" y="234568"/>
                  <a:pt x="57475" y="233167"/>
                  <a:pt x="57909" y="231866"/>
                </a:cubicBezTo>
                <a:lnTo>
                  <a:pt x="57909" y="139634"/>
                </a:lnTo>
                <a:cubicBezTo>
                  <a:pt x="57909" y="137265"/>
                  <a:pt x="58309" y="135064"/>
                  <a:pt x="56975" y="133329"/>
                </a:cubicBezTo>
                <a:close/>
                <a:moveTo>
                  <a:pt x="39696" y="111147"/>
                </a:moveTo>
                <a:lnTo>
                  <a:pt x="39696" y="175726"/>
                </a:lnTo>
                <a:lnTo>
                  <a:pt x="29188" y="184132"/>
                </a:lnTo>
                <a:lnTo>
                  <a:pt x="29188" y="204447"/>
                </a:lnTo>
                <a:lnTo>
                  <a:pt x="32891" y="207916"/>
                </a:lnTo>
                <a:lnTo>
                  <a:pt x="38995" y="213587"/>
                </a:lnTo>
                <a:lnTo>
                  <a:pt x="38995" y="235302"/>
                </a:lnTo>
                <a:lnTo>
                  <a:pt x="49669" y="248011"/>
                </a:lnTo>
                <a:cubicBezTo>
                  <a:pt x="49669" y="248045"/>
                  <a:pt x="49703" y="248078"/>
                  <a:pt x="49736" y="248111"/>
                </a:cubicBezTo>
                <a:lnTo>
                  <a:pt x="49736" y="246677"/>
                </a:lnTo>
                <a:lnTo>
                  <a:pt x="40396" y="235569"/>
                </a:lnTo>
                <a:lnTo>
                  <a:pt x="40396" y="213820"/>
                </a:lnTo>
                <a:lnTo>
                  <a:pt x="34992" y="208950"/>
                </a:lnTo>
                <a:lnTo>
                  <a:pt x="31290" y="205514"/>
                </a:lnTo>
                <a:lnTo>
                  <a:pt x="31290" y="183765"/>
                </a:lnTo>
                <a:lnTo>
                  <a:pt x="40396" y="176427"/>
                </a:lnTo>
                <a:lnTo>
                  <a:pt x="40396" y="117418"/>
                </a:lnTo>
                <a:cubicBezTo>
                  <a:pt x="40396" y="115049"/>
                  <a:pt x="40997" y="112881"/>
                  <a:pt x="39696" y="111147"/>
                </a:cubicBezTo>
                <a:close/>
              </a:path>
            </a:pathLst>
          </a:custGeom>
          <a:solidFill>
            <a:schemeClr val="dk2"/>
          </a:solidFill>
          <a:ln>
            <a:noFill/>
          </a:ln>
        </p:spPr>
        <p:txBody>
          <a:bodyPr anchorCtr="0" anchor="ctr" bIns="101025" lIns="101025" spcFirstLastPara="1" rIns="101025" wrap="square" tIns="101025">
            <a:noAutofit/>
          </a:bodyPr>
          <a:lstStyle/>
          <a:p>
            <a:pPr indent="0" lvl="0" marL="0" rtl="0" algn="l">
              <a:spcBef>
                <a:spcPts val="0"/>
              </a:spcBef>
              <a:spcAft>
                <a:spcPts val="0"/>
              </a:spcAft>
              <a:buNone/>
            </a:pPr>
            <a:r>
              <a:t/>
            </a:r>
            <a:endParaRPr/>
          </a:p>
        </p:txBody>
      </p:sp>
      <p:sp>
        <p:nvSpPr>
          <p:cNvPr id="832" name="Google Shape;832;p25"/>
          <p:cNvSpPr txBox="1"/>
          <p:nvPr>
            <p:ph type="title"/>
          </p:nvPr>
        </p:nvSpPr>
        <p:spPr>
          <a:xfrm>
            <a:off x="727953" y="658800"/>
            <a:ext cx="42066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Puesta en producción</a:t>
            </a:r>
            <a:endParaRPr/>
          </a:p>
        </p:txBody>
      </p:sp>
      <p:sp>
        <p:nvSpPr>
          <p:cNvPr id="833" name="Google Shape;833;p25"/>
          <p:cNvSpPr/>
          <p:nvPr/>
        </p:nvSpPr>
        <p:spPr>
          <a:xfrm>
            <a:off x="1748776" y="1900172"/>
            <a:ext cx="2457647" cy="69116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5"/>
          <p:cNvSpPr/>
          <p:nvPr/>
        </p:nvSpPr>
        <p:spPr>
          <a:xfrm>
            <a:off x="1666326" y="3179047"/>
            <a:ext cx="2457647" cy="691163"/>
          </a:xfrm>
          <a:custGeom>
            <a:rect b="b" l="l" r="r" t="t"/>
            <a:pathLst>
              <a:path extrusionOk="0" h="16833" w="18419">
                <a:moveTo>
                  <a:pt x="12177" y="0"/>
                </a:moveTo>
                <a:cubicBezTo>
                  <a:pt x="11648" y="0"/>
                  <a:pt x="11109" y="46"/>
                  <a:pt x="10599" y="46"/>
                </a:cubicBezTo>
                <a:cubicBezTo>
                  <a:pt x="10579" y="46"/>
                  <a:pt x="10558" y="46"/>
                  <a:pt x="10538" y="46"/>
                </a:cubicBezTo>
                <a:cubicBezTo>
                  <a:pt x="10391" y="45"/>
                  <a:pt x="10250" y="43"/>
                  <a:pt x="10112" y="43"/>
                </a:cubicBezTo>
                <a:cubicBezTo>
                  <a:pt x="9632" y="43"/>
                  <a:pt x="9195" y="68"/>
                  <a:pt x="8715" y="262"/>
                </a:cubicBezTo>
                <a:cubicBezTo>
                  <a:pt x="8256" y="447"/>
                  <a:pt x="7784" y="577"/>
                  <a:pt x="7306" y="707"/>
                </a:cubicBezTo>
                <a:cubicBezTo>
                  <a:pt x="6073" y="1039"/>
                  <a:pt x="5021" y="1344"/>
                  <a:pt x="3911" y="2033"/>
                </a:cubicBezTo>
                <a:cubicBezTo>
                  <a:pt x="2246" y="3062"/>
                  <a:pt x="855" y="4763"/>
                  <a:pt x="292" y="6650"/>
                </a:cubicBezTo>
                <a:cubicBezTo>
                  <a:pt x="1" y="7637"/>
                  <a:pt x="143" y="8746"/>
                  <a:pt x="143" y="9767"/>
                </a:cubicBezTo>
                <a:cubicBezTo>
                  <a:pt x="143" y="10640"/>
                  <a:pt x="117" y="11328"/>
                  <a:pt x="422" y="12145"/>
                </a:cubicBezTo>
                <a:cubicBezTo>
                  <a:pt x="801" y="13168"/>
                  <a:pt x="1482" y="13643"/>
                  <a:pt x="2176" y="14444"/>
                </a:cubicBezTo>
                <a:cubicBezTo>
                  <a:pt x="2652" y="14992"/>
                  <a:pt x="3083" y="15451"/>
                  <a:pt x="3665" y="15882"/>
                </a:cubicBezTo>
                <a:cubicBezTo>
                  <a:pt x="4306" y="16414"/>
                  <a:pt x="5631" y="16763"/>
                  <a:pt x="6744" y="16763"/>
                </a:cubicBezTo>
                <a:cubicBezTo>
                  <a:pt x="7524" y="16763"/>
                  <a:pt x="8354" y="16832"/>
                  <a:pt x="9165" y="16832"/>
                </a:cubicBezTo>
                <a:cubicBezTo>
                  <a:pt x="9611" y="16832"/>
                  <a:pt x="10052" y="16811"/>
                  <a:pt x="10475" y="16746"/>
                </a:cubicBezTo>
                <a:cubicBezTo>
                  <a:pt x="11206" y="16633"/>
                  <a:pt x="12077" y="16225"/>
                  <a:pt x="12731" y="15896"/>
                </a:cubicBezTo>
                <a:cubicBezTo>
                  <a:pt x="13538" y="15487"/>
                  <a:pt x="14352" y="15025"/>
                  <a:pt x="15119" y="14547"/>
                </a:cubicBezTo>
                <a:cubicBezTo>
                  <a:pt x="16150" y="13902"/>
                  <a:pt x="17063" y="13221"/>
                  <a:pt x="17758" y="12198"/>
                </a:cubicBezTo>
                <a:cubicBezTo>
                  <a:pt x="18389" y="11262"/>
                  <a:pt x="18399" y="10368"/>
                  <a:pt x="18402" y="9275"/>
                </a:cubicBezTo>
                <a:cubicBezTo>
                  <a:pt x="18419" y="6633"/>
                  <a:pt x="17798" y="4102"/>
                  <a:pt x="15970" y="2108"/>
                </a:cubicBezTo>
                <a:cubicBezTo>
                  <a:pt x="15233" y="1305"/>
                  <a:pt x="14279" y="291"/>
                  <a:pt x="13163" y="79"/>
                </a:cubicBezTo>
                <a:cubicBezTo>
                  <a:pt x="12845" y="19"/>
                  <a:pt x="12513" y="0"/>
                  <a:pt x="12177"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5" name="Google Shape;835;p25"/>
          <p:cNvGrpSpPr/>
          <p:nvPr/>
        </p:nvGrpSpPr>
        <p:grpSpPr>
          <a:xfrm>
            <a:off x="666930" y="1710790"/>
            <a:ext cx="775548" cy="880545"/>
            <a:chOff x="6050218" y="3805893"/>
            <a:chExt cx="499098" cy="560464"/>
          </a:xfrm>
        </p:grpSpPr>
        <p:sp>
          <p:nvSpPr>
            <p:cNvPr id="836" name="Google Shape;836;p25"/>
            <p:cNvSpPr/>
            <p:nvPr/>
          </p:nvSpPr>
          <p:spPr>
            <a:xfrm>
              <a:off x="6050218" y="3805893"/>
              <a:ext cx="499098" cy="560464"/>
            </a:xfrm>
            <a:custGeom>
              <a:rect b="b" l="l" r="r" t="t"/>
              <a:pathLst>
                <a:path extrusionOk="0" h="43565" w="38795">
                  <a:moveTo>
                    <a:pt x="29889" y="5535"/>
                  </a:moveTo>
                  <a:cubicBezTo>
                    <a:pt x="30256" y="5601"/>
                    <a:pt x="30556" y="5735"/>
                    <a:pt x="30956" y="5768"/>
                  </a:cubicBezTo>
                  <a:cubicBezTo>
                    <a:pt x="30996" y="5771"/>
                    <a:pt x="31039" y="5772"/>
                    <a:pt x="31085" y="5772"/>
                  </a:cubicBezTo>
                  <a:cubicBezTo>
                    <a:pt x="31472" y="5772"/>
                    <a:pt x="32071" y="5688"/>
                    <a:pt x="32535" y="5688"/>
                  </a:cubicBezTo>
                  <a:cubicBezTo>
                    <a:pt x="32713" y="5688"/>
                    <a:pt x="32871" y="5701"/>
                    <a:pt x="32991" y="5735"/>
                  </a:cubicBezTo>
                  <a:cubicBezTo>
                    <a:pt x="33153" y="5783"/>
                    <a:pt x="33256" y="5793"/>
                    <a:pt x="33320" y="5793"/>
                  </a:cubicBezTo>
                  <a:cubicBezTo>
                    <a:pt x="33359" y="5793"/>
                    <a:pt x="33384" y="5789"/>
                    <a:pt x="33398" y="5789"/>
                  </a:cubicBezTo>
                  <a:cubicBezTo>
                    <a:pt x="33458" y="5789"/>
                    <a:pt x="33351" y="5847"/>
                    <a:pt x="33391" y="6435"/>
                  </a:cubicBezTo>
                  <a:cubicBezTo>
                    <a:pt x="33424" y="7036"/>
                    <a:pt x="33358" y="7669"/>
                    <a:pt x="33358" y="8270"/>
                  </a:cubicBezTo>
                  <a:cubicBezTo>
                    <a:pt x="33358" y="10105"/>
                    <a:pt x="33291" y="11973"/>
                    <a:pt x="33158" y="13841"/>
                  </a:cubicBezTo>
                  <a:cubicBezTo>
                    <a:pt x="32357" y="13007"/>
                    <a:pt x="31556" y="12206"/>
                    <a:pt x="30756" y="11339"/>
                  </a:cubicBezTo>
                  <a:cubicBezTo>
                    <a:pt x="30522" y="11072"/>
                    <a:pt x="30289" y="10838"/>
                    <a:pt x="30022" y="10572"/>
                  </a:cubicBezTo>
                  <a:cubicBezTo>
                    <a:pt x="30155" y="9871"/>
                    <a:pt x="30055" y="9237"/>
                    <a:pt x="29989" y="8470"/>
                  </a:cubicBezTo>
                  <a:cubicBezTo>
                    <a:pt x="29855" y="7469"/>
                    <a:pt x="30055" y="6502"/>
                    <a:pt x="29889" y="5535"/>
                  </a:cubicBezTo>
                  <a:close/>
                  <a:moveTo>
                    <a:pt x="19628" y="1262"/>
                  </a:moveTo>
                  <a:cubicBezTo>
                    <a:pt x="20000" y="1262"/>
                    <a:pt x="20141" y="1482"/>
                    <a:pt x="20515" y="1732"/>
                  </a:cubicBezTo>
                  <a:cubicBezTo>
                    <a:pt x="23918" y="4134"/>
                    <a:pt x="25686" y="8036"/>
                    <a:pt x="28521" y="11005"/>
                  </a:cubicBezTo>
                  <a:cubicBezTo>
                    <a:pt x="30022" y="12540"/>
                    <a:pt x="31490" y="14141"/>
                    <a:pt x="32991" y="15709"/>
                  </a:cubicBezTo>
                  <a:cubicBezTo>
                    <a:pt x="32991" y="15709"/>
                    <a:pt x="32991" y="15742"/>
                    <a:pt x="32991" y="15742"/>
                  </a:cubicBezTo>
                  <a:cubicBezTo>
                    <a:pt x="32960" y="16020"/>
                    <a:pt x="33187" y="16213"/>
                    <a:pt x="33433" y="16213"/>
                  </a:cubicBezTo>
                  <a:cubicBezTo>
                    <a:pt x="33452" y="16213"/>
                    <a:pt x="33472" y="16211"/>
                    <a:pt x="33491" y="16209"/>
                  </a:cubicBezTo>
                  <a:cubicBezTo>
                    <a:pt x="33591" y="16342"/>
                    <a:pt x="33691" y="16442"/>
                    <a:pt x="33791" y="16543"/>
                  </a:cubicBezTo>
                  <a:cubicBezTo>
                    <a:pt x="34559" y="17343"/>
                    <a:pt x="35559" y="18210"/>
                    <a:pt x="36160" y="19178"/>
                  </a:cubicBezTo>
                  <a:cubicBezTo>
                    <a:pt x="37094" y="20245"/>
                    <a:pt x="37227" y="20979"/>
                    <a:pt x="36493" y="21379"/>
                  </a:cubicBezTo>
                  <a:cubicBezTo>
                    <a:pt x="36410" y="21463"/>
                    <a:pt x="36338" y="21505"/>
                    <a:pt x="36271" y="21505"/>
                  </a:cubicBezTo>
                  <a:cubicBezTo>
                    <a:pt x="36176" y="21505"/>
                    <a:pt x="36090" y="21421"/>
                    <a:pt x="35993" y="21246"/>
                  </a:cubicBezTo>
                  <a:cubicBezTo>
                    <a:pt x="35826" y="21213"/>
                    <a:pt x="35493" y="20979"/>
                    <a:pt x="35326" y="20946"/>
                  </a:cubicBezTo>
                  <a:cubicBezTo>
                    <a:pt x="35292" y="20912"/>
                    <a:pt x="35259" y="20912"/>
                    <a:pt x="35226" y="20912"/>
                  </a:cubicBezTo>
                  <a:cubicBezTo>
                    <a:pt x="34492" y="18411"/>
                    <a:pt x="31857" y="16909"/>
                    <a:pt x="30222" y="14908"/>
                  </a:cubicBezTo>
                  <a:cubicBezTo>
                    <a:pt x="28454" y="12740"/>
                    <a:pt x="26753" y="10472"/>
                    <a:pt x="25119" y="8203"/>
                  </a:cubicBezTo>
                  <a:cubicBezTo>
                    <a:pt x="24051" y="6735"/>
                    <a:pt x="22717" y="4734"/>
                    <a:pt x="20849" y="4167"/>
                  </a:cubicBezTo>
                  <a:cubicBezTo>
                    <a:pt x="20515" y="4067"/>
                    <a:pt x="20248" y="4067"/>
                    <a:pt x="19948" y="4067"/>
                  </a:cubicBezTo>
                  <a:cubicBezTo>
                    <a:pt x="19948" y="4012"/>
                    <a:pt x="19904" y="3958"/>
                    <a:pt x="19851" y="3958"/>
                  </a:cubicBezTo>
                  <a:cubicBezTo>
                    <a:pt x="19839" y="3958"/>
                    <a:pt x="19827" y="3961"/>
                    <a:pt x="19815" y="3967"/>
                  </a:cubicBezTo>
                  <a:cubicBezTo>
                    <a:pt x="19648" y="4034"/>
                    <a:pt x="19481" y="4100"/>
                    <a:pt x="19314" y="4200"/>
                  </a:cubicBezTo>
                  <a:cubicBezTo>
                    <a:pt x="17980" y="4667"/>
                    <a:pt x="17079" y="6335"/>
                    <a:pt x="16045" y="7336"/>
                  </a:cubicBezTo>
                  <a:cubicBezTo>
                    <a:pt x="13510" y="9804"/>
                    <a:pt x="11242" y="12573"/>
                    <a:pt x="8974" y="15275"/>
                  </a:cubicBezTo>
                  <a:cubicBezTo>
                    <a:pt x="7806" y="16376"/>
                    <a:pt x="6639" y="17477"/>
                    <a:pt x="5538" y="18644"/>
                  </a:cubicBezTo>
                  <a:cubicBezTo>
                    <a:pt x="5004" y="19211"/>
                    <a:pt x="4637" y="19578"/>
                    <a:pt x="4404" y="19978"/>
                  </a:cubicBezTo>
                  <a:cubicBezTo>
                    <a:pt x="4170" y="20312"/>
                    <a:pt x="3937" y="20612"/>
                    <a:pt x="3570" y="20779"/>
                  </a:cubicBezTo>
                  <a:cubicBezTo>
                    <a:pt x="3271" y="20928"/>
                    <a:pt x="3028" y="20991"/>
                    <a:pt x="2821" y="20991"/>
                  </a:cubicBezTo>
                  <a:cubicBezTo>
                    <a:pt x="2199" y="20991"/>
                    <a:pt x="1911" y="20421"/>
                    <a:pt x="1435" y="19945"/>
                  </a:cubicBezTo>
                  <a:cubicBezTo>
                    <a:pt x="1935" y="19078"/>
                    <a:pt x="2869" y="18344"/>
                    <a:pt x="3470" y="17577"/>
                  </a:cubicBezTo>
                  <a:cubicBezTo>
                    <a:pt x="4204" y="16676"/>
                    <a:pt x="4837" y="15809"/>
                    <a:pt x="5738" y="15041"/>
                  </a:cubicBezTo>
                  <a:cubicBezTo>
                    <a:pt x="7473" y="13540"/>
                    <a:pt x="8740" y="11606"/>
                    <a:pt x="10475" y="10071"/>
                  </a:cubicBezTo>
                  <a:cubicBezTo>
                    <a:pt x="12243" y="8470"/>
                    <a:pt x="14077" y="7002"/>
                    <a:pt x="15712" y="5268"/>
                  </a:cubicBezTo>
                  <a:cubicBezTo>
                    <a:pt x="16446" y="4534"/>
                    <a:pt x="17079" y="3733"/>
                    <a:pt x="17747" y="2933"/>
                  </a:cubicBezTo>
                  <a:cubicBezTo>
                    <a:pt x="18114" y="2532"/>
                    <a:pt x="18947" y="1365"/>
                    <a:pt x="19548" y="1265"/>
                  </a:cubicBezTo>
                  <a:cubicBezTo>
                    <a:pt x="19576" y="1263"/>
                    <a:pt x="19602" y="1262"/>
                    <a:pt x="19628" y="1262"/>
                  </a:cubicBezTo>
                  <a:close/>
                  <a:moveTo>
                    <a:pt x="19997" y="5425"/>
                  </a:moveTo>
                  <a:cubicBezTo>
                    <a:pt x="20274" y="5425"/>
                    <a:pt x="20547" y="5481"/>
                    <a:pt x="20815" y="5601"/>
                  </a:cubicBezTo>
                  <a:cubicBezTo>
                    <a:pt x="22450" y="6402"/>
                    <a:pt x="23551" y="8604"/>
                    <a:pt x="24551" y="10038"/>
                  </a:cubicBezTo>
                  <a:cubicBezTo>
                    <a:pt x="25652" y="11639"/>
                    <a:pt x="26886" y="13173"/>
                    <a:pt x="28054" y="14708"/>
                  </a:cubicBezTo>
                  <a:cubicBezTo>
                    <a:pt x="28821" y="15742"/>
                    <a:pt x="29622" y="16809"/>
                    <a:pt x="30522" y="17743"/>
                  </a:cubicBezTo>
                  <a:cubicBezTo>
                    <a:pt x="30622" y="17810"/>
                    <a:pt x="30689" y="17910"/>
                    <a:pt x="30789" y="17977"/>
                  </a:cubicBezTo>
                  <a:cubicBezTo>
                    <a:pt x="28521" y="18444"/>
                    <a:pt x="26453" y="19044"/>
                    <a:pt x="24218" y="19778"/>
                  </a:cubicBezTo>
                  <a:cubicBezTo>
                    <a:pt x="21783" y="20545"/>
                    <a:pt x="19481" y="21646"/>
                    <a:pt x="17046" y="22413"/>
                  </a:cubicBezTo>
                  <a:cubicBezTo>
                    <a:pt x="15111" y="23014"/>
                    <a:pt x="13310" y="23914"/>
                    <a:pt x="11409" y="24615"/>
                  </a:cubicBezTo>
                  <a:cubicBezTo>
                    <a:pt x="10141" y="25115"/>
                    <a:pt x="8807" y="25382"/>
                    <a:pt x="7539" y="25883"/>
                  </a:cubicBezTo>
                  <a:cubicBezTo>
                    <a:pt x="6839" y="26149"/>
                    <a:pt x="6205" y="26483"/>
                    <a:pt x="5538" y="26817"/>
                  </a:cubicBezTo>
                  <a:cubicBezTo>
                    <a:pt x="5538" y="25482"/>
                    <a:pt x="5538" y="24148"/>
                    <a:pt x="5538" y="22814"/>
                  </a:cubicBezTo>
                  <a:cubicBezTo>
                    <a:pt x="5538" y="22313"/>
                    <a:pt x="5338" y="21479"/>
                    <a:pt x="5471" y="20979"/>
                  </a:cubicBezTo>
                  <a:cubicBezTo>
                    <a:pt x="5738" y="20078"/>
                    <a:pt x="6839" y="19144"/>
                    <a:pt x="7506" y="18511"/>
                  </a:cubicBezTo>
                  <a:cubicBezTo>
                    <a:pt x="9841" y="16142"/>
                    <a:pt x="12076" y="13607"/>
                    <a:pt x="14244" y="11072"/>
                  </a:cubicBezTo>
                  <a:cubicBezTo>
                    <a:pt x="15245" y="9904"/>
                    <a:pt x="16312" y="8870"/>
                    <a:pt x="17380" y="7736"/>
                  </a:cubicBezTo>
                  <a:cubicBezTo>
                    <a:pt x="17913" y="7136"/>
                    <a:pt x="18314" y="6435"/>
                    <a:pt x="18747" y="5768"/>
                  </a:cubicBezTo>
                  <a:cubicBezTo>
                    <a:pt x="19166" y="5549"/>
                    <a:pt x="19585" y="5425"/>
                    <a:pt x="19997" y="5425"/>
                  </a:cubicBezTo>
                  <a:close/>
                  <a:moveTo>
                    <a:pt x="31256" y="18377"/>
                  </a:moveTo>
                  <a:cubicBezTo>
                    <a:pt x="32090" y="19078"/>
                    <a:pt x="33024" y="19778"/>
                    <a:pt x="33491" y="20712"/>
                  </a:cubicBezTo>
                  <a:cubicBezTo>
                    <a:pt x="34158" y="22046"/>
                    <a:pt x="33725" y="24248"/>
                    <a:pt x="33725" y="25716"/>
                  </a:cubicBezTo>
                  <a:cubicBezTo>
                    <a:pt x="33725" y="26116"/>
                    <a:pt x="33725" y="26483"/>
                    <a:pt x="33725" y="26883"/>
                  </a:cubicBezTo>
                  <a:cubicBezTo>
                    <a:pt x="31089" y="27584"/>
                    <a:pt x="28354" y="28518"/>
                    <a:pt x="25819" y="29552"/>
                  </a:cubicBezTo>
                  <a:cubicBezTo>
                    <a:pt x="23417" y="30553"/>
                    <a:pt x="20949" y="31286"/>
                    <a:pt x="18581" y="32320"/>
                  </a:cubicBezTo>
                  <a:cubicBezTo>
                    <a:pt x="15979" y="33455"/>
                    <a:pt x="13444" y="34722"/>
                    <a:pt x="10842" y="35856"/>
                  </a:cubicBezTo>
                  <a:cubicBezTo>
                    <a:pt x="9107" y="36590"/>
                    <a:pt x="7406" y="37057"/>
                    <a:pt x="5838" y="37924"/>
                  </a:cubicBezTo>
                  <a:cubicBezTo>
                    <a:pt x="5905" y="36457"/>
                    <a:pt x="5605" y="34889"/>
                    <a:pt x="5605" y="33421"/>
                  </a:cubicBezTo>
                  <a:cubicBezTo>
                    <a:pt x="5571" y="31620"/>
                    <a:pt x="5571" y="29819"/>
                    <a:pt x="5571" y="27984"/>
                  </a:cubicBezTo>
                  <a:cubicBezTo>
                    <a:pt x="7373" y="27751"/>
                    <a:pt x="9341" y="26683"/>
                    <a:pt x="10975" y="26283"/>
                  </a:cubicBezTo>
                  <a:cubicBezTo>
                    <a:pt x="13110" y="25682"/>
                    <a:pt x="15045" y="24548"/>
                    <a:pt x="17146" y="23848"/>
                  </a:cubicBezTo>
                  <a:cubicBezTo>
                    <a:pt x="21883" y="22313"/>
                    <a:pt x="26453" y="20412"/>
                    <a:pt x="31056" y="18544"/>
                  </a:cubicBezTo>
                  <a:cubicBezTo>
                    <a:pt x="31156" y="18511"/>
                    <a:pt x="31223" y="18444"/>
                    <a:pt x="31256" y="18377"/>
                  </a:cubicBezTo>
                  <a:close/>
                  <a:moveTo>
                    <a:pt x="33725" y="28318"/>
                  </a:moveTo>
                  <a:cubicBezTo>
                    <a:pt x="33725" y="28918"/>
                    <a:pt x="33725" y="29485"/>
                    <a:pt x="33658" y="30086"/>
                  </a:cubicBezTo>
                  <a:cubicBezTo>
                    <a:pt x="33458" y="32921"/>
                    <a:pt x="33791" y="35823"/>
                    <a:pt x="33525" y="38625"/>
                  </a:cubicBezTo>
                  <a:cubicBezTo>
                    <a:pt x="33358" y="40026"/>
                    <a:pt x="33224" y="40693"/>
                    <a:pt x="31790" y="40793"/>
                  </a:cubicBezTo>
                  <a:cubicBezTo>
                    <a:pt x="31223" y="40827"/>
                    <a:pt x="30656" y="40860"/>
                    <a:pt x="30122" y="40960"/>
                  </a:cubicBezTo>
                  <a:cubicBezTo>
                    <a:pt x="29255" y="41093"/>
                    <a:pt x="28388" y="41260"/>
                    <a:pt x="27520" y="41460"/>
                  </a:cubicBezTo>
                  <a:cubicBezTo>
                    <a:pt x="26419" y="41594"/>
                    <a:pt x="25285" y="41694"/>
                    <a:pt x="24151" y="41761"/>
                  </a:cubicBezTo>
                  <a:cubicBezTo>
                    <a:pt x="24285" y="38625"/>
                    <a:pt x="24585" y="34922"/>
                    <a:pt x="23918" y="31787"/>
                  </a:cubicBezTo>
                  <a:cubicBezTo>
                    <a:pt x="27120" y="30486"/>
                    <a:pt x="30389" y="29218"/>
                    <a:pt x="33725" y="28318"/>
                  </a:cubicBezTo>
                  <a:close/>
                  <a:moveTo>
                    <a:pt x="15345" y="35223"/>
                  </a:moveTo>
                  <a:lnTo>
                    <a:pt x="15345" y="35223"/>
                  </a:lnTo>
                  <a:cubicBezTo>
                    <a:pt x="14978" y="36257"/>
                    <a:pt x="15045" y="37524"/>
                    <a:pt x="15078" y="38525"/>
                  </a:cubicBezTo>
                  <a:cubicBezTo>
                    <a:pt x="15111" y="39526"/>
                    <a:pt x="14878" y="40626"/>
                    <a:pt x="14945" y="41627"/>
                  </a:cubicBezTo>
                  <a:cubicBezTo>
                    <a:pt x="14277" y="41594"/>
                    <a:pt x="13577" y="41594"/>
                    <a:pt x="12910" y="41594"/>
                  </a:cubicBezTo>
                  <a:lnTo>
                    <a:pt x="9007" y="41594"/>
                  </a:lnTo>
                  <a:cubicBezTo>
                    <a:pt x="8420" y="41619"/>
                    <a:pt x="7715" y="41782"/>
                    <a:pt x="7073" y="41782"/>
                  </a:cubicBezTo>
                  <a:cubicBezTo>
                    <a:pt x="6876" y="41782"/>
                    <a:pt x="6685" y="41766"/>
                    <a:pt x="6505" y="41727"/>
                  </a:cubicBezTo>
                  <a:cubicBezTo>
                    <a:pt x="5238" y="41494"/>
                    <a:pt x="5605" y="40460"/>
                    <a:pt x="5571" y="39392"/>
                  </a:cubicBezTo>
                  <a:lnTo>
                    <a:pt x="5571" y="38925"/>
                  </a:lnTo>
                  <a:cubicBezTo>
                    <a:pt x="7373" y="38492"/>
                    <a:pt x="9174" y="37991"/>
                    <a:pt x="10842" y="37291"/>
                  </a:cubicBezTo>
                  <a:cubicBezTo>
                    <a:pt x="12343" y="36624"/>
                    <a:pt x="13844" y="35923"/>
                    <a:pt x="15345" y="35223"/>
                  </a:cubicBezTo>
                  <a:close/>
                  <a:moveTo>
                    <a:pt x="22950" y="32154"/>
                  </a:moveTo>
                  <a:lnTo>
                    <a:pt x="22950" y="32154"/>
                  </a:lnTo>
                  <a:cubicBezTo>
                    <a:pt x="22350" y="35223"/>
                    <a:pt x="22650" y="38792"/>
                    <a:pt x="22784" y="41794"/>
                  </a:cubicBezTo>
                  <a:cubicBezTo>
                    <a:pt x="22784" y="41794"/>
                    <a:pt x="22784" y="41827"/>
                    <a:pt x="22784" y="41827"/>
                  </a:cubicBezTo>
                  <a:cubicBezTo>
                    <a:pt x="22784" y="41827"/>
                    <a:pt x="22784" y="41827"/>
                    <a:pt x="22784" y="41861"/>
                  </a:cubicBezTo>
                  <a:cubicBezTo>
                    <a:pt x="22116" y="41894"/>
                    <a:pt x="21483" y="41894"/>
                    <a:pt x="20882" y="41894"/>
                  </a:cubicBezTo>
                  <a:cubicBezTo>
                    <a:pt x="19214" y="41894"/>
                    <a:pt x="17613" y="41761"/>
                    <a:pt x="15979" y="41660"/>
                  </a:cubicBezTo>
                  <a:cubicBezTo>
                    <a:pt x="16212" y="40660"/>
                    <a:pt x="16246" y="39492"/>
                    <a:pt x="16246" y="38525"/>
                  </a:cubicBezTo>
                  <a:cubicBezTo>
                    <a:pt x="16212" y="37391"/>
                    <a:pt x="16813" y="35856"/>
                    <a:pt x="16346" y="34789"/>
                  </a:cubicBezTo>
                  <a:cubicBezTo>
                    <a:pt x="17246" y="34389"/>
                    <a:pt x="18114" y="34022"/>
                    <a:pt x="19048" y="33688"/>
                  </a:cubicBezTo>
                  <a:cubicBezTo>
                    <a:pt x="20348" y="33188"/>
                    <a:pt x="21649" y="32654"/>
                    <a:pt x="22950" y="32154"/>
                  </a:cubicBezTo>
                  <a:close/>
                  <a:moveTo>
                    <a:pt x="19765" y="1"/>
                  </a:moveTo>
                  <a:cubicBezTo>
                    <a:pt x="19335" y="1"/>
                    <a:pt x="18864" y="191"/>
                    <a:pt x="18280" y="664"/>
                  </a:cubicBezTo>
                  <a:cubicBezTo>
                    <a:pt x="17013" y="1699"/>
                    <a:pt x="16179" y="2999"/>
                    <a:pt x="15078" y="4134"/>
                  </a:cubicBezTo>
                  <a:cubicBezTo>
                    <a:pt x="13977" y="5301"/>
                    <a:pt x="12810" y="6335"/>
                    <a:pt x="11609" y="7369"/>
                  </a:cubicBezTo>
                  <a:cubicBezTo>
                    <a:pt x="10441" y="8403"/>
                    <a:pt x="9207" y="9437"/>
                    <a:pt x="8073" y="10538"/>
                  </a:cubicBezTo>
                  <a:cubicBezTo>
                    <a:pt x="7006" y="11606"/>
                    <a:pt x="6205" y="12907"/>
                    <a:pt x="5104" y="13941"/>
                  </a:cubicBezTo>
                  <a:cubicBezTo>
                    <a:pt x="4003" y="15008"/>
                    <a:pt x="3170" y="16076"/>
                    <a:pt x="2169" y="17243"/>
                  </a:cubicBezTo>
                  <a:cubicBezTo>
                    <a:pt x="1402" y="18144"/>
                    <a:pt x="534" y="18811"/>
                    <a:pt x="101" y="19978"/>
                  </a:cubicBezTo>
                  <a:cubicBezTo>
                    <a:pt x="1" y="20245"/>
                    <a:pt x="167" y="20545"/>
                    <a:pt x="401" y="20679"/>
                  </a:cubicBezTo>
                  <a:cubicBezTo>
                    <a:pt x="1281" y="21168"/>
                    <a:pt x="1524" y="22549"/>
                    <a:pt x="2687" y="22549"/>
                  </a:cubicBezTo>
                  <a:cubicBezTo>
                    <a:pt x="2714" y="22549"/>
                    <a:pt x="2741" y="22548"/>
                    <a:pt x="2769" y="22547"/>
                  </a:cubicBezTo>
                  <a:cubicBezTo>
                    <a:pt x="3336" y="22513"/>
                    <a:pt x="3770" y="22213"/>
                    <a:pt x="4137" y="21813"/>
                  </a:cubicBezTo>
                  <a:cubicBezTo>
                    <a:pt x="4170" y="23614"/>
                    <a:pt x="4137" y="25416"/>
                    <a:pt x="4137" y="27217"/>
                  </a:cubicBezTo>
                  <a:cubicBezTo>
                    <a:pt x="4137" y="27284"/>
                    <a:pt x="4137" y="27384"/>
                    <a:pt x="4137" y="27450"/>
                  </a:cubicBezTo>
                  <a:cubicBezTo>
                    <a:pt x="3937" y="27584"/>
                    <a:pt x="3937" y="27851"/>
                    <a:pt x="4104" y="27951"/>
                  </a:cubicBezTo>
                  <a:cubicBezTo>
                    <a:pt x="4037" y="31086"/>
                    <a:pt x="3703" y="34455"/>
                    <a:pt x="4270" y="37524"/>
                  </a:cubicBezTo>
                  <a:cubicBezTo>
                    <a:pt x="4104" y="38325"/>
                    <a:pt x="4104" y="39125"/>
                    <a:pt x="4037" y="39959"/>
                  </a:cubicBezTo>
                  <a:cubicBezTo>
                    <a:pt x="3970" y="40827"/>
                    <a:pt x="3770" y="41927"/>
                    <a:pt x="4304" y="42661"/>
                  </a:cubicBezTo>
                  <a:cubicBezTo>
                    <a:pt x="4786" y="43321"/>
                    <a:pt x="5649" y="43492"/>
                    <a:pt x="6574" y="43492"/>
                  </a:cubicBezTo>
                  <a:cubicBezTo>
                    <a:pt x="7567" y="43492"/>
                    <a:pt x="8631" y="43295"/>
                    <a:pt x="9374" y="43295"/>
                  </a:cubicBezTo>
                  <a:cubicBezTo>
                    <a:pt x="11075" y="43295"/>
                    <a:pt x="12776" y="43295"/>
                    <a:pt x="14478" y="43262"/>
                  </a:cubicBezTo>
                  <a:cubicBezTo>
                    <a:pt x="16002" y="43262"/>
                    <a:pt x="17467" y="43564"/>
                    <a:pt x="18957" y="43564"/>
                  </a:cubicBezTo>
                  <a:cubicBezTo>
                    <a:pt x="19032" y="43564"/>
                    <a:pt x="19106" y="43563"/>
                    <a:pt x="19181" y="43562"/>
                  </a:cubicBezTo>
                  <a:cubicBezTo>
                    <a:pt x="19531" y="43562"/>
                    <a:pt x="19877" y="43564"/>
                    <a:pt x="20221" y="43564"/>
                  </a:cubicBezTo>
                  <a:cubicBezTo>
                    <a:pt x="21251" y="43564"/>
                    <a:pt x="22258" y="43545"/>
                    <a:pt x="23284" y="43395"/>
                  </a:cubicBezTo>
                  <a:cubicBezTo>
                    <a:pt x="24718" y="43195"/>
                    <a:pt x="26119" y="43295"/>
                    <a:pt x="27520" y="43028"/>
                  </a:cubicBezTo>
                  <a:cubicBezTo>
                    <a:pt x="28421" y="42961"/>
                    <a:pt x="29255" y="42761"/>
                    <a:pt x="30222" y="42628"/>
                  </a:cubicBezTo>
                  <a:cubicBezTo>
                    <a:pt x="31423" y="42428"/>
                    <a:pt x="33124" y="42728"/>
                    <a:pt x="34192" y="41927"/>
                  </a:cubicBezTo>
                  <a:cubicBezTo>
                    <a:pt x="35059" y="41294"/>
                    <a:pt x="35159" y="40326"/>
                    <a:pt x="35226" y="39325"/>
                  </a:cubicBezTo>
                  <a:cubicBezTo>
                    <a:pt x="35292" y="37391"/>
                    <a:pt x="35126" y="35423"/>
                    <a:pt x="35159" y="33488"/>
                  </a:cubicBezTo>
                  <a:cubicBezTo>
                    <a:pt x="35192" y="29852"/>
                    <a:pt x="35659" y="26216"/>
                    <a:pt x="35459" y="22580"/>
                  </a:cubicBezTo>
                  <a:lnTo>
                    <a:pt x="35459" y="22580"/>
                  </a:lnTo>
                  <a:cubicBezTo>
                    <a:pt x="35758" y="22825"/>
                    <a:pt x="35969" y="23092"/>
                    <a:pt x="36416" y="23092"/>
                  </a:cubicBezTo>
                  <a:cubicBezTo>
                    <a:pt x="36517" y="23092"/>
                    <a:pt x="36631" y="23078"/>
                    <a:pt x="36760" y="23047"/>
                  </a:cubicBezTo>
                  <a:cubicBezTo>
                    <a:pt x="37494" y="22814"/>
                    <a:pt x="38128" y="21846"/>
                    <a:pt x="38295" y="21179"/>
                  </a:cubicBezTo>
                  <a:cubicBezTo>
                    <a:pt x="38795" y="19011"/>
                    <a:pt x="35926" y="16609"/>
                    <a:pt x="34459" y="15208"/>
                  </a:cubicBezTo>
                  <a:cubicBezTo>
                    <a:pt x="34592" y="14608"/>
                    <a:pt x="34459" y="13907"/>
                    <a:pt x="34525" y="13274"/>
                  </a:cubicBezTo>
                  <a:cubicBezTo>
                    <a:pt x="34625" y="11039"/>
                    <a:pt x="34725" y="8970"/>
                    <a:pt x="34659" y="6735"/>
                  </a:cubicBezTo>
                  <a:cubicBezTo>
                    <a:pt x="34659" y="5935"/>
                    <a:pt x="34825" y="4901"/>
                    <a:pt x="33958" y="4501"/>
                  </a:cubicBezTo>
                  <a:cubicBezTo>
                    <a:pt x="33843" y="4451"/>
                    <a:pt x="33714" y="4432"/>
                    <a:pt x="33577" y="4432"/>
                  </a:cubicBezTo>
                  <a:cubicBezTo>
                    <a:pt x="33160" y="4432"/>
                    <a:pt x="32675" y="4609"/>
                    <a:pt x="32324" y="4634"/>
                  </a:cubicBezTo>
                  <a:cubicBezTo>
                    <a:pt x="32236" y="4639"/>
                    <a:pt x="32149" y="4642"/>
                    <a:pt x="32063" y="4642"/>
                  </a:cubicBezTo>
                  <a:cubicBezTo>
                    <a:pt x="31125" y="4642"/>
                    <a:pt x="30289" y="4360"/>
                    <a:pt x="29375" y="4360"/>
                  </a:cubicBezTo>
                  <a:cubicBezTo>
                    <a:pt x="29291" y="4360"/>
                    <a:pt x="29207" y="4362"/>
                    <a:pt x="29121" y="4367"/>
                  </a:cubicBezTo>
                  <a:cubicBezTo>
                    <a:pt x="28754" y="4400"/>
                    <a:pt x="28388" y="4734"/>
                    <a:pt x="28521" y="5134"/>
                  </a:cubicBezTo>
                  <a:cubicBezTo>
                    <a:pt x="28888" y="6168"/>
                    <a:pt x="28588" y="7169"/>
                    <a:pt x="28688" y="8203"/>
                  </a:cubicBezTo>
                  <a:cubicBezTo>
                    <a:pt x="28754" y="8604"/>
                    <a:pt x="28788" y="9037"/>
                    <a:pt x="28888" y="9437"/>
                  </a:cubicBezTo>
                  <a:cubicBezTo>
                    <a:pt x="28354" y="8904"/>
                    <a:pt x="27887" y="8337"/>
                    <a:pt x="27487" y="7736"/>
                  </a:cubicBezTo>
                  <a:cubicBezTo>
                    <a:pt x="26153" y="5668"/>
                    <a:pt x="24551" y="2999"/>
                    <a:pt x="22483" y="1565"/>
                  </a:cubicBezTo>
                  <a:cubicBezTo>
                    <a:pt x="21344" y="783"/>
                    <a:pt x="20638" y="1"/>
                    <a:pt x="19765" y="1"/>
                  </a:cubicBezTo>
                  <a:close/>
                </a:path>
              </a:pathLst>
            </a:custGeom>
            <a:solidFill>
              <a:schemeClr val="dk1"/>
            </a:solidFill>
            <a:ln>
              <a:noFill/>
            </a:ln>
          </p:spPr>
          <p:txBody>
            <a:bodyPr anchorCtr="0" anchor="ctr" bIns="142050" lIns="142050" spcFirstLastPara="1" rIns="142050" wrap="square" tIns="142050">
              <a:noAutofit/>
            </a:bodyPr>
            <a:lstStyle/>
            <a:p>
              <a:pPr indent="0" lvl="0" marL="0" rtl="0" algn="l">
                <a:spcBef>
                  <a:spcPts val="0"/>
                </a:spcBef>
                <a:spcAft>
                  <a:spcPts val="0"/>
                </a:spcAft>
                <a:buNone/>
              </a:pPr>
              <a:r>
                <a:t/>
              </a:r>
              <a:endParaRPr/>
            </a:p>
          </p:txBody>
        </p:sp>
        <p:sp>
          <p:nvSpPr>
            <p:cNvPr id="837" name="Google Shape;837;p25"/>
            <p:cNvSpPr/>
            <p:nvPr/>
          </p:nvSpPr>
          <p:spPr>
            <a:xfrm>
              <a:off x="6159358" y="4163717"/>
              <a:ext cx="60736" cy="78515"/>
            </a:xfrm>
            <a:custGeom>
              <a:rect b="b" l="l" r="r" t="t"/>
              <a:pathLst>
                <a:path extrusionOk="0" h="6103" w="4721">
                  <a:moveTo>
                    <a:pt x="3495" y="1"/>
                  </a:moveTo>
                  <a:cubicBezTo>
                    <a:pt x="3237" y="1"/>
                    <a:pt x="2972" y="51"/>
                    <a:pt x="2759" y="139"/>
                  </a:cubicBezTo>
                  <a:cubicBezTo>
                    <a:pt x="1958" y="439"/>
                    <a:pt x="257" y="1073"/>
                    <a:pt x="524" y="2207"/>
                  </a:cubicBezTo>
                  <a:cubicBezTo>
                    <a:pt x="724" y="3074"/>
                    <a:pt x="1892" y="3174"/>
                    <a:pt x="2592" y="3341"/>
                  </a:cubicBezTo>
                  <a:cubicBezTo>
                    <a:pt x="3359" y="3541"/>
                    <a:pt x="3326" y="4308"/>
                    <a:pt x="2692" y="4742"/>
                  </a:cubicBezTo>
                  <a:cubicBezTo>
                    <a:pt x="2457" y="4899"/>
                    <a:pt x="2139" y="4953"/>
                    <a:pt x="1799" y="4953"/>
                  </a:cubicBezTo>
                  <a:cubicBezTo>
                    <a:pt x="1274" y="4953"/>
                    <a:pt x="696" y="4823"/>
                    <a:pt x="291" y="4742"/>
                  </a:cubicBezTo>
                  <a:cubicBezTo>
                    <a:pt x="280" y="4739"/>
                    <a:pt x="270" y="4738"/>
                    <a:pt x="260" y="4738"/>
                  </a:cubicBezTo>
                  <a:cubicBezTo>
                    <a:pt x="134" y="4738"/>
                    <a:pt x="0" y="4919"/>
                    <a:pt x="124" y="5042"/>
                  </a:cubicBezTo>
                  <a:cubicBezTo>
                    <a:pt x="722" y="5591"/>
                    <a:pt x="1489" y="6102"/>
                    <a:pt x="2298" y="6102"/>
                  </a:cubicBezTo>
                  <a:cubicBezTo>
                    <a:pt x="2570" y="6102"/>
                    <a:pt x="2848" y="6044"/>
                    <a:pt x="3126" y="5909"/>
                  </a:cubicBezTo>
                  <a:cubicBezTo>
                    <a:pt x="3993" y="5476"/>
                    <a:pt x="4660" y="4308"/>
                    <a:pt x="4360" y="3341"/>
                  </a:cubicBezTo>
                  <a:cubicBezTo>
                    <a:pt x="4060" y="2374"/>
                    <a:pt x="3159" y="2274"/>
                    <a:pt x="2325" y="2073"/>
                  </a:cubicBezTo>
                  <a:cubicBezTo>
                    <a:pt x="2192" y="2073"/>
                    <a:pt x="1725" y="2007"/>
                    <a:pt x="1692" y="1907"/>
                  </a:cubicBezTo>
                  <a:lnTo>
                    <a:pt x="1692" y="1907"/>
                  </a:lnTo>
                  <a:cubicBezTo>
                    <a:pt x="1695" y="1918"/>
                    <a:pt x="1705" y="1923"/>
                    <a:pt x="1720" y="1923"/>
                  </a:cubicBezTo>
                  <a:cubicBezTo>
                    <a:pt x="1844" y="1923"/>
                    <a:pt x="2307" y="1595"/>
                    <a:pt x="2425" y="1506"/>
                  </a:cubicBezTo>
                  <a:cubicBezTo>
                    <a:pt x="2698" y="1382"/>
                    <a:pt x="3211" y="1018"/>
                    <a:pt x="3566" y="1018"/>
                  </a:cubicBezTo>
                  <a:cubicBezTo>
                    <a:pt x="3688" y="1018"/>
                    <a:pt x="3791" y="1062"/>
                    <a:pt x="3860" y="1173"/>
                  </a:cubicBezTo>
                  <a:cubicBezTo>
                    <a:pt x="3935" y="1278"/>
                    <a:pt x="4044" y="1329"/>
                    <a:pt x="4150" y="1329"/>
                  </a:cubicBezTo>
                  <a:cubicBezTo>
                    <a:pt x="4280" y="1329"/>
                    <a:pt x="4405" y="1253"/>
                    <a:pt x="4460" y="1106"/>
                  </a:cubicBezTo>
                  <a:cubicBezTo>
                    <a:pt x="4720" y="302"/>
                    <a:pt x="4125" y="1"/>
                    <a:pt x="3495" y="1"/>
                  </a:cubicBezTo>
                  <a:close/>
                </a:path>
              </a:pathLst>
            </a:custGeom>
            <a:solidFill>
              <a:schemeClr val="dk1"/>
            </a:solidFill>
            <a:ln>
              <a:noFill/>
            </a:ln>
          </p:spPr>
          <p:txBody>
            <a:bodyPr anchorCtr="0" anchor="ctr" bIns="142050" lIns="142050" spcFirstLastPara="1" rIns="142050" wrap="square" tIns="142050">
              <a:noAutofit/>
            </a:bodyPr>
            <a:lstStyle/>
            <a:p>
              <a:pPr indent="0" lvl="0" marL="0" rtl="0" algn="l">
                <a:spcBef>
                  <a:spcPts val="0"/>
                </a:spcBef>
                <a:spcAft>
                  <a:spcPts val="0"/>
                </a:spcAft>
                <a:buNone/>
              </a:pPr>
              <a:r>
                <a:t/>
              </a:r>
              <a:endParaRPr/>
            </a:p>
          </p:txBody>
        </p:sp>
        <p:sp>
          <p:nvSpPr>
            <p:cNvPr id="838" name="Google Shape;838;p25"/>
            <p:cNvSpPr/>
            <p:nvPr/>
          </p:nvSpPr>
          <p:spPr>
            <a:xfrm>
              <a:off x="6240335" y="4138114"/>
              <a:ext cx="58806" cy="65740"/>
            </a:xfrm>
            <a:custGeom>
              <a:rect b="b" l="l" r="r" t="t"/>
              <a:pathLst>
                <a:path extrusionOk="0" h="5110" w="4571">
                  <a:moveTo>
                    <a:pt x="2422" y="1060"/>
                  </a:moveTo>
                  <a:cubicBezTo>
                    <a:pt x="2515" y="1060"/>
                    <a:pt x="2609" y="1081"/>
                    <a:pt x="2703" y="1128"/>
                  </a:cubicBezTo>
                  <a:cubicBezTo>
                    <a:pt x="3403" y="1462"/>
                    <a:pt x="3203" y="2762"/>
                    <a:pt x="2870" y="3263"/>
                  </a:cubicBezTo>
                  <a:cubicBezTo>
                    <a:pt x="2647" y="3586"/>
                    <a:pt x="2157" y="3921"/>
                    <a:pt x="1752" y="3921"/>
                  </a:cubicBezTo>
                  <a:cubicBezTo>
                    <a:pt x="1488" y="3921"/>
                    <a:pt x="1261" y="3778"/>
                    <a:pt x="1168" y="3396"/>
                  </a:cubicBezTo>
                  <a:cubicBezTo>
                    <a:pt x="1068" y="2896"/>
                    <a:pt x="1035" y="1862"/>
                    <a:pt x="1602" y="1562"/>
                  </a:cubicBezTo>
                  <a:cubicBezTo>
                    <a:pt x="1702" y="1528"/>
                    <a:pt x="1735" y="1428"/>
                    <a:pt x="1735" y="1361"/>
                  </a:cubicBezTo>
                  <a:cubicBezTo>
                    <a:pt x="1951" y="1194"/>
                    <a:pt x="2184" y="1060"/>
                    <a:pt x="2422" y="1060"/>
                  </a:cubicBezTo>
                  <a:close/>
                  <a:moveTo>
                    <a:pt x="2524" y="0"/>
                  </a:moveTo>
                  <a:cubicBezTo>
                    <a:pt x="2275" y="0"/>
                    <a:pt x="2019" y="48"/>
                    <a:pt x="1769" y="127"/>
                  </a:cubicBezTo>
                  <a:cubicBezTo>
                    <a:pt x="1002" y="361"/>
                    <a:pt x="668" y="728"/>
                    <a:pt x="334" y="1462"/>
                  </a:cubicBezTo>
                  <a:cubicBezTo>
                    <a:pt x="301" y="1595"/>
                    <a:pt x="301" y="1728"/>
                    <a:pt x="401" y="1828"/>
                  </a:cubicBezTo>
                  <a:cubicBezTo>
                    <a:pt x="34" y="2462"/>
                    <a:pt x="1" y="3396"/>
                    <a:pt x="168" y="3997"/>
                  </a:cubicBezTo>
                  <a:cubicBezTo>
                    <a:pt x="419" y="4786"/>
                    <a:pt x="1060" y="5110"/>
                    <a:pt x="1749" y="5110"/>
                  </a:cubicBezTo>
                  <a:cubicBezTo>
                    <a:pt x="2429" y="5110"/>
                    <a:pt x="3156" y="4794"/>
                    <a:pt x="3603" y="4297"/>
                  </a:cubicBezTo>
                  <a:cubicBezTo>
                    <a:pt x="4537" y="3263"/>
                    <a:pt x="4571" y="1395"/>
                    <a:pt x="3570" y="394"/>
                  </a:cubicBezTo>
                  <a:cubicBezTo>
                    <a:pt x="3268" y="112"/>
                    <a:pt x="2904" y="0"/>
                    <a:pt x="2524" y="0"/>
                  </a:cubicBezTo>
                  <a:close/>
                </a:path>
              </a:pathLst>
            </a:custGeom>
            <a:solidFill>
              <a:schemeClr val="dk1"/>
            </a:solidFill>
            <a:ln>
              <a:noFill/>
            </a:ln>
          </p:spPr>
          <p:txBody>
            <a:bodyPr anchorCtr="0" anchor="ctr" bIns="142050" lIns="142050" spcFirstLastPara="1" rIns="142050" wrap="square" tIns="142050">
              <a:noAutofit/>
            </a:bodyPr>
            <a:lstStyle/>
            <a:p>
              <a:pPr indent="0" lvl="0" marL="0" rtl="0" algn="l">
                <a:spcBef>
                  <a:spcPts val="0"/>
                </a:spcBef>
                <a:spcAft>
                  <a:spcPts val="0"/>
                </a:spcAft>
                <a:buNone/>
              </a:pPr>
              <a:r>
                <a:t/>
              </a:r>
              <a:endParaRPr/>
            </a:p>
          </p:txBody>
        </p:sp>
        <p:sp>
          <p:nvSpPr>
            <p:cNvPr id="839" name="Google Shape;839;p25"/>
            <p:cNvSpPr/>
            <p:nvPr/>
          </p:nvSpPr>
          <p:spPr>
            <a:xfrm>
              <a:off x="6299568" y="4120874"/>
              <a:ext cx="76392" cy="63540"/>
            </a:xfrm>
            <a:custGeom>
              <a:rect b="b" l="l" r="r" t="t"/>
              <a:pathLst>
                <a:path extrusionOk="0" h="4939" w="5938">
                  <a:moveTo>
                    <a:pt x="1224" y="0"/>
                  </a:moveTo>
                  <a:cubicBezTo>
                    <a:pt x="1060" y="0"/>
                    <a:pt x="909" y="98"/>
                    <a:pt x="867" y="333"/>
                  </a:cubicBezTo>
                  <a:cubicBezTo>
                    <a:pt x="667" y="1501"/>
                    <a:pt x="0" y="3569"/>
                    <a:pt x="967" y="4569"/>
                  </a:cubicBezTo>
                  <a:cubicBezTo>
                    <a:pt x="1222" y="4837"/>
                    <a:pt x="1501" y="4939"/>
                    <a:pt x="1786" y="4939"/>
                  </a:cubicBezTo>
                  <a:cubicBezTo>
                    <a:pt x="2247" y="4939"/>
                    <a:pt x="2723" y="4671"/>
                    <a:pt x="3136" y="4403"/>
                  </a:cubicBezTo>
                  <a:cubicBezTo>
                    <a:pt x="3970" y="3802"/>
                    <a:pt x="5204" y="4169"/>
                    <a:pt x="5804" y="3168"/>
                  </a:cubicBezTo>
                  <a:cubicBezTo>
                    <a:pt x="5938" y="2968"/>
                    <a:pt x="5871" y="2735"/>
                    <a:pt x="5671" y="2601"/>
                  </a:cubicBezTo>
                  <a:cubicBezTo>
                    <a:pt x="5468" y="2473"/>
                    <a:pt x="5240" y="2427"/>
                    <a:pt x="5002" y="2427"/>
                  </a:cubicBezTo>
                  <a:cubicBezTo>
                    <a:pt x="4498" y="2427"/>
                    <a:pt x="3945" y="2633"/>
                    <a:pt x="3469" y="2701"/>
                  </a:cubicBezTo>
                  <a:cubicBezTo>
                    <a:pt x="3269" y="2768"/>
                    <a:pt x="1868" y="3302"/>
                    <a:pt x="1935" y="3569"/>
                  </a:cubicBezTo>
                  <a:cubicBezTo>
                    <a:pt x="1735" y="3302"/>
                    <a:pt x="1835" y="2301"/>
                    <a:pt x="1835" y="2068"/>
                  </a:cubicBezTo>
                  <a:cubicBezTo>
                    <a:pt x="1835" y="1534"/>
                    <a:pt x="1801" y="967"/>
                    <a:pt x="1735" y="467"/>
                  </a:cubicBezTo>
                  <a:cubicBezTo>
                    <a:pt x="1715" y="193"/>
                    <a:pt x="1456" y="0"/>
                    <a:pt x="1224" y="0"/>
                  </a:cubicBezTo>
                  <a:close/>
                </a:path>
              </a:pathLst>
            </a:custGeom>
            <a:solidFill>
              <a:schemeClr val="dk1"/>
            </a:solidFill>
            <a:ln>
              <a:noFill/>
            </a:ln>
          </p:spPr>
          <p:txBody>
            <a:bodyPr anchorCtr="0" anchor="ctr" bIns="142050" lIns="142050" spcFirstLastPara="1" rIns="142050" wrap="square" tIns="142050">
              <a:noAutofit/>
            </a:bodyPr>
            <a:lstStyle/>
            <a:p>
              <a:pPr indent="0" lvl="0" marL="0" rtl="0" algn="l">
                <a:spcBef>
                  <a:spcPts val="0"/>
                </a:spcBef>
                <a:spcAft>
                  <a:spcPts val="0"/>
                </a:spcAft>
                <a:buNone/>
              </a:pPr>
              <a:r>
                <a:t/>
              </a:r>
              <a:endParaRPr/>
            </a:p>
          </p:txBody>
        </p:sp>
        <p:sp>
          <p:nvSpPr>
            <p:cNvPr id="840" name="Google Shape;840;p25"/>
            <p:cNvSpPr/>
            <p:nvPr/>
          </p:nvSpPr>
          <p:spPr>
            <a:xfrm>
              <a:off x="6371359" y="4087603"/>
              <a:ext cx="68982" cy="75093"/>
            </a:xfrm>
            <a:custGeom>
              <a:rect b="b" l="l" r="r" t="t"/>
              <a:pathLst>
                <a:path extrusionOk="0" h="5837" w="5362">
                  <a:moveTo>
                    <a:pt x="2759" y="1251"/>
                  </a:moveTo>
                  <a:cubicBezTo>
                    <a:pt x="3560" y="1318"/>
                    <a:pt x="4160" y="2419"/>
                    <a:pt x="3693" y="3053"/>
                  </a:cubicBezTo>
                  <a:cubicBezTo>
                    <a:pt x="3427" y="3386"/>
                    <a:pt x="3026" y="3653"/>
                    <a:pt x="2726" y="3987"/>
                  </a:cubicBezTo>
                  <a:cubicBezTo>
                    <a:pt x="2559" y="4187"/>
                    <a:pt x="2392" y="4387"/>
                    <a:pt x="2226" y="4554"/>
                  </a:cubicBezTo>
                  <a:cubicBezTo>
                    <a:pt x="2159" y="4153"/>
                    <a:pt x="1992" y="3786"/>
                    <a:pt x="1959" y="3419"/>
                  </a:cubicBezTo>
                  <a:cubicBezTo>
                    <a:pt x="1959" y="2952"/>
                    <a:pt x="1959" y="2586"/>
                    <a:pt x="1825" y="2152"/>
                  </a:cubicBezTo>
                  <a:cubicBezTo>
                    <a:pt x="1692" y="1818"/>
                    <a:pt x="1559" y="1551"/>
                    <a:pt x="1392" y="1351"/>
                  </a:cubicBezTo>
                  <a:cubicBezTo>
                    <a:pt x="1859" y="1251"/>
                    <a:pt x="2426" y="1251"/>
                    <a:pt x="2759" y="1251"/>
                  </a:cubicBezTo>
                  <a:close/>
                  <a:moveTo>
                    <a:pt x="2907" y="1"/>
                  </a:moveTo>
                  <a:cubicBezTo>
                    <a:pt x="2126" y="1"/>
                    <a:pt x="1210" y="343"/>
                    <a:pt x="558" y="818"/>
                  </a:cubicBezTo>
                  <a:lnTo>
                    <a:pt x="524" y="818"/>
                  </a:lnTo>
                  <a:cubicBezTo>
                    <a:pt x="497" y="810"/>
                    <a:pt x="469" y="806"/>
                    <a:pt x="443" y="806"/>
                  </a:cubicBezTo>
                  <a:cubicBezTo>
                    <a:pt x="247" y="806"/>
                    <a:pt x="99" y="1008"/>
                    <a:pt x="158" y="1185"/>
                  </a:cubicBezTo>
                  <a:cubicBezTo>
                    <a:pt x="0" y="1436"/>
                    <a:pt x="199" y="1688"/>
                    <a:pt x="474" y="1688"/>
                  </a:cubicBezTo>
                  <a:cubicBezTo>
                    <a:pt x="490" y="1688"/>
                    <a:pt x="507" y="1687"/>
                    <a:pt x="524" y="1685"/>
                  </a:cubicBezTo>
                  <a:cubicBezTo>
                    <a:pt x="625" y="2052"/>
                    <a:pt x="658" y="2586"/>
                    <a:pt x="658" y="2819"/>
                  </a:cubicBezTo>
                  <a:cubicBezTo>
                    <a:pt x="625" y="3186"/>
                    <a:pt x="524" y="3486"/>
                    <a:pt x="558" y="3820"/>
                  </a:cubicBezTo>
                  <a:cubicBezTo>
                    <a:pt x="625" y="4220"/>
                    <a:pt x="791" y="4587"/>
                    <a:pt x="891" y="4954"/>
                  </a:cubicBezTo>
                  <a:cubicBezTo>
                    <a:pt x="991" y="5287"/>
                    <a:pt x="1258" y="5454"/>
                    <a:pt x="1559" y="5454"/>
                  </a:cubicBezTo>
                  <a:cubicBezTo>
                    <a:pt x="1559" y="5454"/>
                    <a:pt x="1559" y="5488"/>
                    <a:pt x="1592" y="5521"/>
                  </a:cubicBezTo>
                  <a:cubicBezTo>
                    <a:pt x="1807" y="5746"/>
                    <a:pt x="2042" y="5836"/>
                    <a:pt x="2280" y="5836"/>
                  </a:cubicBezTo>
                  <a:cubicBezTo>
                    <a:pt x="2853" y="5836"/>
                    <a:pt x="3440" y="5312"/>
                    <a:pt x="3793" y="4887"/>
                  </a:cubicBezTo>
                  <a:cubicBezTo>
                    <a:pt x="4494" y="4120"/>
                    <a:pt x="5361" y="3653"/>
                    <a:pt x="5261" y="2452"/>
                  </a:cubicBezTo>
                  <a:cubicBezTo>
                    <a:pt x="5194" y="1385"/>
                    <a:pt x="4327" y="150"/>
                    <a:pt x="3193" y="17"/>
                  </a:cubicBezTo>
                  <a:cubicBezTo>
                    <a:pt x="3100" y="6"/>
                    <a:pt x="3005" y="1"/>
                    <a:pt x="2907" y="1"/>
                  </a:cubicBezTo>
                  <a:close/>
                </a:path>
              </a:pathLst>
            </a:custGeom>
            <a:solidFill>
              <a:schemeClr val="dk1"/>
            </a:solidFill>
            <a:ln>
              <a:noFill/>
            </a:ln>
          </p:spPr>
          <p:txBody>
            <a:bodyPr anchorCtr="0" anchor="ctr" bIns="142050" lIns="142050" spcFirstLastPara="1" rIns="142050" wrap="square" tIns="142050">
              <a:noAutofit/>
            </a:bodyPr>
            <a:lstStyle/>
            <a:p>
              <a:pPr indent="0" lvl="0" marL="0" rtl="0" algn="l">
                <a:spcBef>
                  <a:spcPts val="0"/>
                </a:spcBef>
                <a:spcAft>
                  <a:spcPts val="0"/>
                </a:spcAft>
                <a:buNone/>
              </a:pPr>
              <a:r>
                <a:t/>
              </a:r>
              <a:endParaRPr/>
            </a:p>
          </p:txBody>
        </p:sp>
      </p:grpSp>
      <p:sp>
        <p:nvSpPr>
          <p:cNvPr id="841" name="Google Shape;841;p25"/>
          <p:cNvSpPr/>
          <p:nvPr/>
        </p:nvSpPr>
        <p:spPr>
          <a:xfrm>
            <a:off x="739691" y="3197356"/>
            <a:ext cx="775564" cy="586122"/>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842" name="Google Shape;842;p25"/>
          <p:cNvSpPr txBox="1"/>
          <p:nvPr/>
        </p:nvSpPr>
        <p:spPr>
          <a:xfrm>
            <a:off x="4993577" y="2010225"/>
            <a:ext cx="946200" cy="413400"/>
          </a:xfrm>
          <a:prstGeom prst="rect">
            <a:avLst/>
          </a:prstGeom>
          <a:noFill/>
          <a:ln>
            <a:noFill/>
          </a:ln>
        </p:spPr>
        <p:txBody>
          <a:bodyPr anchorCtr="0" anchor="t" bIns="99525" lIns="99525" spcFirstLastPara="1" rIns="99525" wrap="square" tIns="99525">
            <a:noAutofit/>
          </a:bodyPr>
          <a:lstStyle/>
          <a:p>
            <a:pPr indent="0" lvl="0" marL="0" rtl="0" algn="r">
              <a:lnSpc>
                <a:spcPct val="115000"/>
              </a:lnSpc>
              <a:spcBef>
                <a:spcPts val="0"/>
              </a:spcBef>
              <a:spcAft>
                <a:spcPts val="1742"/>
              </a:spcAft>
              <a:buNone/>
            </a:pPr>
            <a:r>
              <a:rPr b="1" lang="en" sz="1523">
                <a:latin typeface="Roboto"/>
                <a:ea typeface="Roboto"/>
                <a:cs typeface="Roboto"/>
                <a:sym typeface="Roboto"/>
              </a:rPr>
              <a:t>Estático</a:t>
            </a:r>
            <a:endParaRPr b="1" sz="1523">
              <a:solidFill>
                <a:srgbClr val="000000"/>
              </a:solidFill>
              <a:latin typeface="Roboto"/>
              <a:ea typeface="Roboto"/>
              <a:cs typeface="Roboto"/>
              <a:sym typeface="Roboto"/>
            </a:endParaRPr>
          </a:p>
        </p:txBody>
      </p:sp>
      <p:sp>
        <p:nvSpPr>
          <p:cNvPr id="843" name="Google Shape;843;p25"/>
          <p:cNvSpPr txBox="1"/>
          <p:nvPr/>
        </p:nvSpPr>
        <p:spPr>
          <a:xfrm>
            <a:off x="5003552" y="3325807"/>
            <a:ext cx="1043400" cy="413400"/>
          </a:xfrm>
          <a:prstGeom prst="rect">
            <a:avLst/>
          </a:prstGeom>
          <a:noFill/>
          <a:ln>
            <a:noFill/>
          </a:ln>
        </p:spPr>
        <p:txBody>
          <a:bodyPr anchorCtr="0" anchor="t" bIns="99525" lIns="99525" spcFirstLastPara="1" rIns="99525" wrap="square" tIns="99525">
            <a:noAutofit/>
          </a:bodyPr>
          <a:lstStyle/>
          <a:p>
            <a:pPr indent="0" lvl="0" marL="0" rtl="0" algn="r">
              <a:lnSpc>
                <a:spcPct val="115000"/>
              </a:lnSpc>
              <a:spcBef>
                <a:spcPts val="0"/>
              </a:spcBef>
              <a:spcAft>
                <a:spcPts val="1742"/>
              </a:spcAft>
              <a:buNone/>
            </a:pPr>
            <a:r>
              <a:rPr b="1" lang="en" sz="1523">
                <a:latin typeface="Roboto"/>
                <a:ea typeface="Roboto"/>
                <a:cs typeface="Roboto"/>
                <a:sym typeface="Roboto"/>
              </a:rPr>
              <a:t>Dinámico</a:t>
            </a:r>
            <a:endParaRPr b="1" sz="1523">
              <a:solidFill>
                <a:srgbClr val="000000"/>
              </a:solidFill>
              <a:latin typeface="Roboto"/>
              <a:ea typeface="Roboto"/>
              <a:cs typeface="Roboto"/>
              <a:sym typeface="Roboto"/>
            </a:endParaRPr>
          </a:p>
        </p:txBody>
      </p:sp>
      <p:sp>
        <p:nvSpPr>
          <p:cNvPr id="844" name="Google Shape;844;p25"/>
          <p:cNvSpPr/>
          <p:nvPr/>
        </p:nvSpPr>
        <p:spPr>
          <a:xfrm>
            <a:off x="4382552" y="2118468"/>
            <a:ext cx="544500" cy="255600"/>
          </a:xfrm>
          <a:prstGeom prst="chevron">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5" name="Google Shape;845;p25"/>
          <p:cNvSpPr/>
          <p:nvPr/>
        </p:nvSpPr>
        <p:spPr>
          <a:xfrm>
            <a:off x="4382552" y="3409581"/>
            <a:ext cx="544500" cy="255600"/>
          </a:xfrm>
          <a:prstGeom prst="chevron">
            <a:avLst>
              <a:gd fmla="val 50000"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26"/>
          <p:cNvCxnSpPr/>
          <p:nvPr/>
        </p:nvCxnSpPr>
        <p:spPr>
          <a:xfrm>
            <a:off x="658625" y="2181900"/>
            <a:ext cx="2674500" cy="0"/>
          </a:xfrm>
          <a:prstGeom prst="straightConnector1">
            <a:avLst/>
          </a:prstGeom>
          <a:noFill/>
          <a:ln cap="flat" cmpd="sng" w="19050">
            <a:solidFill>
              <a:schemeClr val="dk1"/>
            </a:solidFill>
            <a:prstDash val="solid"/>
            <a:round/>
            <a:headEnd len="med" w="med" type="none"/>
            <a:tailEnd len="med" w="med" type="none"/>
          </a:ln>
        </p:spPr>
      </p:cxnSp>
      <p:cxnSp>
        <p:nvCxnSpPr>
          <p:cNvPr id="851" name="Google Shape;851;p26"/>
          <p:cNvCxnSpPr/>
          <p:nvPr/>
        </p:nvCxnSpPr>
        <p:spPr>
          <a:xfrm>
            <a:off x="658625" y="3184300"/>
            <a:ext cx="2674500" cy="0"/>
          </a:xfrm>
          <a:prstGeom prst="straightConnector1">
            <a:avLst/>
          </a:prstGeom>
          <a:noFill/>
          <a:ln cap="flat" cmpd="sng" w="19050">
            <a:solidFill>
              <a:schemeClr val="dk1"/>
            </a:solidFill>
            <a:prstDash val="solid"/>
            <a:round/>
            <a:headEnd len="med" w="med" type="none"/>
            <a:tailEnd len="med" w="med" type="none"/>
          </a:ln>
        </p:spPr>
      </p:cxnSp>
      <p:cxnSp>
        <p:nvCxnSpPr>
          <p:cNvPr id="852" name="Google Shape;852;p26"/>
          <p:cNvCxnSpPr/>
          <p:nvPr/>
        </p:nvCxnSpPr>
        <p:spPr>
          <a:xfrm>
            <a:off x="658625" y="4186700"/>
            <a:ext cx="3055800" cy="0"/>
          </a:xfrm>
          <a:prstGeom prst="straightConnector1">
            <a:avLst/>
          </a:prstGeom>
          <a:noFill/>
          <a:ln cap="flat" cmpd="sng" w="19050">
            <a:solidFill>
              <a:schemeClr val="dk1"/>
            </a:solidFill>
            <a:prstDash val="solid"/>
            <a:round/>
            <a:headEnd len="med" w="med" type="none"/>
            <a:tailEnd len="med" w="med" type="none"/>
          </a:ln>
        </p:spPr>
      </p:cxnSp>
      <p:cxnSp>
        <p:nvCxnSpPr>
          <p:cNvPr id="853" name="Google Shape;853;p26"/>
          <p:cNvCxnSpPr/>
          <p:nvPr/>
        </p:nvCxnSpPr>
        <p:spPr>
          <a:xfrm rot="10800000">
            <a:off x="5815125" y="2181900"/>
            <a:ext cx="2674500" cy="0"/>
          </a:xfrm>
          <a:prstGeom prst="straightConnector1">
            <a:avLst/>
          </a:prstGeom>
          <a:noFill/>
          <a:ln cap="flat" cmpd="sng" w="19050">
            <a:solidFill>
              <a:schemeClr val="dk1"/>
            </a:solidFill>
            <a:prstDash val="solid"/>
            <a:round/>
            <a:headEnd len="med" w="med" type="none"/>
            <a:tailEnd len="med" w="med" type="none"/>
          </a:ln>
        </p:spPr>
      </p:cxnSp>
      <p:cxnSp>
        <p:nvCxnSpPr>
          <p:cNvPr id="854" name="Google Shape;854;p26"/>
          <p:cNvCxnSpPr/>
          <p:nvPr/>
        </p:nvCxnSpPr>
        <p:spPr>
          <a:xfrm rot="10800000">
            <a:off x="5815125" y="3184300"/>
            <a:ext cx="2674500" cy="0"/>
          </a:xfrm>
          <a:prstGeom prst="straightConnector1">
            <a:avLst/>
          </a:prstGeom>
          <a:noFill/>
          <a:ln cap="flat" cmpd="sng" w="19050">
            <a:solidFill>
              <a:schemeClr val="dk1"/>
            </a:solidFill>
            <a:prstDash val="solid"/>
            <a:round/>
            <a:headEnd len="med" w="med" type="none"/>
            <a:tailEnd len="med" w="med" type="none"/>
          </a:ln>
        </p:spPr>
      </p:cxnSp>
      <p:cxnSp>
        <p:nvCxnSpPr>
          <p:cNvPr id="855" name="Google Shape;855;p26"/>
          <p:cNvCxnSpPr/>
          <p:nvPr/>
        </p:nvCxnSpPr>
        <p:spPr>
          <a:xfrm rot="10800000">
            <a:off x="5465025" y="4186700"/>
            <a:ext cx="3024600" cy="0"/>
          </a:xfrm>
          <a:prstGeom prst="straightConnector1">
            <a:avLst/>
          </a:prstGeom>
          <a:noFill/>
          <a:ln cap="flat" cmpd="sng" w="19050">
            <a:solidFill>
              <a:schemeClr val="dk1"/>
            </a:solidFill>
            <a:prstDash val="solid"/>
            <a:round/>
            <a:headEnd len="med" w="med" type="none"/>
            <a:tailEnd len="med" w="med" type="none"/>
          </a:ln>
        </p:spPr>
      </p:cxnSp>
      <p:sp>
        <p:nvSpPr>
          <p:cNvPr id="856" name="Google Shape;856;p26"/>
          <p:cNvSpPr txBox="1"/>
          <p:nvPr>
            <p:ph type="title"/>
          </p:nvPr>
        </p:nvSpPr>
        <p:spPr>
          <a:xfrm>
            <a:off x="2857489" y="536650"/>
            <a:ext cx="3429000" cy="48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Próximos pasos y líneas futuras de trabajo</a:t>
            </a:r>
            <a:endParaRPr/>
          </a:p>
        </p:txBody>
      </p:sp>
      <p:sp>
        <p:nvSpPr>
          <p:cNvPr id="857" name="Google Shape;857;p26"/>
          <p:cNvSpPr/>
          <p:nvPr/>
        </p:nvSpPr>
        <p:spPr>
          <a:xfrm>
            <a:off x="3333190" y="1508633"/>
            <a:ext cx="1175861" cy="877586"/>
          </a:xfrm>
          <a:custGeom>
            <a:rect b="b" l="l" r="r" t="t"/>
            <a:pathLst>
              <a:path extrusionOk="0" h="68215" w="91400">
                <a:moveTo>
                  <a:pt x="85541" y="1"/>
                </a:moveTo>
                <a:cubicBezTo>
                  <a:pt x="85192" y="1"/>
                  <a:pt x="84843" y="17"/>
                  <a:pt x="84494" y="58"/>
                </a:cubicBezTo>
                <a:cubicBezTo>
                  <a:pt x="82693" y="258"/>
                  <a:pt x="80858" y="425"/>
                  <a:pt x="79057" y="625"/>
                </a:cubicBezTo>
                <a:cubicBezTo>
                  <a:pt x="78123" y="758"/>
                  <a:pt x="77256" y="1125"/>
                  <a:pt x="76355" y="1359"/>
                </a:cubicBezTo>
                <a:cubicBezTo>
                  <a:pt x="75454" y="1592"/>
                  <a:pt x="74487" y="1626"/>
                  <a:pt x="73586" y="1792"/>
                </a:cubicBezTo>
                <a:cubicBezTo>
                  <a:pt x="71351" y="2259"/>
                  <a:pt x="69250" y="2827"/>
                  <a:pt x="67082" y="3494"/>
                </a:cubicBezTo>
                <a:cubicBezTo>
                  <a:pt x="65147" y="4094"/>
                  <a:pt x="63212" y="4594"/>
                  <a:pt x="61311" y="5262"/>
                </a:cubicBezTo>
                <a:cubicBezTo>
                  <a:pt x="60477" y="5562"/>
                  <a:pt x="59710" y="5695"/>
                  <a:pt x="58909" y="6129"/>
                </a:cubicBezTo>
                <a:cubicBezTo>
                  <a:pt x="58342" y="6429"/>
                  <a:pt x="57775" y="6596"/>
                  <a:pt x="57175" y="6796"/>
                </a:cubicBezTo>
                <a:cubicBezTo>
                  <a:pt x="53906" y="7763"/>
                  <a:pt x="50737" y="9398"/>
                  <a:pt x="47634" y="10932"/>
                </a:cubicBezTo>
                <a:cubicBezTo>
                  <a:pt x="44165" y="12634"/>
                  <a:pt x="40730" y="14602"/>
                  <a:pt x="37394" y="16570"/>
                </a:cubicBezTo>
                <a:cubicBezTo>
                  <a:pt x="35893" y="17470"/>
                  <a:pt x="34458" y="18538"/>
                  <a:pt x="32957" y="19472"/>
                </a:cubicBezTo>
                <a:cubicBezTo>
                  <a:pt x="31490" y="20406"/>
                  <a:pt x="29888" y="21340"/>
                  <a:pt x="28621" y="22541"/>
                </a:cubicBezTo>
                <a:cubicBezTo>
                  <a:pt x="27553" y="23541"/>
                  <a:pt x="26319" y="24409"/>
                  <a:pt x="25218" y="25476"/>
                </a:cubicBezTo>
                <a:cubicBezTo>
                  <a:pt x="23984" y="26610"/>
                  <a:pt x="22583" y="27611"/>
                  <a:pt x="21282" y="28712"/>
                </a:cubicBezTo>
                <a:cubicBezTo>
                  <a:pt x="18447" y="31180"/>
                  <a:pt x="15345" y="33382"/>
                  <a:pt x="12676" y="36050"/>
                </a:cubicBezTo>
                <a:cubicBezTo>
                  <a:pt x="9707" y="39052"/>
                  <a:pt x="6739" y="42121"/>
                  <a:pt x="4170" y="45524"/>
                </a:cubicBezTo>
                <a:cubicBezTo>
                  <a:pt x="3103" y="46958"/>
                  <a:pt x="2035" y="48392"/>
                  <a:pt x="1101" y="49960"/>
                </a:cubicBezTo>
                <a:cubicBezTo>
                  <a:pt x="734" y="50594"/>
                  <a:pt x="434" y="51361"/>
                  <a:pt x="0" y="51995"/>
                </a:cubicBezTo>
                <a:cubicBezTo>
                  <a:pt x="67" y="52162"/>
                  <a:pt x="101" y="52295"/>
                  <a:pt x="201" y="52429"/>
                </a:cubicBezTo>
                <a:cubicBezTo>
                  <a:pt x="668" y="53196"/>
                  <a:pt x="2402" y="54263"/>
                  <a:pt x="3136" y="54730"/>
                </a:cubicBezTo>
                <a:cubicBezTo>
                  <a:pt x="4003" y="55264"/>
                  <a:pt x="4937" y="55764"/>
                  <a:pt x="5871" y="56231"/>
                </a:cubicBezTo>
                <a:cubicBezTo>
                  <a:pt x="7472" y="57032"/>
                  <a:pt x="8873" y="58166"/>
                  <a:pt x="10575" y="58867"/>
                </a:cubicBezTo>
                <a:cubicBezTo>
                  <a:pt x="12509" y="59667"/>
                  <a:pt x="14277" y="60635"/>
                  <a:pt x="16179" y="61569"/>
                </a:cubicBezTo>
                <a:cubicBezTo>
                  <a:pt x="18981" y="62970"/>
                  <a:pt x="21949" y="64371"/>
                  <a:pt x="24451" y="66305"/>
                </a:cubicBezTo>
                <a:cubicBezTo>
                  <a:pt x="25152" y="66839"/>
                  <a:pt x="26253" y="67940"/>
                  <a:pt x="27153" y="68140"/>
                </a:cubicBezTo>
                <a:cubicBezTo>
                  <a:pt x="27365" y="68191"/>
                  <a:pt x="27563" y="68214"/>
                  <a:pt x="27749" y="68214"/>
                </a:cubicBezTo>
                <a:cubicBezTo>
                  <a:pt x="29032" y="68214"/>
                  <a:pt x="29761" y="67104"/>
                  <a:pt x="30489" y="66172"/>
                </a:cubicBezTo>
                <a:cubicBezTo>
                  <a:pt x="31456" y="64904"/>
                  <a:pt x="32290" y="63470"/>
                  <a:pt x="33424" y="62336"/>
                </a:cubicBezTo>
                <a:cubicBezTo>
                  <a:pt x="35959" y="59767"/>
                  <a:pt x="38561" y="57165"/>
                  <a:pt x="41263" y="54697"/>
                </a:cubicBezTo>
                <a:cubicBezTo>
                  <a:pt x="42664" y="53429"/>
                  <a:pt x="44132" y="52329"/>
                  <a:pt x="45666" y="51261"/>
                </a:cubicBezTo>
                <a:cubicBezTo>
                  <a:pt x="47067" y="50227"/>
                  <a:pt x="48135" y="48726"/>
                  <a:pt x="49636" y="47859"/>
                </a:cubicBezTo>
                <a:cubicBezTo>
                  <a:pt x="56307" y="44056"/>
                  <a:pt x="62912" y="40287"/>
                  <a:pt x="70117" y="37518"/>
                </a:cubicBezTo>
                <a:cubicBezTo>
                  <a:pt x="73820" y="36117"/>
                  <a:pt x="77623" y="34916"/>
                  <a:pt x="81559" y="34316"/>
                </a:cubicBezTo>
                <a:cubicBezTo>
                  <a:pt x="84427" y="33882"/>
                  <a:pt x="87396" y="33382"/>
                  <a:pt x="90332" y="33148"/>
                </a:cubicBezTo>
                <a:cubicBezTo>
                  <a:pt x="91366" y="32014"/>
                  <a:pt x="91065" y="30480"/>
                  <a:pt x="91065" y="28945"/>
                </a:cubicBezTo>
                <a:lnTo>
                  <a:pt x="91065" y="23541"/>
                </a:lnTo>
                <a:cubicBezTo>
                  <a:pt x="91065" y="19972"/>
                  <a:pt x="91065" y="16370"/>
                  <a:pt x="91065" y="12767"/>
                </a:cubicBezTo>
                <a:cubicBezTo>
                  <a:pt x="91099" y="9965"/>
                  <a:pt x="90765" y="7030"/>
                  <a:pt x="91199" y="4261"/>
                </a:cubicBezTo>
                <a:cubicBezTo>
                  <a:pt x="91366" y="3160"/>
                  <a:pt x="91399" y="2360"/>
                  <a:pt x="91199" y="1292"/>
                </a:cubicBezTo>
                <a:cubicBezTo>
                  <a:pt x="91065" y="725"/>
                  <a:pt x="91065" y="391"/>
                  <a:pt x="90865" y="158"/>
                </a:cubicBezTo>
                <a:cubicBezTo>
                  <a:pt x="90765" y="225"/>
                  <a:pt x="90665" y="258"/>
                  <a:pt x="90532" y="258"/>
                </a:cubicBezTo>
                <a:cubicBezTo>
                  <a:pt x="90313" y="272"/>
                  <a:pt x="90094" y="279"/>
                  <a:pt x="89876" y="279"/>
                </a:cubicBezTo>
                <a:cubicBezTo>
                  <a:pt x="88420" y="279"/>
                  <a:pt x="86979" y="1"/>
                  <a:pt x="855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1</a:t>
            </a:r>
            <a:endParaRPr b="1" sz="1800">
              <a:solidFill>
                <a:schemeClr val="lt1"/>
              </a:solidFill>
              <a:latin typeface="Roboto"/>
              <a:ea typeface="Roboto"/>
              <a:cs typeface="Roboto"/>
              <a:sym typeface="Roboto"/>
            </a:endParaRPr>
          </a:p>
        </p:txBody>
      </p:sp>
      <p:sp>
        <p:nvSpPr>
          <p:cNvPr id="858" name="Google Shape;858;p26"/>
          <p:cNvSpPr/>
          <p:nvPr/>
        </p:nvSpPr>
        <p:spPr>
          <a:xfrm>
            <a:off x="3095856" y="2313623"/>
            <a:ext cx="541591" cy="1345563"/>
          </a:xfrm>
          <a:custGeom>
            <a:rect b="b" l="l" r="r" t="t"/>
            <a:pathLst>
              <a:path extrusionOk="0" h="104591" w="42098">
                <a:moveTo>
                  <a:pt x="10794" y="0"/>
                </a:moveTo>
                <a:cubicBezTo>
                  <a:pt x="10776" y="0"/>
                  <a:pt x="10759" y="1"/>
                  <a:pt x="10742" y="1"/>
                </a:cubicBezTo>
                <a:cubicBezTo>
                  <a:pt x="10609" y="1"/>
                  <a:pt x="10442" y="1"/>
                  <a:pt x="10308" y="68"/>
                </a:cubicBezTo>
                <a:cubicBezTo>
                  <a:pt x="9975" y="735"/>
                  <a:pt x="9474" y="1436"/>
                  <a:pt x="9141" y="2069"/>
                </a:cubicBezTo>
                <a:cubicBezTo>
                  <a:pt x="8307" y="3671"/>
                  <a:pt x="7640" y="5338"/>
                  <a:pt x="7006" y="7040"/>
                </a:cubicBezTo>
                <a:cubicBezTo>
                  <a:pt x="5472" y="11009"/>
                  <a:pt x="4437" y="15112"/>
                  <a:pt x="3470" y="19248"/>
                </a:cubicBezTo>
                <a:cubicBezTo>
                  <a:pt x="2603" y="22918"/>
                  <a:pt x="2369" y="26720"/>
                  <a:pt x="1802" y="30423"/>
                </a:cubicBezTo>
                <a:cubicBezTo>
                  <a:pt x="1535" y="32124"/>
                  <a:pt x="1435" y="33826"/>
                  <a:pt x="1102" y="35493"/>
                </a:cubicBezTo>
                <a:cubicBezTo>
                  <a:pt x="835" y="36994"/>
                  <a:pt x="735" y="38462"/>
                  <a:pt x="435" y="39930"/>
                </a:cubicBezTo>
                <a:cubicBezTo>
                  <a:pt x="101" y="41631"/>
                  <a:pt x="168" y="43499"/>
                  <a:pt x="134" y="45234"/>
                </a:cubicBezTo>
                <a:cubicBezTo>
                  <a:pt x="101" y="47002"/>
                  <a:pt x="1" y="48770"/>
                  <a:pt x="34" y="50537"/>
                </a:cubicBezTo>
                <a:cubicBezTo>
                  <a:pt x="101" y="54407"/>
                  <a:pt x="268" y="58343"/>
                  <a:pt x="635" y="62179"/>
                </a:cubicBezTo>
                <a:cubicBezTo>
                  <a:pt x="968" y="65648"/>
                  <a:pt x="1269" y="69184"/>
                  <a:pt x="2169" y="72487"/>
                </a:cubicBezTo>
                <a:cubicBezTo>
                  <a:pt x="2336" y="73087"/>
                  <a:pt x="2503" y="73687"/>
                  <a:pt x="2536" y="74288"/>
                </a:cubicBezTo>
                <a:cubicBezTo>
                  <a:pt x="2603" y="75222"/>
                  <a:pt x="2870" y="75922"/>
                  <a:pt x="3070" y="76823"/>
                </a:cubicBezTo>
                <a:cubicBezTo>
                  <a:pt x="3503" y="78791"/>
                  <a:pt x="4137" y="80692"/>
                  <a:pt x="4638" y="82660"/>
                </a:cubicBezTo>
                <a:cubicBezTo>
                  <a:pt x="5205" y="84829"/>
                  <a:pt x="5838" y="86897"/>
                  <a:pt x="6639" y="89032"/>
                </a:cubicBezTo>
                <a:cubicBezTo>
                  <a:pt x="6939" y="89899"/>
                  <a:pt x="7440" y="90766"/>
                  <a:pt x="7706" y="91634"/>
                </a:cubicBezTo>
                <a:cubicBezTo>
                  <a:pt x="8007" y="92534"/>
                  <a:pt x="8140" y="93435"/>
                  <a:pt x="8540" y="94336"/>
                </a:cubicBezTo>
                <a:cubicBezTo>
                  <a:pt x="9308" y="95970"/>
                  <a:pt x="10142" y="97605"/>
                  <a:pt x="10909" y="99206"/>
                </a:cubicBezTo>
                <a:cubicBezTo>
                  <a:pt x="11776" y="101040"/>
                  <a:pt x="13310" y="102441"/>
                  <a:pt x="14278" y="104243"/>
                </a:cubicBezTo>
                <a:cubicBezTo>
                  <a:pt x="14345" y="104343"/>
                  <a:pt x="14378" y="104476"/>
                  <a:pt x="14411" y="104576"/>
                </a:cubicBezTo>
                <a:cubicBezTo>
                  <a:pt x="14452" y="104586"/>
                  <a:pt x="14492" y="104591"/>
                  <a:pt x="14533" y="104591"/>
                </a:cubicBezTo>
                <a:cubicBezTo>
                  <a:pt x="14766" y="104591"/>
                  <a:pt x="15031" y="104441"/>
                  <a:pt x="15512" y="104243"/>
                </a:cubicBezTo>
                <a:cubicBezTo>
                  <a:pt x="16546" y="103876"/>
                  <a:pt x="17180" y="103409"/>
                  <a:pt x="18014" y="102708"/>
                </a:cubicBezTo>
                <a:cubicBezTo>
                  <a:pt x="20182" y="100874"/>
                  <a:pt x="22817" y="99606"/>
                  <a:pt x="25186" y="98105"/>
                </a:cubicBezTo>
                <a:cubicBezTo>
                  <a:pt x="28254" y="96204"/>
                  <a:pt x="31290" y="94302"/>
                  <a:pt x="34359" y="92401"/>
                </a:cubicBezTo>
                <a:cubicBezTo>
                  <a:pt x="35860" y="91433"/>
                  <a:pt x="37394" y="90466"/>
                  <a:pt x="38929" y="89532"/>
                </a:cubicBezTo>
                <a:cubicBezTo>
                  <a:pt x="40230" y="88731"/>
                  <a:pt x="41697" y="88164"/>
                  <a:pt x="42098" y="86663"/>
                </a:cubicBezTo>
                <a:cubicBezTo>
                  <a:pt x="40730" y="84061"/>
                  <a:pt x="39596" y="81293"/>
                  <a:pt x="38462" y="78591"/>
                </a:cubicBezTo>
                <a:cubicBezTo>
                  <a:pt x="36894" y="74955"/>
                  <a:pt x="35860" y="71086"/>
                  <a:pt x="35126" y="67183"/>
                </a:cubicBezTo>
                <a:cubicBezTo>
                  <a:pt x="33658" y="59644"/>
                  <a:pt x="33358" y="52039"/>
                  <a:pt x="33058" y="44366"/>
                </a:cubicBezTo>
                <a:cubicBezTo>
                  <a:pt x="32958" y="42632"/>
                  <a:pt x="33725" y="40931"/>
                  <a:pt x="33825" y="39196"/>
                </a:cubicBezTo>
                <a:cubicBezTo>
                  <a:pt x="33925" y="37295"/>
                  <a:pt x="34059" y="35493"/>
                  <a:pt x="34426" y="33625"/>
                </a:cubicBezTo>
                <a:cubicBezTo>
                  <a:pt x="35059" y="30056"/>
                  <a:pt x="35927" y="26454"/>
                  <a:pt x="36727" y="22951"/>
                </a:cubicBezTo>
                <a:cubicBezTo>
                  <a:pt x="37094" y="21383"/>
                  <a:pt x="37895" y="19916"/>
                  <a:pt x="38428" y="18414"/>
                </a:cubicBezTo>
                <a:cubicBezTo>
                  <a:pt x="38929" y="17114"/>
                  <a:pt x="39563" y="15746"/>
                  <a:pt x="38362" y="14545"/>
                </a:cubicBezTo>
                <a:cubicBezTo>
                  <a:pt x="37695" y="13911"/>
                  <a:pt x="36193" y="13511"/>
                  <a:pt x="35360" y="13211"/>
                </a:cubicBezTo>
                <a:cubicBezTo>
                  <a:pt x="32391" y="12110"/>
                  <a:pt x="29622" y="10342"/>
                  <a:pt x="26987" y="8708"/>
                </a:cubicBezTo>
                <a:cubicBezTo>
                  <a:pt x="25186" y="7607"/>
                  <a:pt x="23418" y="6606"/>
                  <a:pt x="21716" y="5372"/>
                </a:cubicBezTo>
                <a:cubicBezTo>
                  <a:pt x="20215" y="4304"/>
                  <a:pt x="18514" y="3704"/>
                  <a:pt x="16980" y="2770"/>
                </a:cubicBezTo>
                <a:cubicBezTo>
                  <a:pt x="16112" y="2236"/>
                  <a:pt x="15178" y="1736"/>
                  <a:pt x="14244" y="1269"/>
                </a:cubicBezTo>
                <a:cubicBezTo>
                  <a:pt x="13491" y="876"/>
                  <a:pt x="11741" y="0"/>
                  <a:pt x="10794" y="0"/>
                </a:cubicBezTo>
                <a:close/>
              </a:path>
            </a:pathLst>
          </a:custGeom>
          <a:solidFill>
            <a:schemeClr val="dk1"/>
          </a:solidFill>
          <a:ln>
            <a:noFill/>
          </a:ln>
        </p:spPr>
        <p:txBody>
          <a:bodyPr anchorCtr="0" anchor="ctr" bIns="91425" lIns="0"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lt1"/>
                </a:solidFill>
                <a:latin typeface="Roboto"/>
                <a:ea typeface="Roboto"/>
                <a:cs typeface="Roboto"/>
                <a:sym typeface="Roboto"/>
              </a:rPr>
              <a:t>6</a:t>
            </a:r>
            <a:endParaRPr/>
          </a:p>
        </p:txBody>
      </p:sp>
      <p:sp>
        <p:nvSpPr>
          <p:cNvPr id="859" name="Google Shape;859;p26"/>
          <p:cNvSpPr/>
          <p:nvPr/>
        </p:nvSpPr>
        <p:spPr>
          <a:xfrm>
            <a:off x="3333190" y="3585578"/>
            <a:ext cx="1175861" cy="877444"/>
          </a:xfrm>
          <a:custGeom>
            <a:rect b="b" l="l" r="r" t="t"/>
            <a:pathLst>
              <a:path extrusionOk="0" h="68204" w="91400">
                <a:moveTo>
                  <a:pt x="27750" y="0"/>
                </a:moveTo>
                <a:cubicBezTo>
                  <a:pt x="27563" y="0"/>
                  <a:pt x="27364" y="24"/>
                  <a:pt x="27153" y="76"/>
                </a:cubicBezTo>
                <a:cubicBezTo>
                  <a:pt x="26253" y="276"/>
                  <a:pt x="25152" y="1343"/>
                  <a:pt x="24451" y="1877"/>
                </a:cubicBezTo>
                <a:cubicBezTo>
                  <a:pt x="21949" y="3845"/>
                  <a:pt x="18981" y="5246"/>
                  <a:pt x="16179" y="6614"/>
                </a:cubicBezTo>
                <a:cubicBezTo>
                  <a:pt x="14277" y="7548"/>
                  <a:pt x="12509" y="8549"/>
                  <a:pt x="10575" y="9349"/>
                </a:cubicBezTo>
                <a:cubicBezTo>
                  <a:pt x="8873" y="10050"/>
                  <a:pt x="7472" y="11150"/>
                  <a:pt x="5871" y="11984"/>
                </a:cubicBezTo>
                <a:cubicBezTo>
                  <a:pt x="4937" y="12451"/>
                  <a:pt x="4003" y="12952"/>
                  <a:pt x="3136" y="13485"/>
                </a:cubicBezTo>
                <a:cubicBezTo>
                  <a:pt x="2402" y="13952"/>
                  <a:pt x="668" y="15020"/>
                  <a:pt x="201" y="15787"/>
                </a:cubicBezTo>
                <a:cubicBezTo>
                  <a:pt x="101" y="15920"/>
                  <a:pt x="67" y="16054"/>
                  <a:pt x="0" y="16187"/>
                </a:cubicBezTo>
                <a:cubicBezTo>
                  <a:pt x="434" y="16854"/>
                  <a:pt x="734" y="17622"/>
                  <a:pt x="1101" y="18222"/>
                </a:cubicBezTo>
                <a:cubicBezTo>
                  <a:pt x="2035" y="19790"/>
                  <a:pt x="3103" y="21224"/>
                  <a:pt x="4170" y="22692"/>
                </a:cubicBezTo>
                <a:cubicBezTo>
                  <a:pt x="6739" y="26094"/>
                  <a:pt x="9674" y="29163"/>
                  <a:pt x="12676" y="32165"/>
                </a:cubicBezTo>
                <a:cubicBezTo>
                  <a:pt x="15345" y="34834"/>
                  <a:pt x="18447" y="37036"/>
                  <a:pt x="21282" y="39471"/>
                </a:cubicBezTo>
                <a:cubicBezTo>
                  <a:pt x="22583" y="40605"/>
                  <a:pt x="23984" y="41572"/>
                  <a:pt x="25218" y="42740"/>
                </a:cubicBezTo>
                <a:cubicBezTo>
                  <a:pt x="26319" y="43774"/>
                  <a:pt x="27520" y="44641"/>
                  <a:pt x="28621" y="45675"/>
                </a:cubicBezTo>
                <a:cubicBezTo>
                  <a:pt x="29888" y="46876"/>
                  <a:pt x="31490" y="47777"/>
                  <a:pt x="32957" y="48744"/>
                </a:cubicBezTo>
                <a:cubicBezTo>
                  <a:pt x="34458" y="49678"/>
                  <a:pt x="35893" y="50712"/>
                  <a:pt x="37394" y="51613"/>
                </a:cubicBezTo>
                <a:cubicBezTo>
                  <a:pt x="40730" y="53614"/>
                  <a:pt x="44165" y="55549"/>
                  <a:pt x="47634" y="57283"/>
                </a:cubicBezTo>
                <a:cubicBezTo>
                  <a:pt x="50737" y="58818"/>
                  <a:pt x="53906" y="60419"/>
                  <a:pt x="57175" y="61420"/>
                </a:cubicBezTo>
                <a:cubicBezTo>
                  <a:pt x="57775" y="61587"/>
                  <a:pt x="58342" y="61787"/>
                  <a:pt x="58876" y="62054"/>
                </a:cubicBezTo>
                <a:cubicBezTo>
                  <a:pt x="59710" y="62487"/>
                  <a:pt x="60477" y="62654"/>
                  <a:pt x="61311" y="62954"/>
                </a:cubicBezTo>
                <a:cubicBezTo>
                  <a:pt x="63212" y="63621"/>
                  <a:pt x="65147" y="64088"/>
                  <a:pt x="67082" y="64722"/>
                </a:cubicBezTo>
                <a:cubicBezTo>
                  <a:pt x="69250" y="65389"/>
                  <a:pt x="71351" y="65923"/>
                  <a:pt x="73553" y="66390"/>
                </a:cubicBezTo>
                <a:cubicBezTo>
                  <a:pt x="74487" y="66590"/>
                  <a:pt x="75454" y="66623"/>
                  <a:pt x="76355" y="66857"/>
                </a:cubicBezTo>
                <a:cubicBezTo>
                  <a:pt x="77256" y="67090"/>
                  <a:pt x="78090" y="67457"/>
                  <a:pt x="79057" y="67557"/>
                </a:cubicBezTo>
                <a:cubicBezTo>
                  <a:pt x="80858" y="67791"/>
                  <a:pt x="82693" y="67958"/>
                  <a:pt x="84461" y="68158"/>
                </a:cubicBezTo>
                <a:cubicBezTo>
                  <a:pt x="84787" y="68190"/>
                  <a:pt x="85112" y="68203"/>
                  <a:pt x="85437" y="68203"/>
                </a:cubicBezTo>
                <a:cubicBezTo>
                  <a:pt x="86961" y="68203"/>
                  <a:pt x="88469" y="67912"/>
                  <a:pt x="89975" y="67912"/>
                </a:cubicBezTo>
                <a:cubicBezTo>
                  <a:pt x="90150" y="67912"/>
                  <a:pt x="90324" y="67916"/>
                  <a:pt x="90498" y="67924"/>
                </a:cubicBezTo>
                <a:cubicBezTo>
                  <a:pt x="90665" y="67958"/>
                  <a:pt x="90765" y="67991"/>
                  <a:pt x="90865" y="68024"/>
                </a:cubicBezTo>
                <a:cubicBezTo>
                  <a:pt x="91065" y="67824"/>
                  <a:pt x="91065" y="67491"/>
                  <a:pt x="91199" y="66924"/>
                </a:cubicBezTo>
                <a:cubicBezTo>
                  <a:pt x="91399" y="65856"/>
                  <a:pt x="91366" y="65056"/>
                  <a:pt x="91199" y="63955"/>
                </a:cubicBezTo>
                <a:cubicBezTo>
                  <a:pt x="90765" y="61186"/>
                  <a:pt x="91099" y="58251"/>
                  <a:pt x="91065" y="55449"/>
                </a:cubicBezTo>
                <a:cubicBezTo>
                  <a:pt x="91065" y="51846"/>
                  <a:pt x="91065" y="48244"/>
                  <a:pt x="91065" y="44641"/>
                </a:cubicBezTo>
                <a:lnTo>
                  <a:pt x="91065" y="39237"/>
                </a:lnTo>
                <a:cubicBezTo>
                  <a:pt x="91065" y="37736"/>
                  <a:pt x="91366" y="36168"/>
                  <a:pt x="90332" y="35068"/>
                </a:cubicBezTo>
                <a:cubicBezTo>
                  <a:pt x="87396" y="34834"/>
                  <a:pt x="84427" y="34300"/>
                  <a:pt x="81559" y="33867"/>
                </a:cubicBezTo>
                <a:cubicBezTo>
                  <a:pt x="77623" y="33266"/>
                  <a:pt x="73820" y="32099"/>
                  <a:pt x="70117" y="30664"/>
                </a:cubicBezTo>
                <a:cubicBezTo>
                  <a:pt x="62912" y="27896"/>
                  <a:pt x="56307" y="24160"/>
                  <a:pt x="49636" y="20357"/>
                </a:cubicBezTo>
                <a:cubicBezTo>
                  <a:pt x="48135" y="19490"/>
                  <a:pt x="47067" y="17955"/>
                  <a:pt x="45666" y="16955"/>
                </a:cubicBezTo>
                <a:cubicBezTo>
                  <a:pt x="44132" y="15854"/>
                  <a:pt x="42664" y="14786"/>
                  <a:pt x="41263" y="13519"/>
                </a:cubicBezTo>
                <a:cubicBezTo>
                  <a:pt x="38561" y="11050"/>
                  <a:pt x="35959" y="8448"/>
                  <a:pt x="33424" y="5880"/>
                </a:cubicBezTo>
                <a:cubicBezTo>
                  <a:pt x="32290" y="4746"/>
                  <a:pt x="31456" y="3311"/>
                  <a:pt x="30489" y="2044"/>
                </a:cubicBezTo>
                <a:cubicBezTo>
                  <a:pt x="29763" y="1085"/>
                  <a:pt x="29011" y="0"/>
                  <a:pt x="277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lt1"/>
                </a:solidFill>
                <a:latin typeface="Roboto"/>
                <a:ea typeface="Roboto"/>
                <a:cs typeface="Roboto"/>
                <a:sym typeface="Roboto"/>
              </a:rPr>
              <a:t>5</a:t>
            </a:r>
            <a:endParaRPr/>
          </a:p>
        </p:txBody>
      </p:sp>
      <p:sp>
        <p:nvSpPr>
          <p:cNvPr id="860" name="Google Shape;860;p26"/>
          <p:cNvSpPr/>
          <p:nvPr/>
        </p:nvSpPr>
        <p:spPr>
          <a:xfrm>
            <a:off x="4650714" y="3585578"/>
            <a:ext cx="1175861" cy="877444"/>
          </a:xfrm>
          <a:custGeom>
            <a:rect b="b" l="l" r="r" t="t"/>
            <a:pathLst>
              <a:path extrusionOk="0" h="68204" w="91400">
                <a:moveTo>
                  <a:pt x="63674" y="0"/>
                </a:moveTo>
                <a:cubicBezTo>
                  <a:pt x="62397" y="0"/>
                  <a:pt x="61671" y="1085"/>
                  <a:pt x="60944" y="2044"/>
                </a:cubicBezTo>
                <a:cubicBezTo>
                  <a:pt x="59944" y="3311"/>
                  <a:pt x="59110" y="4746"/>
                  <a:pt x="57976" y="5880"/>
                </a:cubicBezTo>
                <a:cubicBezTo>
                  <a:pt x="55440" y="8448"/>
                  <a:pt x="52839" y="11050"/>
                  <a:pt x="50137" y="13519"/>
                </a:cubicBezTo>
                <a:cubicBezTo>
                  <a:pt x="48736" y="14786"/>
                  <a:pt x="47301" y="15854"/>
                  <a:pt x="45734" y="16955"/>
                </a:cubicBezTo>
                <a:cubicBezTo>
                  <a:pt x="44333" y="17955"/>
                  <a:pt x="43265" y="19490"/>
                  <a:pt x="41764" y="20357"/>
                </a:cubicBezTo>
                <a:cubicBezTo>
                  <a:pt x="35093" y="24160"/>
                  <a:pt x="28488" y="27896"/>
                  <a:pt x="21283" y="30664"/>
                </a:cubicBezTo>
                <a:cubicBezTo>
                  <a:pt x="17580" y="32099"/>
                  <a:pt x="13777" y="33266"/>
                  <a:pt x="9875" y="33867"/>
                </a:cubicBezTo>
                <a:cubicBezTo>
                  <a:pt x="6973" y="34300"/>
                  <a:pt x="4037" y="34834"/>
                  <a:pt x="1102" y="35068"/>
                </a:cubicBezTo>
                <a:cubicBezTo>
                  <a:pt x="34" y="36168"/>
                  <a:pt x="334" y="37736"/>
                  <a:pt x="334" y="39237"/>
                </a:cubicBezTo>
                <a:cubicBezTo>
                  <a:pt x="334" y="41038"/>
                  <a:pt x="334" y="42840"/>
                  <a:pt x="334" y="44641"/>
                </a:cubicBezTo>
                <a:cubicBezTo>
                  <a:pt x="334" y="48244"/>
                  <a:pt x="334" y="51846"/>
                  <a:pt x="334" y="55449"/>
                </a:cubicBezTo>
                <a:cubicBezTo>
                  <a:pt x="334" y="58251"/>
                  <a:pt x="635" y="61186"/>
                  <a:pt x="201" y="63955"/>
                </a:cubicBezTo>
                <a:cubicBezTo>
                  <a:pt x="68" y="65056"/>
                  <a:pt x="1" y="65856"/>
                  <a:pt x="234" y="66924"/>
                </a:cubicBezTo>
                <a:cubicBezTo>
                  <a:pt x="334" y="67491"/>
                  <a:pt x="334" y="67824"/>
                  <a:pt x="535" y="68024"/>
                </a:cubicBezTo>
                <a:cubicBezTo>
                  <a:pt x="635" y="67991"/>
                  <a:pt x="768" y="67958"/>
                  <a:pt x="902" y="67924"/>
                </a:cubicBezTo>
                <a:cubicBezTo>
                  <a:pt x="1076" y="67916"/>
                  <a:pt x="1251" y="67912"/>
                  <a:pt x="1425" y="67912"/>
                </a:cubicBezTo>
                <a:cubicBezTo>
                  <a:pt x="2936" y="67912"/>
                  <a:pt x="4461" y="68203"/>
                  <a:pt x="5974" y="68203"/>
                </a:cubicBezTo>
                <a:cubicBezTo>
                  <a:pt x="6297" y="68203"/>
                  <a:pt x="6618" y="68190"/>
                  <a:pt x="6939" y="68158"/>
                </a:cubicBezTo>
                <a:cubicBezTo>
                  <a:pt x="8740" y="67958"/>
                  <a:pt x="10542" y="67791"/>
                  <a:pt x="12343" y="67557"/>
                </a:cubicBezTo>
                <a:cubicBezTo>
                  <a:pt x="13310" y="67457"/>
                  <a:pt x="14144" y="67090"/>
                  <a:pt x="15078" y="66857"/>
                </a:cubicBezTo>
                <a:cubicBezTo>
                  <a:pt x="15946" y="66623"/>
                  <a:pt x="16913" y="66590"/>
                  <a:pt x="17847" y="66390"/>
                </a:cubicBezTo>
                <a:cubicBezTo>
                  <a:pt x="20049" y="65923"/>
                  <a:pt x="22150" y="65389"/>
                  <a:pt x="24318" y="64722"/>
                </a:cubicBezTo>
                <a:cubicBezTo>
                  <a:pt x="26253" y="64088"/>
                  <a:pt x="28188" y="63621"/>
                  <a:pt x="30089" y="62954"/>
                </a:cubicBezTo>
                <a:cubicBezTo>
                  <a:pt x="30956" y="62654"/>
                  <a:pt x="31690" y="62487"/>
                  <a:pt x="32524" y="62054"/>
                </a:cubicBezTo>
                <a:cubicBezTo>
                  <a:pt x="33058" y="61787"/>
                  <a:pt x="33625" y="61587"/>
                  <a:pt x="34225" y="61420"/>
                </a:cubicBezTo>
                <a:cubicBezTo>
                  <a:pt x="37528" y="60419"/>
                  <a:pt x="40697" y="58818"/>
                  <a:pt x="43799" y="57283"/>
                </a:cubicBezTo>
                <a:cubicBezTo>
                  <a:pt x="47235" y="55549"/>
                  <a:pt x="50670" y="53614"/>
                  <a:pt x="54006" y="51613"/>
                </a:cubicBezTo>
                <a:cubicBezTo>
                  <a:pt x="55507" y="50712"/>
                  <a:pt x="56975" y="49678"/>
                  <a:pt x="58443" y="48744"/>
                </a:cubicBezTo>
                <a:cubicBezTo>
                  <a:pt x="59910" y="47777"/>
                  <a:pt x="61511" y="46876"/>
                  <a:pt x="62779" y="45675"/>
                </a:cubicBezTo>
                <a:cubicBezTo>
                  <a:pt x="63880" y="44641"/>
                  <a:pt x="65081" y="43774"/>
                  <a:pt x="66181" y="42740"/>
                </a:cubicBezTo>
                <a:cubicBezTo>
                  <a:pt x="67449" y="41572"/>
                  <a:pt x="68817" y="40605"/>
                  <a:pt x="70118" y="39471"/>
                </a:cubicBezTo>
                <a:cubicBezTo>
                  <a:pt x="72953" y="37036"/>
                  <a:pt x="76089" y="34834"/>
                  <a:pt x="78724" y="32165"/>
                </a:cubicBezTo>
                <a:cubicBezTo>
                  <a:pt x="81726" y="29163"/>
                  <a:pt x="84661" y="26094"/>
                  <a:pt x="87230" y="22692"/>
                </a:cubicBezTo>
                <a:cubicBezTo>
                  <a:pt x="88331" y="21224"/>
                  <a:pt x="89398" y="19790"/>
                  <a:pt x="90299" y="18222"/>
                </a:cubicBezTo>
                <a:cubicBezTo>
                  <a:pt x="90666" y="17622"/>
                  <a:pt x="90999" y="16854"/>
                  <a:pt x="91400" y="16187"/>
                </a:cubicBezTo>
                <a:cubicBezTo>
                  <a:pt x="91366" y="16054"/>
                  <a:pt x="91299" y="15920"/>
                  <a:pt x="91199" y="15787"/>
                </a:cubicBezTo>
                <a:cubicBezTo>
                  <a:pt x="90732" y="15020"/>
                  <a:pt x="88998" y="13919"/>
                  <a:pt x="88264" y="13485"/>
                </a:cubicBezTo>
                <a:cubicBezTo>
                  <a:pt x="87397" y="12952"/>
                  <a:pt x="86463" y="12418"/>
                  <a:pt x="85562" y="11984"/>
                </a:cubicBezTo>
                <a:cubicBezTo>
                  <a:pt x="83928" y="11150"/>
                  <a:pt x="82560" y="10050"/>
                  <a:pt x="80859" y="9349"/>
                </a:cubicBezTo>
                <a:cubicBezTo>
                  <a:pt x="78891" y="8549"/>
                  <a:pt x="77123" y="7548"/>
                  <a:pt x="75221" y="6614"/>
                </a:cubicBezTo>
                <a:cubicBezTo>
                  <a:pt x="72419" y="5246"/>
                  <a:pt x="69450" y="3845"/>
                  <a:pt x="66949" y="1877"/>
                </a:cubicBezTo>
                <a:cubicBezTo>
                  <a:pt x="66248" y="1343"/>
                  <a:pt x="65147" y="276"/>
                  <a:pt x="64280" y="76"/>
                </a:cubicBezTo>
                <a:cubicBezTo>
                  <a:pt x="64065" y="24"/>
                  <a:pt x="63863" y="0"/>
                  <a:pt x="63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lt1"/>
                </a:solidFill>
                <a:latin typeface="Roboto"/>
                <a:ea typeface="Roboto"/>
                <a:cs typeface="Roboto"/>
                <a:sym typeface="Roboto"/>
              </a:rPr>
              <a:t>4</a:t>
            </a:r>
            <a:endParaRPr/>
          </a:p>
        </p:txBody>
      </p:sp>
      <p:sp>
        <p:nvSpPr>
          <p:cNvPr id="861" name="Google Shape;861;p26"/>
          <p:cNvSpPr/>
          <p:nvPr/>
        </p:nvSpPr>
        <p:spPr>
          <a:xfrm>
            <a:off x="5526211" y="2313623"/>
            <a:ext cx="541591" cy="1345563"/>
          </a:xfrm>
          <a:custGeom>
            <a:rect b="b" l="l" r="r" t="t"/>
            <a:pathLst>
              <a:path extrusionOk="0" h="104591" w="42098">
                <a:moveTo>
                  <a:pt x="31273" y="0"/>
                </a:moveTo>
                <a:cubicBezTo>
                  <a:pt x="30356" y="0"/>
                  <a:pt x="28574" y="876"/>
                  <a:pt x="27820" y="1269"/>
                </a:cubicBezTo>
                <a:cubicBezTo>
                  <a:pt x="26920" y="1736"/>
                  <a:pt x="25986" y="2236"/>
                  <a:pt x="25118" y="2770"/>
                </a:cubicBezTo>
                <a:cubicBezTo>
                  <a:pt x="23551" y="3704"/>
                  <a:pt x="21883" y="4304"/>
                  <a:pt x="20382" y="5372"/>
                </a:cubicBezTo>
                <a:cubicBezTo>
                  <a:pt x="18681" y="6606"/>
                  <a:pt x="16913" y="7607"/>
                  <a:pt x="15111" y="8708"/>
                </a:cubicBezTo>
                <a:cubicBezTo>
                  <a:pt x="12443" y="10342"/>
                  <a:pt x="9707" y="12110"/>
                  <a:pt x="6705" y="13211"/>
                </a:cubicBezTo>
                <a:cubicBezTo>
                  <a:pt x="5871" y="13511"/>
                  <a:pt x="4370" y="13911"/>
                  <a:pt x="3736" y="14545"/>
                </a:cubicBezTo>
                <a:cubicBezTo>
                  <a:pt x="2536" y="15746"/>
                  <a:pt x="3169" y="17114"/>
                  <a:pt x="3636" y="18414"/>
                </a:cubicBezTo>
                <a:cubicBezTo>
                  <a:pt x="4203" y="19916"/>
                  <a:pt x="4971" y="21383"/>
                  <a:pt x="5338" y="22951"/>
                </a:cubicBezTo>
                <a:cubicBezTo>
                  <a:pt x="6172" y="26454"/>
                  <a:pt x="7005" y="30056"/>
                  <a:pt x="7673" y="33625"/>
                </a:cubicBezTo>
                <a:cubicBezTo>
                  <a:pt x="8040" y="35493"/>
                  <a:pt x="8173" y="37295"/>
                  <a:pt x="8273" y="39196"/>
                </a:cubicBezTo>
                <a:cubicBezTo>
                  <a:pt x="8373" y="40931"/>
                  <a:pt x="9107" y="42632"/>
                  <a:pt x="9040" y="44366"/>
                </a:cubicBezTo>
                <a:cubicBezTo>
                  <a:pt x="8740" y="52039"/>
                  <a:pt x="8440" y="59644"/>
                  <a:pt x="6972" y="67183"/>
                </a:cubicBezTo>
                <a:cubicBezTo>
                  <a:pt x="6205" y="71086"/>
                  <a:pt x="5204" y="74955"/>
                  <a:pt x="3636" y="78591"/>
                </a:cubicBezTo>
                <a:cubicBezTo>
                  <a:pt x="2469" y="81293"/>
                  <a:pt x="1368" y="84061"/>
                  <a:pt x="0" y="86663"/>
                </a:cubicBezTo>
                <a:cubicBezTo>
                  <a:pt x="401" y="88164"/>
                  <a:pt x="1868" y="88731"/>
                  <a:pt x="3169" y="89532"/>
                </a:cubicBezTo>
                <a:cubicBezTo>
                  <a:pt x="4704" y="90466"/>
                  <a:pt x="6205" y="91433"/>
                  <a:pt x="7739" y="92401"/>
                </a:cubicBezTo>
                <a:cubicBezTo>
                  <a:pt x="10808" y="94302"/>
                  <a:pt x="13844" y="96204"/>
                  <a:pt x="16879" y="98105"/>
                </a:cubicBezTo>
                <a:cubicBezTo>
                  <a:pt x="19281" y="99606"/>
                  <a:pt x="21916" y="100874"/>
                  <a:pt x="24051" y="102708"/>
                </a:cubicBezTo>
                <a:cubicBezTo>
                  <a:pt x="24885" y="103409"/>
                  <a:pt x="25552" y="103876"/>
                  <a:pt x="26586" y="104243"/>
                </a:cubicBezTo>
                <a:cubicBezTo>
                  <a:pt x="27039" y="104441"/>
                  <a:pt x="27300" y="104591"/>
                  <a:pt x="27552" y="104591"/>
                </a:cubicBezTo>
                <a:cubicBezTo>
                  <a:pt x="27597" y="104591"/>
                  <a:pt x="27642" y="104586"/>
                  <a:pt x="27687" y="104576"/>
                </a:cubicBezTo>
                <a:cubicBezTo>
                  <a:pt x="27687" y="104476"/>
                  <a:pt x="27720" y="104343"/>
                  <a:pt x="27787" y="104243"/>
                </a:cubicBezTo>
                <a:cubicBezTo>
                  <a:pt x="28788" y="102441"/>
                  <a:pt x="30289" y="101040"/>
                  <a:pt x="31189" y="99206"/>
                </a:cubicBezTo>
                <a:cubicBezTo>
                  <a:pt x="31957" y="97605"/>
                  <a:pt x="32791" y="95970"/>
                  <a:pt x="33558" y="94336"/>
                </a:cubicBezTo>
                <a:cubicBezTo>
                  <a:pt x="33958" y="93435"/>
                  <a:pt x="34092" y="92534"/>
                  <a:pt x="34358" y="91634"/>
                </a:cubicBezTo>
                <a:cubicBezTo>
                  <a:pt x="34659" y="90766"/>
                  <a:pt x="35126" y="89899"/>
                  <a:pt x="35459" y="89032"/>
                </a:cubicBezTo>
                <a:cubicBezTo>
                  <a:pt x="36226" y="86897"/>
                  <a:pt x="36894" y="84829"/>
                  <a:pt x="37461" y="82660"/>
                </a:cubicBezTo>
                <a:cubicBezTo>
                  <a:pt x="37961" y="80692"/>
                  <a:pt x="38595" y="78791"/>
                  <a:pt x="39028" y="76823"/>
                </a:cubicBezTo>
                <a:cubicBezTo>
                  <a:pt x="39229" y="75922"/>
                  <a:pt x="39462" y="75222"/>
                  <a:pt x="39529" y="74288"/>
                </a:cubicBezTo>
                <a:cubicBezTo>
                  <a:pt x="39595" y="73687"/>
                  <a:pt x="39729" y="73087"/>
                  <a:pt x="39896" y="72487"/>
                </a:cubicBezTo>
                <a:cubicBezTo>
                  <a:pt x="40796" y="69184"/>
                  <a:pt x="41097" y="65648"/>
                  <a:pt x="41463" y="62179"/>
                </a:cubicBezTo>
                <a:cubicBezTo>
                  <a:pt x="41830" y="58343"/>
                  <a:pt x="41997" y="54407"/>
                  <a:pt x="42064" y="50537"/>
                </a:cubicBezTo>
                <a:cubicBezTo>
                  <a:pt x="42097" y="48770"/>
                  <a:pt x="41964" y="47002"/>
                  <a:pt x="41964" y="45234"/>
                </a:cubicBezTo>
                <a:cubicBezTo>
                  <a:pt x="41930" y="43499"/>
                  <a:pt x="41997" y="41631"/>
                  <a:pt x="41664" y="39930"/>
                </a:cubicBezTo>
                <a:cubicBezTo>
                  <a:pt x="41363" y="38462"/>
                  <a:pt x="41263" y="36994"/>
                  <a:pt x="40963" y="35493"/>
                </a:cubicBezTo>
                <a:cubicBezTo>
                  <a:pt x="40663" y="33826"/>
                  <a:pt x="40563" y="32124"/>
                  <a:pt x="40296" y="30423"/>
                </a:cubicBezTo>
                <a:cubicBezTo>
                  <a:pt x="39696" y="26720"/>
                  <a:pt x="39495" y="22918"/>
                  <a:pt x="38628" y="19248"/>
                </a:cubicBezTo>
                <a:cubicBezTo>
                  <a:pt x="37661" y="15112"/>
                  <a:pt x="36627" y="11009"/>
                  <a:pt x="35092" y="7040"/>
                </a:cubicBezTo>
                <a:cubicBezTo>
                  <a:pt x="34425" y="5338"/>
                  <a:pt x="33758" y="3671"/>
                  <a:pt x="32924" y="2069"/>
                </a:cubicBezTo>
                <a:cubicBezTo>
                  <a:pt x="32590" y="1436"/>
                  <a:pt x="32123" y="735"/>
                  <a:pt x="31790" y="68"/>
                </a:cubicBezTo>
                <a:cubicBezTo>
                  <a:pt x="31656" y="1"/>
                  <a:pt x="31490" y="1"/>
                  <a:pt x="31323" y="1"/>
                </a:cubicBezTo>
                <a:cubicBezTo>
                  <a:pt x="31307" y="1"/>
                  <a:pt x="31290" y="0"/>
                  <a:pt x="31273" y="0"/>
                </a:cubicBezTo>
                <a:close/>
              </a:path>
            </a:pathLst>
          </a:custGeom>
          <a:solidFill>
            <a:schemeClr val="dk2"/>
          </a:solidFill>
          <a:ln>
            <a:noFill/>
          </a:ln>
        </p:spPr>
        <p:txBody>
          <a:bodyPr anchorCtr="0" anchor="ctr" bIns="91425" lIns="91425" spcFirstLastPara="1" rIns="0"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lt1"/>
                </a:solidFill>
                <a:latin typeface="Roboto"/>
                <a:ea typeface="Roboto"/>
                <a:cs typeface="Roboto"/>
                <a:sym typeface="Roboto"/>
              </a:rPr>
              <a:t>3</a:t>
            </a:r>
            <a:endParaRPr/>
          </a:p>
        </p:txBody>
      </p:sp>
      <p:sp>
        <p:nvSpPr>
          <p:cNvPr id="862" name="Google Shape;862;p26"/>
          <p:cNvSpPr/>
          <p:nvPr/>
        </p:nvSpPr>
        <p:spPr>
          <a:xfrm>
            <a:off x="4650714" y="1508607"/>
            <a:ext cx="1175861" cy="877612"/>
          </a:xfrm>
          <a:custGeom>
            <a:rect b="b" l="l" r="r" t="t"/>
            <a:pathLst>
              <a:path extrusionOk="0" h="68217" w="91400">
                <a:moveTo>
                  <a:pt x="5842" y="0"/>
                </a:moveTo>
                <a:cubicBezTo>
                  <a:pt x="4381" y="0"/>
                  <a:pt x="2916" y="273"/>
                  <a:pt x="1434" y="273"/>
                </a:cubicBezTo>
                <a:cubicBezTo>
                  <a:pt x="1257" y="273"/>
                  <a:pt x="1079" y="269"/>
                  <a:pt x="902" y="260"/>
                </a:cubicBezTo>
                <a:cubicBezTo>
                  <a:pt x="768" y="260"/>
                  <a:pt x="635" y="227"/>
                  <a:pt x="535" y="160"/>
                </a:cubicBezTo>
                <a:cubicBezTo>
                  <a:pt x="334" y="393"/>
                  <a:pt x="334" y="727"/>
                  <a:pt x="234" y="1294"/>
                </a:cubicBezTo>
                <a:cubicBezTo>
                  <a:pt x="1" y="2362"/>
                  <a:pt x="68" y="3162"/>
                  <a:pt x="234" y="4230"/>
                </a:cubicBezTo>
                <a:cubicBezTo>
                  <a:pt x="635" y="7032"/>
                  <a:pt x="334" y="9967"/>
                  <a:pt x="334" y="12769"/>
                </a:cubicBezTo>
                <a:cubicBezTo>
                  <a:pt x="334" y="16372"/>
                  <a:pt x="334" y="19941"/>
                  <a:pt x="334" y="23543"/>
                </a:cubicBezTo>
                <a:cubicBezTo>
                  <a:pt x="334" y="25345"/>
                  <a:pt x="334" y="27146"/>
                  <a:pt x="334" y="28947"/>
                </a:cubicBezTo>
                <a:cubicBezTo>
                  <a:pt x="334" y="30482"/>
                  <a:pt x="34" y="32016"/>
                  <a:pt x="1102" y="33150"/>
                </a:cubicBezTo>
                <a:cubicBezTo>
                  <a:pt x="4037" y="33384"/>
                  <a:pt x="6973" y="33884"/>
                  <a:pt x="9875" y="34318"/>
                </a:cubicBezTo>
                <a:cubicBezTo>
                  <a:pt x="13777" y="34918"/>
                  <a:pt x="17580" y="36119"/>
                  <a:pt x="21283" y="37520"/>
                </a:cubicBezTo>
                <a:cubicBezTo>
                  <a:pt x="28488" y="40289"/>
                  <a:pt x="35093" y="44058"/>
                  <a:pt x="41764" y="47827"/>
                </a:cubicBezTo>
                <a:cubicBezTo>
                  <a:pt x="43298" y="48695"/>
                  <a:pt x="44333" y="50229"/>
                  <a:pt x="45767" y="51263"/>
                </a:cubicBezTo>
                <a:cubicBezTo>
                  <a:pt x="47301" y="52331"/>
                  <a:pt x="48736" y="53398"/>
                  <a:pt x="50137" y="54699"/>
                </a:cubicBezTo>
                <a:cubicBezTo>
                  <a:pt x="52839" y="57167"/>
                  <a:pt x="55440" y="59769"/>
                  <a:pt x="57976" y="62304"/>
                </a:cubicBezTo>
                <a:cubicBezTo>
                  <a:pt x="59110" y="63472"/>
                  <a:pt x="59977" y="64906"/>
                  <a:pt x="60944" y="66174"/>
                </a:cubicBezTo>
                <a:cubicBezTo>
                  <a:pt x="61673" y="67106"/>
                  <a:pt x="62401" y="68216"/>
                  <a:pt x="63684" y="68216"/>
                </a:cubicBezTo>
                <a:cubicBezTo>
                  <a:pt x="63871" y="68216"/>
                  <a:pt x="64069" y="68193"/>
                  <a:pt x="64280" y="68142"/>
                </a:cubicBezTo>
                <a:cubicBezTo>
                  <a:pt x="65147" y="67942"/>
                  <a:pt x="66282" y="66841"/>
                  <a:pt x="66949" y="66307"/>
                </a:cubicBezTo>
                <a:cubicBezTo>
                  <a:pt x="69484" y="64373"/>
                  <a:pt x="72419" y="62972"/>
                  <a:pt x="75255" y="61571"/>
                </a:cubicBezTo>
                <a:cubicBezTo>
                  <a:pt x="77123" y="60637"/>
                  <a:pt x="78891" y="59669"/>
                  <a:pt x="80859" y="58869"/>
                </a:cubicBezTo>
                <a:cubicBezTo>
                  <a:pt x="82560" y="58168"/>
                  <a:pt x="83928" y="57034"/>
                  <a:pt x="85562" y="56233"/>
                </a:cubicBezTo>
                <a:cubicBezTo>
                  <a:pt x="86463" y="55766"/>
                  <a:pt x="87397" y="55266"/>
                  <a:pt x="88264" y="54732"/>
                </a:cubicBezTo>
                <a:cubicBezTo>
                  <a:pt x="88998" y="54265"/>
                  <a:pt x="90732" y="53198"/>
                  <a:pt x="91199" y="52431"/>
                </a:cubicBezTo>
                <a:cubicBezTo>
                  <a:pt x="91299" y="52297"/>
                  <a:pt x="91366" y="52164"/>
                  <a:pt x="91400" y="51997"/>
                </a:cubicBezTo>
                <a:cubicBezTo>
                  <a:pt x="90999" y="51363"/>
                  <a:pt x="90666" y="50563"/>
                  <a:pt x="90299" y="49962"/>
                </a:cubicBezTo>
                <a:cubicBezTo>
                  <a:pt x="89398" y="48394"/>
                  <a:pt x="88331" y="46960"/>
                  <a:pt x="87230" y="45492"/>
                </a:cubicBezTo>
                <a:cubicBezTo>
                  <a:pt x="84661" y="42090"/>
                  <a:pt x="81726" y="39054"/>
                  <a:pt x="78724" y="36052"/>
                </a:cubicBezTo>
                <a:cubicBezTo>
                  <a:pt x="76089" y="33384"/>
                  <a:pt x="72953" y="31182"/>
                  <a:pt x="70118" y="28714"/>
                </a:cubicBezTo>
                <a:cubicBezTo>
                  <a:pt x="68850" y="27613"/>
                  <a:pt x="67449" y="26612"/>
                  <a:pt x="66181" y="25445"/>
                </a:cubicBezTo>
                <a:cubicBezTo>
                  <a:pt x="65081" y="24411"/>
                  <a:pt x="63880" y="23543"/>
                  <a:pt x="62779" y="22509"/>
                </a:cubicBezTo>
                <a:cubicBezTo>
                  <a:pt x="61511" y="21342"/>
                  <a:pt x="59910" y="20408"/>
                  <a:pt x="58443" y="19474"/>
                </a:cubicBezTo>
                <a:cubicBezTo>
                  <a:pt x="56975" y="18506"/>
                  <a:pt x="55507" y="17472"/>
                  <a:pt x="54006" y="16572"/>
                </a:cubicBezTo>
                <a:cubicBezTo>
                  <a:pt x="50704" y="14570"/>
                  <a:pt x="47268" y="12636"/>
                  <a:pt x="43799" y="10934"/>
                </a:cubicBezTo>
                <a:cubicBezTo>
                  <a:pt x="40697" y="9400"/>
                  <a:pt x="37528" y="7765"/>
                  <a:pt x="34225" y="6798"/>
                </a:cubicBezTo>
                <a:cubicBezTo>
                  <a:pt x="33658" y="6598"/>
                  <a:pt x="33058" y="6431"/>
                  <a:pt x="32524" y="6131"/>
                </a:cubicBezTo>
                <a:cubicBezTo>
                  <a:pt x="31690" y="5697"/>
                  <a:pt x="30956" y="5530"/>
                  <a:pt x="30089" y="5230"/>
                </a:cubicBezTo>
                <a:cubicBezTo>
                  <a:pt x="28188" y="4563"/>
                  <a:pt x="26253" y="4096"/>
                  <a:pt x="24318" y="3496"/>
                </a:cubicBezTo>
                <a:cubicBezTo>
                  <a:pt x="22150" y="2795"/>
                  <a:pt x="20049" y="2261"/>
                  <a:pt x="17847" y="1794"/>
                </a:cubicBezTo>
                <a:cubicBezTo>
                  <a:pt x="16946" y="1628"/>
                  <a:pt x="15946" y="1594"/>
                  <a:pt x="15078" y="1361"/>
                </a:cubicBezTo>
                <a:cubicBezTo>
                  <a:pt x="14144" y="1127"/>
                  <a:pt x="13310" y="760"/>
                  <a:pt x="12343" y="627"/>
                </a:cubicBezTo>
                <a:cubicBezTo>
                  <a:pt x="10542" y="427"/>
                  <a:pt x="8740" y="260"/>
                  <a:pt x="6939" y="60"/>
                </a:cubicBezTo>
                <a:cubicBezTo>
                  <a:pt x="6574" y="17"/>
                  <a:pt x="6208" y="0"/>
                  <a:pt x="58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800">
                <a:solidFill>
                  <a:schemeClr val="lt1"/>
                </a:solidFill>
                <a:latin typeface="Roboto"/>
                <a:ea typeface="Roboto"/>
                <a:cs typeface="Roboto"/>
                <a:sym typeface="Roboto"/>
              </a:rPr>
              <a:t>2</a:t>
            </a:r>
            <a:endParaRPr/>
          </a:p>
        </p:txBody>
      </p:sp>
      <p:sp>
        <p:nvSpPr>
          <p:cNvPr id="863" name="Google Shape;863;p26"/>
          <p:cNvSpPr/>
          <p:nvPr/>
        </p:nvSpPr>
        <p:spPr>
          <a:xfrm>
            <a:off x="5501316" y="2296190"/>
            <a:ext cx="585795" cy="1385612"/>
          </a:xfrm>
          <a:custGeom>
            <a:rect b="b" l="l" r="r" t="t"/>
            <a:pathLst>
              <a:path extrusionOk="0" h="107704" w="45534">
                <a:moveTo>
                  <a:pt x="33208" y="1355"/>
                </a:moveTo>
                <a:cubicBezTo>
                  <a:pt x="33225" y="1355"/>
                  <a:pt x="33242" y="1356"/>
                  <a:pt x="33258" y="1356"/>
                </a:cubicBezTo>
                <a:cubicBezTo>
                  <a:pt x="33425" y="1356"/>
                  <a:pt x="33558" y="1356"/>
                  <a:pt x="33725" y="1423"/>
                </a:cubicBezTo>
                <a:cubicBezTo>
                  <a:pt x="34058" y="2124"/>
                  <a:pt x="34525" y="2791"/>
                  <a:pt x="34859" y="3424"/>
                </a:cubicBezTo>
                <a:cubicBezTo>
                  <a:pt x="35693" y="5026"/>
                  <a:pt x="36360" y="6693"/>
                  <a:pt x="37027" y="8395"/>
                </a:cubicBezTo>
                <a:cubicBezTo>
                  <a:pt x="38562" y="12364"/>
                  <a:pt x="39596" y="16467"/>
                  <a:pt x="40563" y="20603"/>
                </a:cubicBezTo>
                <a:cubicBezTo>
                  <a:pt x="41430" y="24273"/>
                  <a:pt x="41631" y="28075"/>
                  <a:pt x="42231" y="31778"/>
                </a:cubicBezTo>
                <a:cubicBezTo>
                  <a:pt x="42464" y="33479"/>
                  <a:pt x="42565" y="35181"/>
                  <a:pt x="42898" y="36848"/>
                </a:cubicBezTo>
                <a:cubicBezTo>
                  <a:pt x="43198" y="38349"/>
                  <a:pt x="43298" y="39817"/>
                  <a:pt x="43599" y="41285"/>
                </a:cubicBezTo>
                <a:cubicBezTo>
                  <a:pt x="43932" y="42986"/>
                  <a:pt x="43865" y="44854"/>
                  <a:pt x="43899" y="46589"/>
                </a:cubicBezTo>
                <a:cubicBezTo>
                  <a:pt x="43899" y="48357"/>
                  <a:pt x="44032" y="50125"/>
                  <a:pt x="43999" y="51892"/>
                </a:cubicBezTo>
                <a:cubicBezTo>
                  <a:pt x="43932" y="55762"/>
                  <a:pt x="43765" y="59698"/>
                  <a:pt x="43398" y="63534"/>
                </a:cubicBezTo>
                <a:cubicBezTo>
                  <a:pt x="43032" y="67003"/>
                  <a:pt x="42731" y="70539"/>
                  <a:pt x="41831" y="73842"/>
                </a:cubicBezTo>
                <a:cubicBezTo>
                  <a:pt x="41664" y="74442"/>
                  <a:pt x="41530" y="75042"/>
                  <a:pt x="41464" y="75643"/>
                </a:cubicBezTo>
                <a:cubicBezTo>
                  <a:pt x="41397" y="76577"/>
                  <a:pt x="41164" y="77277"/>
                  <a:pt x="40963" y="78178"/>
                </a:cubicBezTo>
                <a:cubicBezTo>
                  <a:pt x="40530" y="80146"/>
                  <a:pt x="39896" y="82047"/>
                  <a:pt x="39396" y="84015"/>
                </a:cubicBezTo>
                <a:cubicBezTo>
                  <a:pt x="38829" y="86184"/>
                  <a:pt x="38161" y="88252"/>
                  <a:pt x="37394" y="90387"/>
                </a:cubicBezTo>
                <a:cubicBezTo>
                  <a:pt x="37061" y="91254"/>
                  <a:pt x="36594" y="92121"/>
                  <a:pt x="36293" y="92989"/>
                </a:cubicBezTo>
                <a:cubicBezTo>
                  <a:pt x="36027" y="93889"/>
                  <a:pt x="35893" y="94790"/>
                  <a:pt x="35493" y="95691"/>
                </a:cubicBezTo>
                <a:cubicBezTo>
                  <a:pt x="34692" y="97325"/>
                  <a:pt x="33892" y="98960"/>
                  <a:pt x="33091" y="100561"/>
                </a:cubicBezTo>
                <a:cubicBezTo>
                  <a:pt x="32224" y="102395"/>
                  <a:pt x="30723" y="103796"/>
                  <a:pt x="29722" y="105598"/>
                </a:cubicBezTo>
                <a:cubicBezTo>
                  <a:pt x="29655" y="105698"/>
                  <a:pt x="29622" y="105831"/>
                  <a:pt x="29622" y="105931"/>
                </a:cubicBezTo>
                <a:cubicBezTo>
                  <a:pt x="29577" y="105941"/>
                  <a:pt x="29532" y="105946"/>
                  <a:pt x="29487" y="105946"/>
                </a:cubicBezTo>
                <a:cubicBezTo>
                  <a:pt x="29235" y="105946"/>
                  <a:pt x="28974" y="105796"/>
                  <a:pt x="28521" y="105598"/>
                </a:cubicBezTo>
                <a:cubicBezTo>
                  <a:pt x="27487" y="105231"/>
                  <a:pt x="26820" y="104764"/>
                  <a:pt x="25986" y="104063"/>
                </a:cubicBezTo>
                <a:cubicBezTo>
                  <a:pt x="23851" y="102229"/>
                  <a:pt x="21216" y="100961"/>
                  <a:pt x="18814" y="99460"/>
                </a:cubicBezTo>
                <a:cubicBezTo>
                  <a:pt x="15779" y="97559"/>
                  <a:pt x="12710" y="95657"/>
                  <a:pt x="9674" y="93756"/>
                </a:cubicBezTo>
                <a:cubicBezTo>
                  <a:pt x="8140" y="92788"/>
                  <a:pt x="6605" y="91821"/>
                  <a:pt x="5104" y="90887"/>
                </a:cubicBezTo>
                <a:cubicBezTo>
                  <a:pt x="3803" y="90086"/>
                  <a:pt x="2336" y="89519"/>
                  <a:pt x="1935" y="88018"/>
                </a:cubicBezTo>
                <a:cubicBezTo>
                  <a:pt x="3303" y="85416"/>
                  <a:pt x="4404" y="82648"/>
                  <a:pt x="5571" y="79946"/>
                </a:cubicBezTo>
                <a:cubicBezTo>
                  <a:pt x="7139" y="76310"/>
                  <a:pt x="8140" y="72441"/>
                  <a:pt x="8907" y="68538"/>
                </a:cubicBezTo>
                <a:cubicBezTo>
                  <a:pt x="10375" y="60999"/>
                  <a:pt x="10675" y="53394"/>
                  <a:pt x="10975" y="45721"/>
                </a:cubicBezTo>
                <a:cubicBezTo>
                  <a:pt x="11042" y="43987"/>
                  <a:pt x="10308" y="42286"/>
                  <a:pt x="10208" y="40551"/>
                </a:cubicBezTo>
                <a:cubicBezTo>
                  <a:pt x="10075" y="38650"/>
                  <a:pt x="9941" y="36848"/>
                  <a:pt x="9608" y="34980"/>
                </a:cubicBezTo>
                <a:cubicBezTo>
                  <a:pt x="8940" y="31411"/>
                  <a:pt x="8107" y="27809"/>
                  <a:pt x="7273" y="24306"/>
                </a:cubicBezTo>
                <a:cubicBezTo>
                  <a:pt x="6906" y="22772"/>
                  <a:pt x="6138" y="21271"/>
                  <a:pt x="5571" y="19769"/>
                </a:cubicBezTo>
                <a:cubicBezTo>
                  <a:pt x="5104" y="18469"/>
                  <a:pt x="4471" y="17101"/>
                  <a:pt x="5671" y="15900"/>
                </a:cubicBezTo>
                <a:cubicBezTo>
                  <a:pt x="6305" y="15266"/>
                  <a:pt x="7806" y="14866"/>
                  <a:pt x="8640" y="14566"/>
                </a:cubicBezTo>
                <a:cubicBezTo>
                  <a:pt x="11642" y="13465"/>
                  <a:pt x="14378" y="11697"/>
                  <a:pt x="17046" y="10063"/>
                </a:cubicBezTo>
                <a:cubicBezTo>
                  <a:pt x="18814" y="8962"/>
                  <a:pt x="20616" y="7961"/>
                  <a:pt x="22317" y="6727"/>
                </a:cubicBezTo>
                <a:cubicBezTo>
                  <a:pt x="23818" y="5659"/>
                  <a:pt x="25486" y="5059"/>
                  <a:pt x="27053" y="4125"/>
                </a:cubicBezTo>
                <a:cubicBezTo>
                  <a:pt x="27921" y="3591"/>
                  <a:pt x="28821" y="3091"/>
                  <a:pt x="29755" y="2624"/>
                </a:cubicBezTo>
                <a:cubicBezTo>
                  <a:pt x="30509" y="2231"/>
                  <a:pt x="32291" y="1355"/>
                  <a:pt x="33208" y="1355"/>
                </a:cubicBezTo>
                <a:close/>
                <a:moveTo>
                  <a:pt x="33492" y="0"/>
                </a:moveTo>
                <a:cubicBezTo>
                  <a:pt x="32310" y="0"/>
                  <a:pt x="30725" y="731"/>
                  <a:pt x="29722" y="1156"/>
                </a:cubicBezTo>
                <a:cubicBezTo>
                  <a:pt x="28054" y="1823"/>
                  <a:pt x="26386" y="2724"/>
                  <a:pt x="24785" y="3525"/>
                </a:cubicBezTo>
                <a:cubicBezTo>
                  <a:pt x="21216" y="5292"/>
                  <a:pt x="18147" y="8028"/>
                  <a:pt x="14578" y="9829"/>
                </a:cubicBezTo>
                <a:cubicBezTo>
                  <a:pt x="13143" y="10563"/>
                  <a:pt x="11676" y="11363"/>
                  <a:pt x="10241" y="12164"/>
                </a:cubicBezTo>
                <a:cubicBezTo>
                  <a:pt x="8540" y="13065"/>
                  <a:pt x="6572" y="13465"/>
                  <a:pt x="4904" y="14466"/>
                </a:cubicBezTo>
                <a:cubicBezTo>
                  <a:pt x="1769" y="16334"/>
                  <a:pt x="3837" y="20036"/>
                  <a:pt x="4904" y="22571"/>
                </a:cubicBezTo>
                <a:cubicBezTo>
                  <a:pt x="5571" y="24239"/>
                  <a:pt x="5938" y="26007"/>
                  <a:pt x="6439" y="27709"/>
                </a:cubicBezTo>
                <a:cubicBezTo>
                  <a:pt x="7106" y="29943"/>
                  <a:pt x="7473" y="32312"/>
                  <a:pt x="7873" y="34580"/>
                </a:cubicBezTo>
                <a:cubicBezTo>
                  <a:pt x="8307" y="36782"/>
                  <a:pt x="8440" y="38917"/>
                  <a:pt x="8640" y="41118"/>
                </a:cubicBezTo>
                <a:cubicBezTo>
                  <a:pt x="8707" y="42052"/>
                  <a:pt x="8940" y="42953"/>
                  <a:pt x="9141" y="43853"/>
                </a:cubicBezTo>
                <a:cubicBezTo>
                  <a:pt x="9341" y="45054"/>
                  <a:pt x="9174" y="46055"/>
                  <a:pt x="9141" y="47189"/>
                </a:cubicBezTo>
                <a:cubicBezTo>
                  <a:pt x="9041" y="49291"/>
                  <a:pt x="9207" y="51425"/>
                  <a:pt x="9107" y="53527"/>
                </a:cubicBezTo>
                <a:cubicBezTo>
                  <a:pt x="9007" y="55895"/>
                  <a:pt x="8574" y="58197"/>
                  <a:pt x="8473" y="60599"/>
                </a:cubicBezTo>
                <a:cubicBezTo>
                  <a:pt x="8373" y="63167"/>
                  <a:pt x="7806" y="65969"/>
                  <a:pt x="7273" y="68471"/>
                </a:cubicBezTo>
                <a:cubicBezTo>
                  <a:pt x="6806" y="70773"/>
                  <a:pt x="6339" y="73308"/>
                  <a:pt x="5538" y="75543"/>
                </a:cubicBezTo>
                <a:cubicBezTo>
                  <a:pt x="4070" y="79679"/>
                  <a:pt x="2269" y="83949"/>
                  <a:pt x="168" y="87818"/>
                </a:cubicBezTo>
                <a:cubicBezTo>
                  <a:pt x="1" y="88118"/>
                  <a:pt x="34" y="88419"/>
                  <a:pt x="168" y="88652"/>
                </a:cubicBezTo>
                <a:cubicBezTo>
                  <a:pt x="201" y="88852"/>
                  <a:pt x="268" y="89052"/>
                  <a:pt x="368" y="89286"/>
                </a:cubicBezTo>
                <a:cubicBezTo>
                  <a:pt x="968" y="90787"/>
                  <a:pt x="2936" y="91487"/>
                  <a:pt x="4237" y="92288"/>
                </a:cubicBezTo>
                <a:cubicBezTo>
                  <a:pt x="8574" y="95023"/>
                  <a:pt x="12943" y="97759"/>
                  <a:pt x="17347" y="100461"/>
                </a:cubicBezTo>
                <a:cubicBezTo>
                  <a:pt x="19181" y="101628"/>
                  <a:pt x="21083" y="102729"/>
                  <a:pt x="22951" y="103830"/>
                </a:cubicBezTo>
                <a:cubicBezTo>
                  <a:pt x="24819" y="104930"/>
                  <a:pt x="26186" y="106298"/>
                  <a:pt x="28188" y="107232"/>
                </a:cubicBezTo>
                <a:cubicBezTo>
                  <a:pt x="28754" y="107488"/>
                  <a:pt x="29221" y="107704"/>
                  <a:pt x="29686" y="107704"/>
                </a:cubicBezTo>
                <a:cubicBezTo>
                  <a:pt x="30070" y="107704"/>
                  <a:pt x="30452" y="107557"/>
                  <a:pt x="30890" y="107165"/>
                </a:cubicBezTo>
                <a:cubicBezTo>
                  <a:pt x="31490" y="106632"/>
                  <a:pt x="32057" y="105631"/>
                  <a:pt x="32257" y="104764"/>
                </a:cubicBezTo>
                <a:cubicBezTo>
                  <a:pt x="32824" y="104030"/>
                  <a:pt x="33391" y="103296"/>
                  <a:pt x="33892" y="102529"/>
                </a:cubicBezTo>
                <a:cubicBezTo>
                  <a:pt x="34859" y="101094"/>
                  <a:pt x="35493" y="99460"/>
                  <a:pt x="36193" y="97892"/>
                </a:cubicBezTo>
                <a:cubicBezTo>
                  <a:pt x="37594" y="94790"/>
                  <a:pt x="38762" y="91754"/>
                  <a:pt x="39896" y="88485"/>
                </a:cubicBezTo>
                <a:cubicBezTo>
                  <a:pt x="40563" y="86551"/>
                  <a:pt x="40897" y="84516"/>
                  <a:pt x="41497" y="82581"/>
                </a:cubicBezTo>
                <a:cubicBezTo>
                  <a:pt x="41997" y="80847"/>
                  <a:pt x="42665" y="79212"/>
                  <a:pt x="42998" y="77477"/>
                </a:cubicBezTo>
                <a:cubicBezTo>
                  <a:pt x="43198" y="76644"/>
                  <a:pt x="43032" y="75776"/>
                  <a:pt x="43232" y="74942"/>
                </a:cubicBezTo>
                <a:cubicBezTo>
                  <a:pt x="43398" y="74075"/>
                  <a:pt x="43732" y="73274"/>
                  <a:pt x="43966" y="72407"/>
                </a:cubicBezTo>
                <a:cubicBezTo>
                  <a:pt x="44366" y="70773"/>
                  <a:pt x="44299" y="69071"/>
                  <a:pt x="44499" y="67404"/>
                </a:cubicBezTo>
                <a:cubicBezTo>
                  <a:pt x="45400" y="59898"/>
                  <a:pt x="45533" y="52293"/>
                  <a:pt x="45300" y="44754"/>
                </a:cubicBezTo>
                <a:cubicBezTo>
                  <a:pt x="45233" y="43086"/>
                  <a:pt x="45033" y="41485"/>
                  <a:pt x="44866" y="39851"/>
                </a:cubicBezTo>
                <a:cubicBezTo>
                  <a:pt x="44699" y="38216"/>
                  <a:pt x="44266" y="36648"/>
                  <a:pt x="44099" y="35014"/>
                </a:cubicBezTo>
                <a:cubicBezTo>
                  <a:pt x="43699" y="31211"/>
                  <a:pt x="42998" y="27408"/>
                  <a:pt x="42565" y="23606"/>
                </a:cubicBezTo>
                <a:cubicBezTo>
                  <a:pt x="42031" y="19069"/>
                  <a:pt x="40630" y="14299"/>
                  <a:pt x="39062" y="10029"/>
                </a:cubicBezTo>
                <a:cubicBezTo>
                  <a:pt x="38995" y="9796"/>
                  <a:pt x="38929" y="9596"/>
                  <a:pt x="38829" y="9395"/>
                </a:cubicBezTo>
                <a:cubicBezTo>
                  <a:pt x="38862" y="8195"/>
                  <a:pt x="38362" y="7160"/>
                  <a:pt x="37794" y="6126"/>
                </a:cubicBezTo>
                <a:cubicBezTo>
                  <a:pt x="37494" y="5226"/>
                  <a:pt x="37027" y="4425"/>
                  <a:pt x="36560" y="3491"/>
                </a:cubicBezTo>
                <a:cubicBezTo>
                  <a:pt x="35960" y="2190"/>
                  <a:pt x="35526" y="256"/>
                  <a:pt x="33825" y="22"/>
                </a:cubicBezTo>
                <a:cubicBezTo>
                  <a:pt x="33718" y="7"/>
                  <a:pt x="33607" y="0"/>
                  <a:pt x="3349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6"/>
          <p:cNvSpPr/>
          <p:nvPr/>
        </p:nvSpPr>
        <p:spPr>
          <a:xfrm>
            <a:off x="4627967" y="1486800"/>
            <a:ext cx="1223063" cy="922022"/>
          </a:xfrm>
          <a:custGeom>
            <a:rect b="b" l="l" r="r" t="t"/>
            <a:pathLst>
              <a:path extrusionOk="0" h="71669" w="95069">
                <a:moveTo>
                  <a:pt x="7658" y="1698"/>
                </a:moveTo>
                <a:cubicBezTo>
                  <a:pt x="8008" y="1698"/>
                  <a:pt x="8358" y="1714"/>
                  <a:pt x="8707" y="1755"/>
                </a:cubicBezTo>
                <a:cubicBezTo>
                  <a:pt x="10508" y="1955"/>
                  <a:pt x="12310" y="2122"/>
                  <a:pt x="14111" y="2322"/>
                </a:cubicBezTo>
                <a:cubicBezTo>
                  <a:pt x="15078" y="2455"/>
                  <a:pt x="15912" y="2822"/>
                  <a:pt x="16846" y="3056"/>
                </a:cubicBezTo>
                <a:cubicBezTo>
                  <a:pt x="17714" y="3289"/>
                  <a:pt x="18681" y="3323"/>
                  <a:pt x="19615" y="3489"/>
                </a:cubicBezTo>
                <a:cubicBezTo>
                  <a:pt x="21817" y="3956"/>
                  <a:pt x="23918" y="4524"/>
                  <a:pt x="26086" y="5191"/>
                </a:cubicBezTo>
                <a:cubicBezTo>
                  <a:pt x="28021" y="5791"/>
                  <a:pt x="29956" y="6291"/>
                  <a:pt x="31857" y="6959"/>
                </a:cubicBezTo>
                <a:cubicBezTo>
                  <a:pt x="32724" y="7259"/>
                  <a:pt x="33458" y="7392"/>
                  <a:pt x="34292" y="7826"/>
                </a:cubicBezTo>
                <a:cubicBezTo>
                  <a:pt x="34826" y="8126"/>
                  <a:pt x="35393" y="8293"/>
                  <a:pt x="35993" y="8493"/>
                </a:cubicBezTo>
                <a:cubicBezTo>
                  <a:pt x="39296" y="9460"/>
                  <a:pt x="42465" y="11095"/>
                  <a:pt x="45567" y="12629"/>
                </a:cubicBezTo>
                <a:cubicBezTo>
                  <a:pt x="49003" y="14331"/>
                  <a:pt x="52438" y="16299"/>
                  <a:pt x="55774" y="18267"/>
                </a:cubicBezTo>
                <a:cubicBezTo>
                  <a:pt x="57275" y="19167"/>
                  <a:pt x="58743" y="20235"/>
                  <a:pt x="60211" y="21169"/>
                </a:cubicBezTo>
                <a:cubicBezTo>
                  <a:pt x="61678" y="22103"/>
                  <a:pt x="63279" y="23037"/>
                  <a:pt x="64547" y="24238"/>
                </a:cubicBezTo>
                <a:cubicBezTo>
                  <a:pt x="65648" y="25238"/>
                  <a:pt x="66849" y="26106"/>
                  <a:pt x="67949" y="27173"/>
                </a:cubicBezTo>
                <a:cubicBezTo>
                  <a:pt x="69217" y="28307"/>
                  <a:pt x="70585" y="29308"/>
                  <a:pt x="71886" y="30409"/>
                </a:cubicBezTo>
                <a:cubicBezTo>
                  <a:pt x="74721" y="32877"/>
                  <a:pt x="77857" y="35079"/>
                  <a:pt x="80492" y="37747"/>
                </a:cubicBezTo>
                <a:cubicBezTo>
                  <a:pt x="83494" y="40749"/>
                  <a:pt x="86429" y="43785"/>
                  <a:pt x="88998" y="47221"/>
                </a:cubicBezTo>
                <a:cubicBezTo>
                  <a:pt x="90099" y="48655"/>
                  <a:pt x="91166" y="50089"/>
                  <a:pt x="92067" y="51657"/>
                </a:cubicBezTo>
                <a:cubicBezTo>
                  <a:pt x="92434" y="52258"/>
                  <a:pt x="92767" y="53058"/>
                  <a:pt x="93168" y="53692"/>
                </a:cubicBezTo>
                <a:cubicBezTo>
                  <a:pt x="93134" y="53859"/>
                  <a:pt x="93067" y="53992"/>
                  <a:pt x="92967" y="54126"/>
                </a:cubicBezTo>
                <a:cubicBezTo>
                  <a:pt x="92500" y="54893"/>
                  <a:pt x="90766" y="55960"/>
                  <a:pt x="90032" y="56427"/>
                </a:cubicBezTo>
                <a:cubicBezTo>
                  <a:pt x="89165" y="56961"/>
                  <a:pt x="88231" y="57461"/>
                  <a:pt x="87330" y="57928"/>
                </a:cubicBezTo>
                <a:cubicBezTo>
                  <a:pt x="85696" y="58729"/>
                  <a:pt x="84328" y="59863"/>
                  <a:pt x="82627" y="60564"/>
                </a:cubicBezTo>
                <a:cubicBezTo>
                  <a:pt x="80659" y="61364"/>
                  <a:pt x="78891" y="62332"/>
                  <a:pt x="76989" y="63266"/>
                </a:cubicBezTo>
                <a:cubicBezTo>
                  <a:pt x="74187" y="64667"/>
                  <a:pt x="71218" y="66068"/>
                  <a:pt x="68717" y="68002"/>
                </a:cubicBezTo>
                <a:cubicBezTo>
                  <a:pt x="68016" y="68536"/>
                  <a:pt x="66915" y="69637"/>
                  <a:pt x="66048" y="69837"/>
                </a:cubicBezTo>
                <a:cubicBezTo>
                  <a:pt x="65837" y="69888"/>
                  <a:pt x="65639" y="69911"/>
                  <a:pt x="65452" y="69911"/>
                </a:cubicBezTo>
                <a:cubicBezTo>
                  <a:pt x="64169" y="69911"/>
                  <a:pt x="63441" y="68801"/>
                  <a:pt x="62712" y="67869"/>
                </a:cubicBezTo>
                <a:cubicBezTo>
                  <a:pt x="61712" y="66601"/>
                  <a:pt x="60878" y="65167"/>
                  <a:pt x="59744" y="64033"/>
                </a:cubicBezTo>
                <a:cubicBezTo>
                  <a:pt x="57208" y="61464"/>
                  <a:pt x="54607" y="58862"/>
                  <a:pt x="51905" y="56394"/>
                </a:cubicBezTo>
                <a:cubicBezTo>
                  <a:pt x="50504" y="55126"/>
                  <a:pt x="49069" y="54026"/>
                  <a:pt x="47502" y="52958"/>
                </a:cubicBezTo>
                <a:cubicBezTo>
                  <a:pt x="46101" y="51924"/>
                  <a:pt x="45033" y="50423"/>
                  <a:pt x="43532" y="49556"/>
                </a:cubicBezTo>
                <a:cubicBezTo>
                  <a:pt x="36861" y="45753"/>
                  <a:pt x="30256" y="41984"/>
                  <a:pt x="23051" y="39215"/>
                </a:cubicBezTo>
                <a:cubicBezTo>
                  <a:pt x="19348" y="37814"/>
                  <a:pt x="15545" y="36613"/>
                  <a:pt x="11643" y="36013"/>
                </a:cubicBezTo>
                <a:cubicBezTo>
                  <a:pt x="8741" y="35579"/>
                  <a:pt x="5805" y="35079"/>
                  <a:pt x="2870" y="34845"/>
                </a:cubicBezTo>
                <a:cubicBezTo>
                  <a:pt x="1802" y="33711"/>
                  <a:pt x="2102" y="32177"/>
                  <a:pt x="2102" y="30642"/>
                </a:cubicBezTo>
                <a:cubicBezTo>
                  <a:pt x="2102" y="28841"/>
                  <a:pt x="2102" y="27040"/>
                  <a:pt x="2102" y="25238"/>
                </a:cubicBezTo>
                <a:cubicBezTo>
                  <a:pt x="2102" y="21669"/>
                  <a:pt x="2102" y="18067"/>
                  <a:pt x="2102" y="14464"/>
                </a:cubicBezTo>
                <a:cubicBezTo>
                  <a:pt x="2102" y="11662"/>
                  <a:pt x="2403" y="8727"/>
                  <a:pt x="1969" y="5958"/>
                </a:cubicBezTo>
                <a:cubicBezTo>
                  <a:pt x="1836" y="4857"/>
                  <a:pt x="1769" y="4057"/>
                  <a:pt x="2002" y="2989"/>
                </a:cubicBezTo>
                <a:cubicBezTo>
                  <a:pt x="2102" y="2422"/>
                  <a:pt x="2102" y="2088"/>
                  <a:pt x="2303" y="1855"/>
                </a:cubicBezTo>
                <a:cubicBezTo>
                  <a:pt x="2403" y="1922"/>
                  <a:pt x="2536" y="1955"/>
                  <a:pt x="2670" y="1955"/>
                </a:cubicBezTo>
                <a:cubicBezTo>
                  <a:pt x="2885" y="1969"/>
                  <a:pt x="3101" y="1976"/>
                  <a:pt x="3317" y="1976"/>
                </a:cubicBezTo>
                <a:cubicBezTo>
                  <a:pt x="4759" y="1976"/>
                  <a:pt x="6214" y="1698"/>
                  <a:pt x="7658" y="1698"/>
                </a:cubicBezTo>
                <a:close/>
                <a:moveTo>
                  <a:pt x="3100" y="1"/>
                </a:moveTo>
                <a:cubicBezTo>
                  <a:pt x="2677" y="1"/>
                  <a:pt x="2271" y="52"/>
                  <a:pt x="1936" y="154"/>
                </a:cubicBezTo>
                <a:cubicBezTo>
                  <a:pt x="701" y="521"/>
                  <a:pt x="601" y="1255"/>
                  <a:pt x="435" y="2422"/>
                </a:cubicBezTo>
                <a:cubicBezTo>
                  <a:pt x="168" y="4590"/>
                  <a:pt x="601" y="6492"/>
                  <a:pt x="568" y="8660"/>
                </a:cubicBezTo>
                <a:cubicBezTo>
                  <a:pt x="501" y="10828"/>
                  <a:pt x="435" y="12996"/>
                  <a:pt x="435" y="15198"/>
                </a:cubicBezTo>
                <a:cubicBezTo>
                  <a:pt x="435" y="20335"/>
                  <a:pt x="435" y="25505"/>
                  <a:pt x="435" y="30642"/>
                </a:cubicBezTo>
                <a:cubicBezTo>
                  <a:pt x="435" y="32143"/>
                  <a:pt x="1" y="34211"/>
                  <a:pt x="968" y="35512"/>
                </a:cubicBezTo>
                <a:cubicBezTo>
                  <a:pt x="1102" y="35713"/>
                  <a:pt x="1235" y="35879"/>
                  <a:pt x="1402" y="36013"/>
                </a:cubicBezTo>
                <a:cubicBezTo>
                  <a:pt x="1502" y="36246"/>
                  <a:pt x="1769" y="36446"/>
                  <a:pt x="2102" y="36480"/>
                </a:cubicBezTo>
                <a:cubicBezTo>
                  <a:pt x="6472" y="36713"/>
                  <a:pt x="11076" y="37447"/>
                  <a:pt x="15345" y="38381"/>
                </a:cubicBezTo>
                <a:cubicBezTo>
                  <a:pt x="17680" y="38881"/>
                  <a:pt x="20049" y="39849"/>
                  <a:pt x="22284" y="40649"/>
                </a:cubicBezTo>
                <a:cubicBezTo>
                  <a:pt x="24685" y="41550"/>
                  <a:pt x="27354" y="42517"/>
                  <a:pt x="29589" y="43818"/>
                </a:cubicBezTo>
                <a:cubicBezTo>
                  <a:pt x="31657" y="44986"/>
                  <a:pt x="33858" y="45820"/>
                  <a:pt x="35927" y="46987"/>
                </a:cubicBezTo>
                <a:cubicBezTo>
                  <a:pt x="37761" y="48055"/>
                  <a:pt x="39496" y="49289"/>
                  <a:pt x="41297" y="50356"/>
                </a:cubicBezTo>
                <a:cubicBezTo>
                  <a:pt x="42298" y="50923"/>
                  <a:pt x="43232" y="51290"/>
                  <a:pt x="44132" y="52091"/>
                </a:cubicBezTo>
                <a:cubicBezTo>
                  <a:pt x="44833" y="52725"/>
                  <a:pt x="45433" y="53392"/>
                  <a:pt x="46201" y="53959"/>
                </a:cubicBezTo>
                <a:cubicBezTo>
                  <a:pt x="47969" y="55327"/>
                  <a:pt x="49703" y="56561"/>
                  <a:pt x="51338" y="58062"/>
                </a:cubicBezTo>
                <a:cubicBezTo>
                  <a:pt x="53039" y="59630"/>
                  <a:pt x="54873" y="61197"/>
                  <a:pt x="56408" y="62932"/>
                </a:cubicBezTo>
                <a:cubicBezTo>
                  <a:pt x="57575" y="64266"/>
                  <a:pt x="58910" y="65501"/>
                  <a:pt x="59944" y="66968"/>
                </a:cubicBezTo>
                <a:cubicBezTo>
                  <a:pt x="61263" y="68809"/>
                  <a:pt x="62898" y="71669"/>
                  <a:pt x="65243" y="71669"/>
                </a:cubicBezTo>
                <a:cubicBezTo>
                  <a:pt x="65744" y="71669"/>
                  <a:pt x="66278" y="71538"/>
                  <a:pt x="66849" y="71238"/>
                </a:cubicBezTo>
                <a:cubicBezTo>
                  <a:pt x="68583" y="70337"/>
                  <a:pt x="69951" y="68903"/>
                  <a:pt x="71619" y="67936"/>
                </a:cubicBezTo>
                <a:cubicBezTo>
                  <a:pt x="73053" y="67135"/>
                  <a:pt x="74487" y="66334"/>
                  <a:pt x="75888" y="65467"/>
                </a:cubicBezTo>
                <a:cubicBezTo>
                  <a:pt x="79324" y="63432"/>
                  <a:pt x="83227" y="62265"/>
                  <a:pt x="86630" y="60163"/>
                </a:cubicBezTo>
                <a:cubicBezTo>
                  <a:pt x="88164" y="59229"/>
                  <a:pt x="89798" y="58262"/>
                  <a:pt x="91266" y="57228"/>
                </a:cubicBezTo>
                <a:cubicBezTo>
                  <a:pt x="92234" y="56527"/>
                  <a:pt x="93901" y="55460"/>
                  <a:pt x="94368" y="54359"/>
                </a:cubicBezTo>
                <a:cubicBezTo>
                  <a:pt x="95069" y="52758"/>
                  <a:pt x="93701" y="51390"/>
                  <a:pt x="92901" y="50190"/>
                </a:cubicBezTo>
                <a:cubicBezTo>
                  <a:pt x="92334" y="49289"/>
                  <a:pt x="91933" y="48488"/>
                  <a:pt x="91333" y="47754"/>
                </a:cubicBezTo>
                <a:cubicBezTo>
                  <a:pt x="90732" y="46720"/>
                  <a:pt x="90132" y="45753"/>
                  <a:pt x="89098" y="45119"/>
                </a:cubicBezTo>
                <a:lnTo>
                  <a:pt x="88698" y="44619"/>
                </a:lnTo>
                <a:cubicBezTo>
                  <a:pt x="85896" y="41016"/>
                  <a:pt x="82593" y="37314"/>
                  <a:pt x="79024" y="34478"/>
                </a:cubicBezTo>
                <a:cubicBezTo>
                  <a:pt x="76022" y="32077"/>
                  <a:pt x="73187" y="29475"/>
                  <a:pt x="70151" y="27106"/>
                </a:cubicBezTo>
                <a:cubicBezTo>
                  <a:pt x="68850" y="26106"/>
                  <a:pt x="67749" y="24905"/>
                  <a:pt x="66448" y="23904"/>
                </a:cubicBezTo>
                <a:cubicBezTo>
                  <a:pt x="65147" y="22903"/>
                  <a:pt x="63913" y="21869"/>
                  <a:pt x="62512" y="20935"/>
                </a:cubicBezTo>
                <a:cubicBezTo>
                  <a:pt x="56241" y="16732"/>
                  <a:pt x="49703" y="12829"/>
                  <a:pt x="42865" y="9627"/>
                </a:cubicBezTo>
                <a:cubicBezTo>
                  <a:pt x="41364" y="8927"/>
                  <a:pt x="39929" y="7993"/>
                  <a:pt x="38328" y="7459"/>
                </a:cubicBezTo>
                <a:cubicBezTo>
                  <a:pt x="37494" y="7192"/>
                  <a:pt x="36627" y="7025"/>
                  <a:pt x="35793" y="6725"/>
                </a:cubicBezTo>
                <a:cubicBezTo>
                  <a:pt x="34993" y="6425"/>
                  <a:pt x="34325" y="5858"/>
                  <a:pt x="33558" y="5558"/>
                </a:cubicBezTo>
                <a:cubicBezTo>
                  <a:pt x="31890" y="4957"/>
                  <a:pt x="30122" y="4657"/>
                  <a:pt x="28421" y="4157"/>
                </a:cubicBezTo>
                <a:cubicBezTo>
                  <a:pt x="26453" y="3623"/>
                  <a:pt x="24518" y="2822"/>
                  <a:pt x="22517" y="2389"/>
                </a:cubicBezTo>
                <a:cubicBezTo>
                  <a:pt x="19181" y="1621"/>
                  <a:pt x="15979" y="1021"/>
                  <a:pt x="12610" y="554"/>
                </a:cubicBezTo>
                <a:cubicBezTo>
                  <a:pt x="11059" y="341"/>
                  <a:pt x="9480" y="45"/>
                  <a:pt x="7924" y="45"/>
                </a:cubicBezTo>
                <a:cubicBezTo>
                  <a:pt x="7773" y="45"/>
                  <a:pt x="7623" y="48"/>
                  <a:pt x="7473" y="54"/>
                </a:cubicBezTo>
                <a:cubicBezTo>
                  <a:pt x="6539" y="87"/>
                  <a:pt x="5605" y="187"/>
                  <a:pt x="4704" y="254"/>
                </a:cubicBezTo>
                <a:cubicBezTo>
                  <a:pt x="4216" y="85"/>
                  <a:pt x="3644" y="1"/>
                  <a:pt x="31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6"/>
          <p:cNvSpPr/>
          <p:nvPr/>
        </p:nvSpPr>
        <p:spPr>
          <a:xfrm>
            <a:off x="4627967" y="3562973"/>
            <a:ext cx="1223063" cy="921713"/>
          </a:xfrm>
          <a:custGeom>
            <a:rect b="b" l="l" r="r" t="t"/>
            <a:pathLst>
              <a:path extrusionOk="0" h="71645" w="95069">
                <a:moveTo>
                  <a:pt x="65442" y="1757"/>
                </a:moveTo>
                <a:cubicBezTo>
                  <a:pt x="65631" y="1757"/>
                  <a:pt x="65833" y="1781"/>
                  <a:pt x="66048" y="1833"/>
                </a:cubicBezTo>
                <a:cubicBezTo>
                  <a:pt x="66915" y="2033"/>
                  <a:pt x="68050" y="3100"/>
                  <a:pt x="68717" y="3634"/>
                </a:cubicBezTo>
                <a:cubicBezTo>
                  <a:pt x="71252" y="5602"/>
                  <a:pt x="74187" y="7003"/>
                  <a:pt x="77023" y="8371"/>
                </a:cubicBezTo>
                <a:cubicBezTo>
                  <a:pt x="78891" y="9305"/>
                  <a:pt x="80659" y="10306"/>
                  <a:pt x="82627" y="11106"/>
                </a:cubicBezTo>
                <a:cubicBezTo>
                  <a:pt x="84328" y="11807"/>
                  <a:pt x="85696" y="12907"/>
                  <a:pt x="87330" y="13741"/>
                </a:cubicBezTo>
                <a:cubicBezTo>
                  <a:pt x="88231" y="14208"/>
                  <a:pt x="89165" y="14709"/>
                  <a:pt x="90032" y="15242"/>
                </a:cubicBezTo>
                <a:cubicBezTo>
                  <a:pt x="90766" y="15709"/>
                  <a:pt x="92500" y="16777"/>
                  <a:pt x="92967" y="17544"/>
                </a:cubicBezTo>
                <a:cubicBezTo>
                  <a:pt x="93067" y="17677"/>
                  <a:pt x="93134" y="17811"/>
                  <a:pt x="93168" y="17944"/>
                </a:cubicBezTo>
                <a:cubicBezTo>
                  <a:pt x="92767" y="18611"/>
                  <a:pt x="92434" y="19379"/>
                  <a:pt x="92067" y="19979"/>
                </a:cubicBezTo>
                <a:cubicBezTo>
                  <a:pt x="91166" y="21547"/>
                  <a:pt x="90099" y="22981"/>
                  <a:pt x="88998" y="24449"/>
                </a:cubicBezTo>
                <a:cubicBezTo>
                  <a:pt x="86429" y="27851"/>
                  <a:pt x="83494" y="30920"/>
                  <a:pt x="80492" y="33922"/>
                </a:cubicBezTo>
                <a:cubicBezTo>
                  <a:pt x="77857" y="36591"/>
                  <a:pt x="74721" y="38793"/>
                  <a:pt x="71886" y="41228"/>
                </a:cubicBezTo>
                <a:cubicBezTo>
                  <a:pt x="70618" y="42362"/>
                  <a:pt x="69217" y="43329"/>
                  <a:pt x="67949" y="44497"/>
                </a:cubicBezTo>
                <a:cubicBezTo>
                  <a:pt x="66849" y="45531"/>
                  <a:pt x="65648" y="46398"/>
                  <a:pt x="64547" y="47432"/>
                </a:cubicBezTo>
                <a:cubicBezTo>
                  <a:pt x="63279" y="48633"/>
                  <a:pt x="61678" y="49534"/>
                  <a:pt x="60211" y="50501"/>
                </a:cubicBezTo>
                <a:cubicBezTo>
                  <a:pt x="58743" y="51435"/>
                  <a:pt x="57275" y="52469"/>
                  <a:pt x="55774" y="53370"/>
                </a:cubicBezTo>
                <a:cubicBezTo>
                  <a:pt x="52472" y="55371"/>
                  <a:pt x="49036" y="57306"/>
                  <a:pt x="45567" y="59040"/>
                </a:cubicBezTo>
                <a:cubicBezTo>
                  <a:pt x="42465" y="60575"/>
                  <a:pt x="39296" y="62176"/>
                  <a:pt x="35993" y="63177"/>
                </a:cubicBezTo>
                <a:cubicBezTo>
                  <a:pt x="35426" y="63344"/>
                  <a:pt x="34826" y="63544"/>
                  <a:pt x="34292" y="63811"/>
                </a:cubicBezTo>
                <a:cubicBezTo>
                  <a:pt x="33458" y="64244"/>
                  <a:pt x="32724" y="64411"/>
                  <a:pt x="31857" y="64711"/>
                </a:cubicBezTo>
                <a:cubicBezTo>
                  <a:pt x="29956" y="65378"/>
                  <a:pt x="28021" y="65845"/>
                  <a:pt x="26086" y="66479"/>
                </a:cubicBezTo>
                <a:cubicBezTo>
                  <a:pt x="23918" y="67146"/>
                  <a:pt x="21817" y="67680"/>
                  <a:pt x="19615" y="68147"/>
                </a:cubicBezTo>
                <a:cubicBezTo>
                  <a:pt x="18714" y="68347"/>
                  <a:pt x="17714" y="68380"/>
                  <a:pt x="16846" y="68614"/>
                </a:cubicBezTo>
                <a:cubicBezTo>
                  <a:pt x="15912" y="68847"/>
                  <a:pt x="15078" y="69214"/>
                  <a:pt x="14111" y="69314"/>
                </a:cubicBezTo>
                <a:cubicBezTo>
                  <a:pt x="12310" y="69548"/>
                  <a:pt x="10508" y="69715"/>
                  <a:pt x="8707" y="69915"/>
                </a:cubicBezTo>
                <a:cubicBezTo>
                  <a:pt x="8386" y="69947"/>
                  <a:pt x="8065" y="69960"/>
                  <a:pt x="7744" y="69960"/>
                </a:cubicBezTo>
                <a:cubicBezTo>
                  <a:pt x="6238" y="69960"/>
                  <a:pt x="4728" y="69669"/>
                  <a:pt x="3201" y="69669"/>
                </a:cubicBezTo>
                <a:cubicBezTo>
                  <a:pt x="3024" y="69669"/>
                  <a:pt x="2847" y="69673"/>
                  <a:pt x="2670" y="69681"/>
                </a:cubicBezTo>
                <a:cubicBezTo>
                  <a:pt x="2536" y="69715"/>
                  <a:pt x="2403" y="69748"/>
                  <a:pt x="2303" y="69781"/>
                </a:cubicBezTo>
                <a:cubicBezTo>
                  <a:pt x="2102" y="69581"/>
                  <a:pt x="2102" y="69248"/>
                  <a:pt x="2002" y="68681"/>
                </a:cubicBezTo>
                <a:cubicBezTo>
                  <a:pt x="1769" y="67613"/>
                  <a:pt x="1836" y="66813"/>
                  <a:pt x="2002" y="65712"/>
                </a:cubicBezTo>
                <a:cubicBezTo>
                  <a:pt x="2403" y="62943"/>
                  <a:pt x="2102" y="60008"/>
                  <a:pt x="2102" y="57206"/>
                </a:cubicBezTo>
                <a:cubicBezTo>
                  <a:pt x="2102" y="53603"/>
                  <a:pt x="2102" y="50001"/>
                  <a:pt x="2102" y="46398"/>
                </a:cubicBezTo>
                <a:cubicBezTo>
                  <a:pt x="2102" y="44597"/>
                  <a:pt x="2102" y="42795"/>
                  <a:pt x="2102" y="40994"/>
                </a:cubicBezTo>
                <a:cubicBezTo>
                  <a:pt x="2102" y="39493"/>
                  <a:pt x="1802" y="37925"/>
                  <a:pt x="2870" y="36825"/>
                </a:cubicBezTo>
                <a:cubicBezTo>
                  <a:pt x="5805" y="36591"/>
                  <a:pt x="8741" y="36057"/>
                  <a:pt x="11643" y="35624"/>
                </a:cubicBezTo>
                <a:cubicBezTo>
                  <a:pt x="15545" y="35023"/>
                  <a:pt x="19348" y="33856"/>
                  <a:pt x="23051" y="32421"/>
                </a:cubicBezTo>
                <a:cubicBezTo>
                  <a:pt x="30256" y="29653"/>
                  <a:pt x="36861" y="25917"/>
                  <a:pt x="43532" y="22114"/>
                </a:cubicBezTo>
                <a:cubicBezTo>
                  <a:pt x="45066" y="21247"/>
                  <a:pt x="46101" y="19712"/>
                  <a:pt x="47535" y="18712"/>
                </a:cubicBezTo>
                <a:cubicBezTo>
                  <a:pt x="49069" y="17611"/>
                  <a:pt x="50504" y="16543"/>
                  <a:pt x="51905" y="15276"/>
                </a:cubicBezTo>
                <a:cubicBezTo>
                  <a:pt x="54607" y="12807"/>
                  <a:pt x="57208" y="10205"/>
                  <a:pt x="59744" y="7637"/>
                </a:cubicBezTo>
                <a:cubicBezTo>
                  <a:pt x="60878" y="6503"/>
                  <a:pt x="61745" y="5068"/>
                  <a:pt x="62712" y="3801"/>
                </a:cubicBezTo>
                <a:cubicBezTo>
                  <a:pt x="63439" y="2842"/>
                  <a:pt x="64165" y="1757"/>
                  <a:pt x="65442" y="1757"/>
                </a:cubicBezTo>
                <a:close/>
                <a:moveTo>
                  <a:pt x="65245" y="1"/>
                </a:moveTo>
                <a:cubicBezTo>
                  <a:pt x="62908" y="1"/>
                  <a:pt x="61290" y="2861"/>
                  <a:pt x="59944" y="4702"/>
                </a:cubicBezTo>
                <a:cubicBezTo>
                  <a:pt x="58910" y="6136"/>
                  <a:pt x="57609" y="7370"/>
                  <a:pt x="56408" y="8738"/>
                </a:cubicBezTo>
                <a:cubicBezTo>
                  <a:pt x="54873" y="10472"/>
                  <a:pt x="53039" y="12007"/>
                  <a:pt x="51338" y="13575"/>
                </a:cubicBezTo>
                <a:cubicBezTo>
                  <a:pt x="49703" y="15109"/>
                  <a:pt x="47969" y="16343"/>
                  <a:pt x="46201" y="17677"/>
                </a:cubicBezTo>
                <a:cubicBezTo>
                  <a:pt x="45433" y="18245"/>
                  <a:pt x="44833" y="18912"/>
                  <a:pt x="44132" y="19545"/>
                </a:cubicBezTo>
                <a:cubicBezTo>
                  <a:pt x="43265" y="20379"/>
                  <a:pt x="42298" y="20746"/>
                  <a:pt x="41297" y="21313"/>
                </a:cubicBezTo>
                <a:cubicBezTo>
                  <a:pt x="39496" y="22347"/>
                  <a:pt x="37761" y="23615"/>
                  <a:pt x="35927" y="24649"/>
                </a:cubicBezTo>
                <a:cubicBezTo>
                  <a:pt x="33858" y="25817"/>
                  <a:pt x="31657" y="26651"/>
                  <a:pt x="29589" y="27851"/>
                </a:cubicBezTo>
                <a:cubicBezTo>
                  <a:pt x="27354" y="29119"/>
                  <a:pt x="24685" y="30120"/>
                  <a:pt x="22284" y="30987"/>
                </a:cubicBezTo>
                <a:cubicBezTo>
                  <a:pt x="20049" y="31821"/>
                  <a:pt x="17680" y="32788"/>
                  <a:pt x="15345" y="33289"/>
                </a:cubicBezTo>
                <a:cubicBezTo>
                  <a:pt x="11076" y="34223"/>
                  <a:pt x="6472" y="34923"/>
                  <a:pt x="2102" y="35190"/>
                </a:cubicBezTo>
                <a:cubicBezTo>
                  <a:pt x="1769" y="35223"/>
                  <a:pt x="1535" y="35424"/>
                  <a:pt x="1402" y="35657"/>
                </a:cubicBezTo>
                <a:cubicBezTo>
                  <a:pt x="1235" y="35790"/>
                  <a:pt x="1102" y="35957"/>
                  <a:pt x="968" y="36124"/>
                </a:cubicBezTo>
                <a:cubicBezTo>
                  <a:pt x="1" y="37425"/>
                  <a:pt x="435" y="39493"/>
                  <a:pt x="435" y="40994"/>
                </a:cubicBezTo>
                <a:cubicBezTo>
                  <a:pt x="435" y="46165"/>
                  <a:pt x="435" y="51302"/>
                  <a:pt x="435" y="56472"/>
                </a:cubicBezTo>
                <a:cubicBezTo>
                  <a:pt x="468" y="58640"/>
                  <a:pt x="501" y="60808"/>
                  <a:pt x="568" y="63010"/>
                </a:cubicBezTo>
                <a:cubicBezTo>
                  <a:pt x="635" y="65178"/>
                  <a:pt x="168" y="67080"/>
                  <a:pt x="435" y="69248"/>
                </a:cubicBezTo>
                <a:cubicBezTo>
                  <a:pt x="601" y="70382"/>
                  <a:pt x="701" y="71149"/>
                  <a:pt x="1936" y="71516"/>
                </a:cubicBezTo>
                <a:cubicBezTo>
                  <a:pt x="2264" y="71602"/>
                  <a:pt x="2661" y="71645"/>
                  <a:pt x="3074" y="71645"/>
                </a:cubicBezTo>
                <a:cubicBezTo>
                  <a:pt x="3626" y="71645"/>
                  <a:pt x="4209" y="71568"/>
                  <a:pt x="4704" y="71416"/>
                </a:cubicBezTo>
                <a:cubicBezTo>
                  <a:pt x="5605" y="71483"/>
                  <a:pt x="6539" y="71583"/>
                  <a:pt x="7473" y="71616"/>
                </a:cubicBezTo>
                <a:cubicBezTo>
                  <a:pt x="7623" y="71622"/>
                  <a:pt x="7773" y="71625"/>
                  <a:pt x="7924" y="71625"/>
                </a:cubicBezTo>
                <a:cubicBezTo>
                  <a:pt x="9480" y="71625"/>
                  <a:pt x="11059" y="71329"/>
                  <a:pt x="12610" y="71116"/>
                </a:cubicBezTo>
                <a:cubicBezTo>
                  <a:pt x="15979" y="70615"/>
                  <a:pt x="19181" y="70015"/>
                  <a:pt x="22517" y="69281"/>
                </a:cubicBezTo>
                <a:cubicBezTo>
                  <a:pt x="24518" y="68814"/>
                  <a:pt x="26453" y="68047"/>
                  <a:pt x="28421" y="67480"/>
                </a:cubicBezTo>
                <a:cubicBezTo>
                  <a:pt x="30122" y="67013"/>
                  <a:pt x="31890" y="66713"/>
                  <a:pt x="33558" y="66079"/>
                </a:cubicBezTo>
                <a:cubicBezTo>
                  <a:pt x="34325" y="65779"/>
                  <a:pt x="34993" y="65212"/>
                  <a:pt x="35793" y="64911"/>
                </a:cubicBezTo>
                <a:cubicBezTo>
                  <a:pt x="36627" y="64611"/>
                  <a:pt x="37494" y="64478"/>
                  <a:pt x="38328" y="64211"/>
                </a:cubicBezTo>
                <a:cubicBezTo>
                  <a:pt x="39929" y="63677"/>
                  <a:pt x="41364" y="62743"/>
                  <a:pt x="42865" y="62009"/>
                </a:cubicBezTo>
                <a:cubicBezTo>
                  <a:pt x="49703" y="58840"/>
                  <a:pt x="56241" y="54904"/>
                  <a:pt x="62512" y="50701"/>
                </a:cubicBezTo>
                <a:cubicBezTo>
                  <a:pt x="63913" y="49800"/>
                  <a:pt x="65147" y="48766"/>
                  <a:pt x="66448" y="47766"/>
                </a:cubicBezTo>
                <a:cubicBezTo>
                  <a:pt x="67749" y="46765"/>
                  <a:pt x="68850" y="45564"/>
                  <a:pt x="70151" y="44563"/>
                </a:cubicBezTo>
                <a:cubicBezTo>
                  <a:pt x="73187" y="42195"/>
                  <a:pt x="76022" y="39593"/>
                  <a:pt x="79024" y="37191"/>
                </a:cubicBezTo>
                <a:cubicBezTo>
                  <a:pt x="82593" y="34356"/>
                  <a:pt x="85896" y="30653"/>
                  <a:pt x="88698" y="27051"/>
                </a:cubicBezTo>
                <a:lnTo>
                  <a:pt x="89098" y="26517"/>
                </a:lnTo>
                <a:cubicBezTo>
                  <a:pt x="90132" y="25917"/>
                  <a:pt x="90732" y="24916"/>
                  <a:pt x="91333" y="23915"/>
                </a:cubicBezTo>
                <a:cubicBezTo>
                  <a:pt x="91933" y="23181"/>
                  <a:pt x="92334" y="22347"/>
                  <a:pt x="92901" y="21480"/>
                </a:cubicBezTo>
                <a:cubicBezTo>
                  <a:pt x="93701" y="20246"/>
                  <a:pt x="95069" y="18878"/>
                  <a:pt x="94368" y="17311"/>
                </a:cubicBezTo>
                <a:cubicBezTo>
                  <a:pt x="93901" y="16210"/>
                  <a:pt x="92234" y="15142"/>
                  <a:pt x="91266" y="14442"/>
                </a:cubicBezTo>
                <a:cubicBezTo>
                  <a:pt x="89798" y="13374"/>
                  <a:pt x="88164" y="12440"/>
                  <a:pt x="86663" y="11473"/>
                </a:cubicBezTo>
                <a:cubicBezTo>
                  <a:pt x="83260" y="9405"/>
                  <a:pt x="79324" y="8237"/>
                  <a:pt x="75888" y="6169"/>
                </a:cubicBezTo>
                <a:cubicBezTo>
                  <a:pt x="74487" y="5335"/>
                  <a:pt x="73053" y="4535"/>
                  <a:pt x="71619" y="3701"/>
                </a:cubicBezTo>
                <a:cubicBezTo>
                  <a:pt x="69951" y="2733"/>
                  <a:pt x="68583" y="1299"/>
                  <a:pt x="66849" y="432"/>
                </a:cubicBezTo>
                <a:cubicBezTo>
                  <a:pt x="66278" y="132"/>
                  <a:pt x="65745" y="1"/>
                  <a:pt x="6524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6"/>
          <p:cNvSpPr/>
          <p:nvPr/>
        </p:nvSpPr>
        <p:spPr>
          <a:xfrm>
            <a:off x="3308732" y="1486800"/>
            <a:ext cx="1223050" cy="922022"/>
          </a:xfrm>
          <a:custGeom>
            <a:rect b="b" l="l" r="r" t="t"/>
            <a:pathLst>
              <a:path extrusionOk="0" h="71669" w="95068">
                <a:moveTo>
                  <a:pt x="87423" y="1698"/>
                </a:moveTo>
                <a:cubicBezTo>
                  <a:pt x="88876" y="1698"/>
                  <a:pt x="90316" y="1976"/>
                  <a:pt x="91753" y="1976"/>
                </a:cubicBezTo>
                <a:cubicBezTo>
                  <a:pt x="91968" y="1976"/>
                  <a:pt x="92184" y="1969"/>
                  <a:pt x="92399" y="1955"/>
                </a:cubicBezTo>
                <a:cubicBezTo>
                  <a:pt x="92566" y="1955"/>
                  <a:pt x="92666" y="1922"/>
                  <a:pt x="92766" y="1855"/>
                </a:cubicBezTo>
                <a:cubicBezTo>
                  <a:pt x="92966" y="2088"/>
                  <a:pt x="92966" y="2422"/>
                  <a:pt x="93100" y="2989"/>
                </a:cubicBezTo>
                <a:cubicBezTo>
                  <a:pt x="93300" y="4057"/>
                  <a:pt x="93267" y="4857"/>
                  <a:pt x="93100" y="5958"/>
                </a:cubicBezTo>
                <a:cubicBezTo>
                  <a:pt x="92666" y="8727"/>
                  <a:pt x="93000" y="11662"/>
                  <a:pt x="92966" y="14464"/>
                </a:cubicBezTo>
                <a:cubicBezTo>
                  <a:pt x="92966" y="18067"/>
                  <a:pt x="92966" y="21636"/>
                  <a:pt x="92966" y="25238"/>
                </a:cubicBezTo>
                <a:lnTo>
                  <a:pt x="92966" y="30642"/>
                </a:lnTo>
                <a:cubicBezTo>
                  <a:pt x="92966" y="32177"/>
                  <a:pt x="93267" y="33711"/>
                  <a:pt x="92233" y="34845"/>
                </a:cubicBezTo>
                <a:cubicBezTo>
                  <a:pt x="89297" y="35079"/>
                  <a:pt x="86328" y="35579"/>
                  <a:pt x="83460" y="36013"/>
                </a:cubicBezTo>
                <a:cubicBezTo>
                  <a:pt x="79524" y="36613"/>
                  <a:pt x="75721" y="37814"/>
                  <a:pt x="72018" y="39215"/>
                </a:cubicBezTo>
                <a:cubicBezTo>
                  <a:pt x="64813" y="41984"/>
                  <a:pt x="58208" y="45753"/>
                  <a:pt x="51537" y="49522"/>
                </a:cubicBezTo>
                <a:cubicBezTo>
                  <a:pt x="50036" y="50390"/>
                  <a:pt x="48968" y="51924"/>
                  <a:pt x="47567" y="52958"/>
                </a:cubicBezTo>
                <a:cubicBezTo>
                  <a:pt x="46033" y="54026"/>
                  <a:pt x="44565" y="55093"/>
                  <a:pt x="43164" y="56394"/>
                </a:cubicBezTo>
                <a:cubicBezTo>
                  <a:pt x="40462" y="58862"/>
                  <a:pt x="37860" y="61464"/>
                  <a:pt x="35325" y="63999"/>
                </a:cubicBezTo>
                <a:cubicBezTo>
                  <a:pt x="34191" y="65167"/>
                  <a:pt x="33357" y="66601"/>
                  <a:pt x="32390" y="67869"/>
                </a:cubicBezTo>
                <a:cubicBezTo>
                  <a:pt x="31662" y="68801"/>
                  <a:pt x="30908" y="69911"/>
                  <a:pt x="29640" y="69911"/>
                </a:cubicBezTo>
                <a:cubicBezTo>
                  <a:pt x="29456" y="69911"/>
                  <a:pt x="29261" y="69888"/>
                  <a:pt x="29054" y="69837"/>
                </a:cubicBezTo>
                <a:cubicBezTo>
                  <a:pt x="28154" y="69637"/>
                  <a:pt x="27053" y="68536"/>
                  <a:pt x="26352" y="68002"/>
                </a:cubicBezTo>
                <a:cubicBezTo>
                  <a:pt x="23850" y="66068"/>
                  <a:pt x="20882" y="64667"/>
                  <a:pt x="18080" y="63266"/>
                </a:cubicBezTo>
                <a:cubicBezTo>
                  <a:pt x="16178" y="62332"/>
                  <a:pt x="14410" y="61364"/>
                  <a:pt x="12476" y="60564"/>
                </a:cubicBezTo>
                <a:cubicBezTo>
                  <a:pt x="10774" y="59863"/>
                  <a:pt x="9373" y="58729"/>
                  <a:pt x="7772" y="57928"/>
                </a:cubicBezTo>
                <a:cubicBezTo>
                  <a:pt x="6838" y="57461"/>
                  <a:pt x="5904" y="56961"/>
                  <a:pt x="5037" y="56427"/>
                </a:cubicBezTo>
                <a:cubicBezTo>
                  <a:pt x="4303" y="55960"/>
                  <a:pt x="2569" y="54893"/>
                  <a:pt x="2102" y="54126"/>
                </a:cubicBezTo>
                <a:cubicBezTo>
                  <a:pt x="2002" y="53992"/>
                  <a:pt x="1968" y="53859"/>
                  <a:pt x="1901" y="53692"/>
                </a:cubicBezTo>
                <a:cubicBezTo>
                  <a:pt x="2335" y="53058"/>
                  <a:pt x="2635" y="52291"/>
                  <a:pt x="3002" y="51657"/>
                </a:cubicBezTo>
                <a:cubicBezTo>
                  <a:pt x="3936" y="50089"/>
                  <a:pt x="5004" y="48655"/>
                  <a:pt x="6071" y="47221"/>
                </a:cubicBezTo>
                <a:cubicBezTo>
                  <a:pt x="8640" y="43818"/>
                  <a:pt x="11575" y="40749"/>
                  <a:pt x="14577" y="37747"/>
                </a:cubicBezTo>
                <a:cubicBezTo>
                  <a:pt x="17246" y="35079"/>
                  <a:pt x="20348" y="32877"/>
                  <a:pt x="23183" y="30409"/>
                </a:cubicBezTo>
                <a:cubicBezTo>
                  <a:pt x="24484" y="29308"/>
                  <a:pt x="25885" y="28307"/>
                  <a:pt x="27119" y="27173"/>
                </a:cubicBezTo>
                <a:cubicBezTo>
                  <a:pt x="28220" y="26106"/>
                  <a:pt x="29421" y="25238"/>
                  <a:pt x="30522" y="24238"/>
                </a:cubicBezTo>
                <a:cubicBezTo>
                  <a:pt x="31789" y="23037"/>
                  <a:pt x="33391" y="22103"/>
                  <a:pt x="34858" y="21169"/>
                </a:cubicBezTo>
                <a:cubicBezTo>
                  <a:pt x="36359" y="20235"/>
                  <a:pt x="37794" y="19167"/>
                  <a:pt x="39295" y="18267"/>
                </a:cubicBezTo>
                <a:cubicBezTo>
                  <a:pt x="42631" y="16299"/>
                  <a:pt x="46066" y="14331"/>
                  <a:pt x="49535" y="12629"/>
                </a:cubicBezTo>
                <a:cubicBezTo>
                  <a:pt x="52638" y="11095"/>
                  <a:pt x="55807" y="9460"/>
                  <a:pt x="59076" y="8493"/>
                </a:cubicBezTo>
                <a:cubicBezTo>
                  <a:pt x="59676" y="8293"/>
                  <a:pt x="60243" y="8126"/>
                  <a:pt x="60777" y="7826"/>
                </a:cubicBezTo>
                <a:cubicBezTo>
                  <a:pt x="61611" y="7392"/>
                  <a:pt x="62378" y="7259"/>
                  <a:pt x="63212" y="6959"/>
                </a:cubicBezTo>
                <a:cubicBezTo>
                  <a:pt x="65113" y="6291"/>
                  <a:pt x="67048" y="5791"/>
                  <a:pt x="68983" y="5191"/>
                </a:cubicBezTo>
                <a:cubicBezTo>
                  <a:pt x="71151" y="4524"/>
                  <a:pt x="73252" y="3956"/>
                  <a:pt x="75454" y="3489"/>
                </a:cubicBezTo>
                <a:cubicBezTo>
                  <a:pt x="76388" y="3323"/>
                  <a:pt x="77355" y="3289"/>
                  <a:pt x="78256" y="3056"/>
                </a:cubicBezTo>
                <a:cubicBezTo>
                  <a:pt x="79157" y="2822"/>
                  <a:pt x="79991" y="2455"/>
                  <a:pt x="80958" y="2322"/>
                </a:cubicBezTo>
                <a:cubicBezTo>
                  <a:pt x="82759" y="2122"/>
                  <a:pt x="84594" y="1955"/>
                  <a:pt x="86362" y="1755"/>
                </a:cubicBezTo>
                <a:cubicBezTo>
                  <a:pt x="86716" y="1714"/>
                  <a:pt x="87070" y="1698"/>
                  <a:pt x="87423" y="1698"/>
                </a:cubicBezTo>
                <a:close/>
                <a:moveTo>
                  <a:pt x="91969" y="1"/>
                </a:moveTo>
                <a:cubicBezTo>
                  <a:pt x="91425" y="1"/>
                  <a:pt x="90852" y="85"/>
                  <a:pt x="90365" y="254"/>
                </a:cubicBezTo>
                <a:cubicBezTo>
                  <a:pt x="89464" y="187"/>
                  <a:pt x="88530" y="87"/>
                  <a:pt x="87596" y="54"/>
                </a:cubicBezTo>
                <a:cubicBezTo>
                  <a:pt x="87446" y="48"/>
                  <a:pt x="87296" y="45"/>
                  <a:pt x="87145" y="45"/>
                </a:cubicBezTo>
                <a:cubicBezTo>
                  <a:pt x="85589" y="45"/>
                  <a:pt x="84010" y="341"/>
                  <a:pt x="82459" y="554"/>
                </a:cubicBezTo>
                <a:cubicBezTo>
                  <a:pt x="79090" y="1021"/>
                  <a:pt x="75888" y="1621"/>
                  <a:pt x="72552" y="2389"/>
                </a:cubicBezTo>
                <a:cubicBezTo>
                  <a:pt x="70550" y="2822"/>
                  <a:pt x="68649" y="3623"/>
                  <a:pt x="66648" y="4157"/>
                </a:cubicBezTo>
                <a:cubicBezTo>
                  <a:pt x="64946" y="4657"/>
                  <a:pt x="63212" y="4957"/>
                  <a:pt x="61544" y="5558"/>
                </a:cubicBezTo>
                <a:cubicBezTo>
                  <a:pt x="60743" y="5858"/>
                  <a:pt x="60076" y="6425"/>
                  <a:pt x="59276" y="6725"/>
                </a:cubicBezTo>
                <a:cubicBezTo>
                  <a:pt x="58442" y="7025"/>
                  <a:pt x="57575" y="7192"/>
                  <a:pt x="56741" y="7459"/>
                </a:cubicBezTo>
                <a:cubicBezTo>
                  <a:pt x="55139" y="7993"/>
                  <a:pt x="53738" y="8927"/>
                  <a:pt x="52204" y="9627"/>
                </a:cubicBezTo>
                <a:cubicBezTo>
                  <a:pt x="45366" y="12829"/>
                  <a:pt x="38828" y="16732"/>
                  <a:pt x="32557" y="20935"/>
                </a:cubicBezTo>
                <a:cubicBezTo>
                  <a:pt x="31156" y="21869"/>
                  <a:pt x="29955" y="22903"/>
                  <a:pt x="28621" y="23904"/>
                </a:cubicBezTo>
                <a:cubicBezTo>
                  <a:pt x="27320" y="24905"/>
                  <a:pt x="26219" y="26106"/>
                  <a:pt x="24918" y="27106"/>
                </a:cubicBezTo>
                <a:cubicBezTo>
                  <a:pt x="21882" y="29475"/>
                  <a:pt x="19047" y="32077"/>
                  <a:pt x="16045" y="34478"/>
                </a:cubicBezTo>
                <a:cubicBezTo>
                  <a:pt x="12476" y="37314"/>
                  <a:pt x="9173" y="41016"/>
                  <a:pt x="6371" y="44619"/>
                </a:cubicBezTo>
                <a:cubicBezTo>
                  <a:pt x="6238" y="44786"/>
                  <a:pt x="6104" y="44952"/>
                  <a:pt x="5971" y="45119"/>
                </a:cubicBezTo>
                <a:cubicBezTo>
                  <a:pt x="4937" y="45753"/>
                  <a:pt x="4337" y="46720"/>
                  <a:pt x="3736" y="47754"/>
                </a:cubicBezTo>
                <a:cubicBezTo>
                  <a:pt x="3136" y="48488"/>
                  <a:pt x="2735" y="49289"/>
                  <a:pt x="2168" y="50190"/>
                </a:cubicBezTo>
                <a:cubicBezTo>
                  <a:pt x="1368" y="51390"/>
                  <a:pt x="0" y="52758"/>
                  <a:pt x="701" y="54359"/>
                </a:cubicBezTo>
                <a:cubicBezTo>
                  <a:pt x="1201" y="55460"/>
                  <a:pt x="2835" y="56527"/>
                  <a:pt x="3803" y="57228"/>
                </a:cubicBezTo>
                <a:cubicBezTo>
                  <a:pt x="5271" y="58262"/>
                  <a:pt x="6905" y="59229"/>
                  <a:pt x="8439" y="60163"/>
                </a:cubicBezTo>
                <a:cubicBezTo>
                  <a:pt x="11842" y="62265"/>
                  <a:pt x="15778" y="63432"/>
                  <a:pt x="19180" y="65467"/>
                </a:cubicBezTo>
                <a:cubicBezTo>
                  <a:pt x="20581" y="66334"/>
                  <a:pt x="22016" y="67135"/>
                  <a:pt x="23450" y="67936"/>
                </a:cubicBezTo>
                <a:cubicBezTo>
                  <a:pt x="25118" y="68903"/>
                  <a:pt x="26486" y="70337"/>
                  <a:pt x="28220" y="71238"/>
                </a:cubicBezTo>
                <a:cubicBezTo>
                  <a:pt x="28796" y="71538"/>
                  <a:pt x="29334" y="71669"/>
                  <a:pt x="29838" y="71669"/>
                </a:cubicBezTo>
                <a:cubicBezTo>
                  <a:pt x="32193" y="71669"/>
                  <a:pt x="33806" y="68809"/>
                  <a:pt x="35125" y="66968"/>
                </a:cubicBezTo>
                <a:cubicBezTo>
                  <a:pt x="36193" y="65501"/>
                  <a:pt x="37494" y="64266"/>
                  <a:pt x="38661" y="62932"/>
                </a:cubicBezTo>
                <a:cubicBezTo>
                  <a:pt x="40195" y="61197"/>
                  <a:pt x="42030" y="59630"/>
                  <a:pt x="43731" y="58062"/>
                </a:cubicBezTo>
                <a:cubicBezTo>
                  <a:pt x="45366" y="56561"/>
                  <a:pt x="47100" y="55327"/>
                  <a:pt x="48902" y="53959"/>
                </a:cubicBezTo>
                <a:cubicBezTo>
                  <a:pt x="49636" y="53392"/>
                  <a:pt x="50269" y="52725"/>
                  <a:pt x="50936" y="52091"/>
                </a:cubicBezTo>
                <a:cubicBezTo>
                  <a:pt x="51837" y="51290"/>
                  <a:pt x="52771" y="50923"/>
                  <a:pt x="53772" y="50356"/>
                </a:cubicBezTo>
                <a:cubicBezTo>
                  <a:pt x="55606" y="49289"/>
                  <a:pt x="57308" y="48055"/>
                  <a:pt x="59142" y="46987"/>
                </a:cubicBezTo>
                <a:cubicBezTo>
                  <a:pt x="61210" y="45820"/>
                  <a:pt x="63412" y="44986"/>
                  <a:pt x="65480" y="43818"/>
                </a:cubicBezTo>
                <a:cubicBezTo>
                  <a:pt x="67715" y="42517"/>
                  <a:pt x="70384" y="41550"/>
                  <a:pt x="72819" y="40649"/>
                </a:cubicBezTo>
                <a:cubicBezTo>
                  <a:pt x="75020" y="39849"/>
                  <a:pt x="77422" y="38881"/>
                  <a:pt x="79724" y="38381"/>
                </a:cubicBezTo>
                <a:cubicBezTo>
                  <a:pt x="83993" y="37447"/>
                  <a:pt x="88597" y="36713"/>
                  <a:pt x="92966" y="36480"/>
                </a:cubicBezTo>
                <a:cubicBezTo>
                  <a:pt x="93333" y="36446"/>
                  <a:pt x="93567" y="36246"/>
                  <a:pt x="93667" y="36013"/>
                </a:cubicBezTo>
                <a:cubicBezTo>
                  <a:pt x="93834" y="35879"/>
                  <a:pt x="93967" y="35713"/>
                  <a:pt x="94134" y="35512"/>
                </a:cubicBezTo>
                <a:cubicBezTo>
                  <a:pt x="95068" y="34211"/>
                  <a:pt x="94634" y="32143"/>
                  <a:pt x="94634" y="30642"/>
                </a:cubicBezTo>
                <a:cubicBezTo>
                  <a:pt x="94634" y="25505"/>
                  <a:pt x="94634" y="20335"/>
                  <a:pt x="94634" y="15198"/>
                </a:cubicBezTo>
                <a:cubicBezTo>
                  <a:pt x="94634" y="12996"/>
                  <a:pt x="94568" y="10828"/>
                  <a:pt x="94501" y="8660"/>
                </a:cubicBezTo>
                <a:cubicBezTo>
                  <a:pt x="94468" y="6492"/>
                  <a:pt x="94901" y="4590"/>
                  <a:pt x="94634" y="2422"/>
                </a:cubicBezTo>
                <a:cubicBezTo>
                  <a:pt x="94468" y="1255"/>
                  <a:pt x="94401" y="521"/>
                  <a:pt x="93133" y="154"/>
                </a:cubicBezTo>
                <a:cubicBezTo>
                  <a:pt x="92798" y="52"/>
                  <a:pt x="92392" y="1"/>
                  <a:pt x="9196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6"/>
          <p:cNvSpPr/>
          <p:nvPr/>
        </p:nvSpPr>
        <p:spPr>
          <a:xfrm>
            <a:off x="3308732" y="3562741"/>
            <a:ext cx="1223050" cy="921944"/>
          </a:xfrm>
          <a:custGeom>
            <a:rect b="b" l="l" r="r" t="t"/>
            <a:pathLst>
              <a:path extrusionOk="0" h="71663" w="95068">
                <a:moveTo>
                  <a:pt x="29661" y="1775"/>
                </a:moveTo>
                <a:cubicBezTo>
                  <a:pt x="30937" y="1775"/>
                  <a:pt x="31664" y="2860"/>
                  <a:pt x="32390" y="3819"/>
                </a:cubicBezTo>
                <a:cubicBezTo>
                  <a:pt x="33357" y="5086"/>
                  <a:pt x="34191" y="6521"/>
                  <a:pt x="35325" y="7655"/>
                </a:cubicBezTo>
                <a:cubicBezTo>
                  <a:pt x="37860" y="10223"/>
                  <a:pt x="40462" y="12825"/>
                  <a:pt x="43164" y="15294"/>
                </a:cubicBezTo>
                <a:cubicBezTo>
                  <a:pt x="44565" y="16561"/>
                  <a:pt x="46033" y="17629"/>
                  <a:pt x="47567" y="18730"/>
                </a:cubicBezTo>
                <a:cubicBezTo>
                  <a:pt x="48968" y="19730"/>
                  <a:pt x="50036" y="21265"/>
                  <a:pt x="51537" y="22132"/>
                </a:cubicBezTo>
                <a:cubicBezTo>
                  <a:pt x="58208" y="25935"/>
                  <a:pt x="64813" y="29671"/>
                  <a:pt x="72018" y="32439"/>
                </a:cubicBezTo>
                <a:cubicBezTo>
                  <a:pt x="75721" y="33874"/>
                  <a:pt x="79524" y="35041"/>
                  <a:pt x="83460" y="35642"/>
                </a:cubicBezTo>
                <a:cubicBezTo>
                  <a:pt x="86328" y="36075"/>
                  <a:pt x="89297" y="36609"/>
                  <a:pt x="92233" y="36843"/>
                </a:cubicBezTo>
                <a:cubicBezTo>
                  <a:pt x="93267" y="37943"/>
                  <a:pt x="92966" y="39511"/>
                  <a:pt x="92966" y="41012"/>
                </a:cubicBezTo>
                <a:lnTo>
                  <a:pt x="92966" y="46416"/>
                </a:lnTo>
                <a:cubicBezTo>
                  <a:pt x="92966" y="50019"/>
                  <a:pt x="92966" y="53621"/>
                  <a:pt x="92966" y="57224"/>
                </a:cubicBezTo>
                <a:cubicBezTo>
                  <a:pt x="93000" y="60026"/>
                  <a:pt x="92666" y="62961"/>
                  <a:pt x="93100" y="65730"/>
                </a:cubicBezTo>
                <a:cubicBezTo>
                  <a:pt x="93267" y="66831"/>
                  <a:pt x="93300" y="67631"/>
                  <a:pt x="93100" y="68699"/>
                </a:cubicBezTo>
                <a:cubicBezTo>
                  <a:pt x="92966" y="69266"/>
                  <a:pt x="92966" y="69599"/>
                  <a:pt x="92766" y="69799"/>
                </a:cubicBezTo>
                <a:cubicBezTo>
                  <a:pt x="92666" y="69766"/>
                  <a:pt x="92566" y="69733"/>
                  <a:pt x="92433" y="69699"/>
                </a:cubicBezTo>
                <a:cubicBezTo>
                  <a:pt x="92255" y="69691"/>
                  <a:pt x="92078" y="69687"/>
                  <a:pt x="91902" y="69687"/>
                </a:cubicBezTo>
                <a:cubicBezTo>
                  <a:pt x="90374" y="69687"/>
                  <a:pt x="88865" y="69978"/>
                  <a:pt x="87358" y="69978"/>
                </a:cubicBezTo>
                <a:cubicBezTo>
                  <a:pt x="87037" y="69978"/>
                  <a:pt x="86716" y="69965"/>
                  <a:pt x="86395" y="69933"/>
                </a:cubicBezTo>
                <a:cubicBezTo>
                  <a:pt x="84594" y="69733"/>
                  <a:pt x="82759" y="69566"/>
                  <a:pt x="80958" y="69332"/>
                </a:cubicBezTo>
                <a:cubicBezTo>
                  <a:pt x="80024" y="69232"/>
                  <a:pt x="79157" y="68865"/>
                  <a:pt x="78256" y="68632"/>
                </a:cubicBezTo>
                <a:cubicBezTo>
                  <a:pt x="77355" y="68398"/>
                  <a:pt x="76388" y="68365"/>
                  <a:pt x="75487" y="68165"/>
                </a:cubicBezTo>
                <a:cubicBezTo>
                  <a:pt x="73252" y="67698"/>
                  <a:pt x="71151" y="67164"/>
                  <a:pt x="68983" y="66497"/>
                </a:cubicBezTo>
                <a:cubicBezTo>
                  <a:pt x="67048" y="65863"/>
                  <a:pt x="65113" y="65396"/>
                  <a:pt x="63212" y="64729"/>
                </a:cubicBezTo>
                <a:cubicBezTo>
                  <a:pt x="62378" y="64429"/>
                  <a:pt x="61611" y="64262"/>
                  <a:pt x="60810" y="63829"/>
                </a:cubicBezTo>
                <a:cubicBezTo>
                  <a:pt x="60243" y="63562"/>
                  <a:pt x="59676" y="63362"/>
                  <a:pt x="59076" y="63195"/>
                </a:cubicBezTo>
                <a:cubicBezTo>
                  <a:pt x="55807" y="62194"/>
                  <a:pt x="52638" y="60593"/>
                  <a:pt x="49535" y="59058"/>
                </a:cubicBezTo>
                <a:cubicBezTo>
                  <a:pt x="46066" y="57324"/>
                  <a:pt x="42631" y="55389"/>
                  <a:pt x="39295" y="53388"/>
                </a:cubicBezTo>
                <a:cubicBezTo>
                  <a:pt x="37794" y="52487"/>
                  <a:pt x="36359" y="51453"/>
                  <a:pt x="34858" y="50486"/>
                </a:cubicBezTo>
                <a:cubicBezTo>
                  <a:pt x="33391" y="49552"/>
                  <a:pt x="31789" y="48651"/>
                  <a:pt x="30522" y="47450"/>
                </a:cubicBezTo>
                <a:cubicBezTo>
                  <a:pt x="29454" y="46416"/>
                  <a:pt x="28220" y="45549"/>
                  <a:pt x="27119" y="44515"/>
                </a:cubicBezTo>
                <a:cubicBezTo>
                  <a:pt x="25885" y="43347"/>
                  <a:pt x="24484" y="42380"/>
                  <a:pt x="23183" y="41246"/>
                </a:cubicBezTo>
                <a:cubicBezTo>
                  <a:pt x="20348" y="38811"/>
                  <a:pt x="17246" y="36609"/>
                  <a:pt x="14577" y="33940"/>
                </a:cubicBezTo>
                <a:cubicBezTo>
                  <a:pt x="11608" y="30938"/>
                  <a:pt x="8640" y="27869"/>
                  <a:pt x="6071" y="24467"/>
                </a:cubicBezTo>
                <a:cubicBezTo>
                  <a:pt x="5004" y="22999"/>
                  <a:pt x="3936" y="21565"/>
                  <a:pt x="3002" y="19997"/>
                </a:cubicBezTo>
                <a:cubicBezTo>
                  <a:pt x="2635" y="19397"/>
                  <a:pt x="2335" y="18629"/>
                  <a:pt x="1901" y="17962"/>
                </a:cubicBezTo>
                <a:cubicBezTo>
                  <a:pt x="1968" y="17829"/>
                  <a:pt x="2002" y="17695"/>
                  <a:pt x="2102" y="17562"/>
                </a:cubicBezTo>
                <a:cubicBezTo>
                  <a:pt x="2569" y="16761"/>
                  <a:pt x="4303" y="15694"/>
                  <a:pt x="5037" y="15260"/>
                </a:cubicBezTo>
                <a:cubicBezTo>
                  <a:pt x="5904" y="14727"/>
                  <a:pt x="6838" y="14193"/>
                  <a:pt x="7772" y="13759"/>
                </a:cubicBezTo>
                <a:cubicBezTo>
                  <a:pt x="9373" y="12925"/>
                  <a:pt x="10774" y="11825"/>
                  <a:pt x="12476" y="11124"/>
                </a:cubicBezTo>
                <a:cubicBezTo>
                  <a:pt x="14410" y="10324"/>
                  <a:pt x="16178" y="9323"/>
                  <a:pt x="18080" y="8389"/>
                </a:cubicBezTo>
                <a:cubicBezTo>
                  <a:pt x="20882" y="7021"/>
                  <a:pt x="23850" y="5620"/>
                  <a:pt x="26352" y="3652"/>
                </a:cubicBezTo>
                <a:cubicBezTo>
                  <a:pt x="27053" y="3118"/>
                  <a:pt x="28154" y="2051"/>
                  <a:pt x="29054" y="1851"/>
                </a:cubicBezTo>
                <a:cubicBezTo>
                  <a:pt x="29270" y="1799"/>
                  <a:pt x="29471" y="1775"/>
                  <a:pt x="29661" y="1775"/>
                </a:cubicBezTo>
                <a:close/>
                <a:moveTo>
                  <a:pt x="29815" y="0"/>
                </a:moveTo>
                <a:cubicBezTo>
                  <a:pt x="29318" y="0"/>
                  <a:pt x="28788" y="127"/>
                  <a:pt x="28220" y="416"/>
                </a:cubicBezTo>
                <a:cubicBezTo>
                  <a:pt x="26519" y="1317"/>
                  <a:pt x="25118" y="2751"/>
                  <a:pt x="23450" y="3719"/>
                </a:cubicBezTo>
                <a:cubicBezTo>
                  <a:pt x="22016" y="4553"/>
                  <a:pt x="20581" y="5353"/>
                  <a:pt x="19180" y="6187"/>
                </a:cubicBezTo>
                <a:cubicBezTo>
                  <a:pt x="15778" y="8255"/>
                  <a:pt x="11842" y="9423"/>
                  <a:pt x="8439" y="11491"/>
                </a:cubicBezTo>
                <a:cubicBezTo>
                  <a:pt x="6905" y="12425"/>
                  <a:pt x="5271" y="13392"/>
                  <a:pt x="3803" y="14460"/>
                </a:cubicBezTo>
                <a:cubicBezTo>
                  <a:pt x="2835" y="15127"/>
                  <a:pt x="1201" y="16228"/>
                  <a:pt x="701" y="17329"/>
                </a:cubicBezTo>
                <a:cubicBezTo>
                  <a:pt x="0" y="18896"/>
                  <a:pt x="1401" y="20264"/>
                  <a:pt x="2168" y="21498"/>
                </a:cubicBezTo>
                <a:cubicBezTo>
                  <a:pt x="2735" y="22365"/>
                  <a:pt x="3136" y="23199"/>
                  <a:pt x="3736" y="23933"/>
                </a:cubicBezTo>
                <a:cubicBezTo>
                  <a:pt x="4337" y="24934"/>
                  <a:pt x="4937" y="25935"/>
                  <a:pt x="5971" y="26535"/>
                </a:cubicBezTo>
                <a:cubicBezTo>
                  <a:pt x="6104" y="26702"/>
                  <a:pt x="6238" y="26902"/>
                  <a:pt x="6371" y="27069"/>
                </a:cubicBezTo>
                <a:cubicBezTo>
                  <a:pt x="9173" y="30671"/>
                  <a:pt x="12509" y="34374"/>
                  <a:pt x="16078" y="37209"/>
                </a:cubicBezTo>
                <a:cubicBezTo>
                  <a:pt x="19080" y="39611"/>
                  <a:pt x="21882" y="42213"/>
                  <a:pt x="24918" y="44581"/>
                </a:cubicBezTo>
                <a:cubicBezTo>
                  <a:pt x="26219" y="45582"/>
                  <a:pt x="27353" y="46783"/>
                  <a:pt x="28621" y="47784"/>
                </a:cubicBezTo>
                <a:cubicBezTo>
                  <a:pt x="29955" y="48784"/>
                  <a:pt x="31156" y="49818"/>
                  <a:pt x="32557" y="50719"/>
                </a:cubicBezTo>
                <a:cubicBezTo>
                  <a:pt x="38828" y="54922"/>
                  <a:pt x="45366" y="58858"/>
                  <a:pt x="52204" y="62027"/>
                </a:cubicBezTo>
                <a:cubicBezTo>
                  <a:pt x="53738" y="62761"/>
                  <a:pt x="55139" y="63695"/>
                  <a:pt x="56741" y="64229"/>
                </a:cubicBezTo>
                <a:cubicBezTo>
                  <a:pt x="57575" y="64496"/>
                  <a:pt x="58442" y="64629"/>
                  <a:pt x="59276" y="64929"/>
                </a:cubicBezTo>
                <a:cubicBezTo>
                  <a:pt x="60076" y="65230"/>
                  <a:pt x="60743" y="65797"/>
                  <a:pt x="61544" y="66097"/>
                </a:cubicBezTo>
                <a:cubicBezTo>
                  <a:pt x="63212" y="66731"/>
                  <a:pt x="64946" y="67031"/>
                  <a:pt x="66681" y="67498"/>
                </a:cubicBezTo>
                <a:cubicBezTo>
                  <a:pt x="68649" y="68065"/>
                  <a:pt x="70550" y="68832"/>
                  <a:pt x="72552" y="69299"/>
                </a:cubicBezTo>
                <a:cubicBezTo>
                  <a:pt x="75888" y="70033"/>
                  <a:pt x="79090" y="70633"/>
                  <a:pt x="82459" y="71134"/>
                </a:cubicBezTo>
                <a:cubicBezTo>
                  <a:pt x="84010" y="71347"/>
                  <a:pt x="85589" y="71643"/>
                  <a:pt x="87170" y="71643"/>
                </a:cubicBezTo>
                <a:cubicBezTo>
                  <a:pt x="87323" y="71643"/>
                  <a:pt x="87476" y="71640"/>
                  <a:pt x="87629" y="71634"/>
                </a:cubicBezTo>
                <a:cubicBezTo>
                  <a:pt x="88530" y="71601"/>
                  <a:pt x="89464" y="71501"/>
                  <a:pt x="90365" y="71434"/>
                </a:cubicBezTo>
                <a:cubicBezTo>
                  <a:pt x="90860" y="71586"/>
                  <a:pt x="91443" y="71663"/>
                  <a:pt x="91995" y="71663"/>
                </a:cubicBezTo>
                <a:cubicBezTo>
                  <a:pt x="92408" y="71663"/>
                  <a:pt x="92804" y="71620"/>
                  <a:pt x="93133" y="71534"/>
                </a:cubicBezTo>
                <a:cubicBezTo>
                  <a:pt x="94401" y="71167"/>
                  <a:pt x="94468" y="70400"/>
                  <a:pt x="94634" y="69266"/>
                </a:cubicBezTo>
                <a:cubicBezTo>
                  <a:pt x="94901" y="67098"/>
                  <a:pt x="94468" y="65196"/>
                  <a:pt x="94501" y="63028"/>
                </a:cubicBezTo>
                <a:cubicBezTo>
                  <a:pt x="94568" y="60826"/>
                  <a:pt x="94634" y="58658"/>
                  <a:pt x="94634" y="56490"/>
                </a:cubicBezTo>
                <a:cubicBezTo>
                  <a:pt x="94634" y="51320"/>
                  <a:pt x="94634" y="46183"/>
                  <a:pt x="94634" y="41012"/>
                </a:cubicBezTo>
                <a:cubicBezTo>
                  <a:pt x="94634" y="39511"/>
                  <a:pt x="95068" y="37443"/>
                  <a:pt x="94134" y="36142"/>
                </a:cubicBezTo>
                <a:cubicBezTo>
                  <a:pt x="94001" y="35942"/>
                  <a:pt x="93834" y="35808"/>
                  <a:pt x="93700" y="35675"/>
                </a:cubicBezTo>
                <a:cubicBezTo>
                  <a:pt x="93567" y="35408"/>
                  <a:pt x="93333" y="35241"/>
                  <a:pt x="92966" y="35208"/>
                </a:cubicBezTo>
                <a:cubicBezTo>
                  <a:pt x="88597" y="34941"/>
                  <a:pt x="83993" y="34241"/>
                  <a:pt x="79724" y="33307"/>
                </a:cubicBezTo>
                <a:cubicBezTo>
                  <a:pt x="77422" y="32806"/>
                  <a:pt x="75020" y="31839"/>
                  <a:pt x="72819" y="31005"/>
                </a:cubicBezTo>
                <a:cubicBezTo>
                  <a:pt x="70384" y="30104"/>
                  <a:pt x="67715" y="29137"/>
                  <a:pt x="65480" y="27869"/>
                </a:cubicBezTo>
                <a:cubicBezTo>
                  <a:pt x="63412" y="26669"/>
                  <a:pt x="61244" y="25835"/>
                  <a:pt x="59142" y="24667"/>
                </a:cubicBezTo>
                <a:cubicBezTo>
                  <a:pt x="57308" y="23633"/>
                  <a:pt x="55606" y="22365"/>
                  <a:pt x="53772" y="21331"/>
                </a:cubicBezTo>
                <a:cubicBezTo>
                  <a:pt x="52771" y="20764"/>
                  <a:pt x="51837" y="20397"/>
                  <a:pt x="50936" y="19563"/>
                </a:cubicBezTo>
                <a:cubicBezTo>
                  <a:pt x="50269" y="18930"/>
                  <a:pt x="49636" y="18263"/>
                  <a:pt x="48902" y="17695"/>
                </a:cubicBezTo>
                <a:cubicBezTo>
                  <a:pt x="47134" y="16361"/>
                  <a:pt x="45399" y="15127"/>
                  <a:pt x="43731" y="13593"/>
                </a:cubicBezTo>
                <a:cubicBezTo>
                  <a:pt x="42030" y="12025"/>
                  <a:pt x="40195" y="10490"/>
                  <a:pt x="38661" y="8722"/>
                </a:cubicBezTo>
                <a:cubicBezTo>
                  <a:pt x="37494" y="7388"/>
                  <a:pt x="36193" y="6154"/>
                  <a:pt x="35125" y="4720"/>
                </a:cubicBezTo>
                <a:cubicBezTo>
                  <a:pt x="33802" y="2872"/>
                  <a:pt x="32183" y="0"/>
                  <a:pt x="2981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6"/>
          <p:cNvSpPr/>
          <p:nvPr/>
        </p:nvSpPr>
        <p:spPr>
          <a:xfrm>
            <a:off x="3076120" y="2296498"/>
            <a:ext cx="586219" cy="1385303"/>
          </a:xfrm>
          <a:custGeom>
            <a:rect b="b" l="l" r="r" t="t"/>
            <a:pathLst>
              <a:path extrusionOk="0" h="107680" w="45567">
                <a:moveTo>
                  <a:pt x="12328" y="1331"/>
                </a:moveTo>
                <a:cubicBezTo>
                  <a:pt x="13275" y="1331"/>
                  <a:pt x="15025" y="2207"/>
                  <a:pt x="15778" y="2600"/>
                </a:cubicBezTo>
                <a:cubicBezTo>
                  <a:pt x="16712" y="3067"/>
                  <a:pt x="17646" y="3567"/>
                  <a:pt x="18514" y="4101"/>
                </a:cubicBezTo>
                <a:cubicBezTo>
                  <a:pt x="20048" y="5035"/>
                  <a:pt x="21749" y="5635"/>
                  <a:pt x="23250" y="6703"/>
                </a:cubicBezTo>
                <a:cubicBezTo>
                  <a:pt x="24952" y="7937"/>
                  <a:pt x="26720" y="8938"/>
                  <a:pt x="28521" y="10039"/>
                </a:cubicBezTo>
                <a:cubicBezTo>
                  <a:pt x="31156" y="11673"/>
                  <a:pt x="33925" y="13441"/>
                  <a:pt x="36894" y="14542"/>
                </a:cubicBezTo>
                <a:cubicBezTo>
                  <a:pt x="37727" y="14842"/>
                  <a:pt x="39229" y="15242"/>
                  <a:pt x="39896" y="15876"/>
                </a:cubicBezTo>
                <a:cubicBezTo>
                  <a:pt x="41097" y="17077"/>
                  <a:pt x="40463" y="18445"/>
                  <a:pt x="39962" y="19745"/>
                </a:cubicBezTo>
                <a:cubicBezTo>
                  <a:pt x="39395" y="21247"/>
                  <a:pt x="38628" y="22714"/>
                  <a:pt x="38261" y="24282"/>
                </a:cubicBezTo>
                <a:cubicBezTo>
                  <a:pt x="37427" y="27785"/>
                  <a:pt x="36593" y="31387"/>
                  <a:pt x="35926" y="34956"/>
                </a:cubicBezTo>
                <a:cubicBezTo>
                  <a:pt x="35593" y="36824"/>
                  <a:pt x="35459" y="38626"/>
                  <a:pt x="35359" y="40527"/>
                </a:cubicBezTo>
                <a:cubicBezTo>
                  <a:pt x="35259" y="42262"/>
                  <a:pt x="34492" y="43963"/>
                  <a:pt x="34559" y="45697"/>
                </a:cubicBezTo>
                <a:cubicBezTo>
                  <a:pt x="34892" y="53370"/>
                  <a:pt x="35192" y="60975"/>
                  <a:pt x="36660" y="68514"/>
                </a:cubicBezTo>
                <a:cubicBezTo>
                  <a:pt x="37394" y="72417"/>
                  <a:pt x="38395" y="76286"/>
                  <a:pt x="39996" y="79922"/>
                </a:cubicBezTo>
                <a:cubicBezTo>
                  <a:pt x="41130" y="82624"/>
                  <a:pt x="42264" y="85392"/>
                  <a:pt x="43598" y="87994"/>
                </a:cubicBezTo>
                <a:cubicBezTo>
                  <a:pt x="43231" y="89495"/>
                  <a:pt x="41764" y="90062"/>
                  <a:pt x="40463" y="90863"/>
                </a:cubicBezTo>
                <a:cubicBezTo>
                  <a:pt x="38928" y="91797"/>
                  <a:pt x="37394" y="92764"/>
                  <a:pt x="35893" y="93732"/>
                </a:cubicBezTo>
                <a:cubicBezTo>
                  <a:pt x="32824" y="95633"/>
                  <a:pt x="29788" y="97535"/>
                  <a:pt x="26720" y="99436"/>
                </a:cubicBezTo>
                <a:cubicBezTo>
                  <a:pt x="24351" y="100937"/>
                  <a:pt x="21683" y="102205"/>
                  <a:pt x="19548" y="104039"/>
                </a:cubicBezTo>
                <a:cubicBezTo>
                  <a:pt x="18714" y="104740"/>
                  <a:pt x="18080" y="105207"/>
                  <a:pt x="17046" y="105574"/>
                </a:cubicBezTo>
                <a:cubicBezTo>
                  <a:pt x="16565" y="105772"/>
                  <a:pt x="16300" y="105922"/>
                  <a:pt x="16067" y="105922"/>
                </a:cubicBezTo>
                <a:cubicBezTo>
                  <a:pt x="16026" y="105922"/>
                  <a:pt x="15986" y="105917"/>
                  <a:pt x="15945" y="105907"/>
                </a:cubicBezTo>
                <a:cubicBezTo>
                  <a:pt x="15912" y="105807"/>
                  <a:pt x="15879" y="105674"/>
                  <a:pt x="15812" y="105574"/>
                </a:cubicBezTo>
                <a:cubicBezTo>
                  <a:pt x="14844" y="103772"/>
                  <a:pt x="13310" y="102371"/>
                  <a:pt x="12443" y="100537"/>
                </a:cubicBezTo>
                <a:cubicBezTo>
                  <a:pt x="11676" y="98936"/>
                  <a:pt x="10842" y="97301"/>
                  <a:pt x="10074" y="95667"/>
                </a:cubicBezTo>
                <a:cubicBezTo>
                  <a:pt x="9674" y="94766"/>
                  <a:pt x="9541" y="93865"/>
                  <a:pt x="9240" y="92965"/>
                </a:cubicBezTo>
                <a:cubicBezTo>
                  <a:pt x="8974" y="92097"/>
                  <a:pt x="8473" y="91230"/>
                  <a:pt x="8173" y="90363"/>
                </a:cubicBezTo>
                <a:cubicBezTo>
                  <a:pt x="7372" y="88228"/>
                  <a:pt x="6739" y="86160"/>
                  <a:pt x="6172" y="83991"/>
                </a:cubicBezTo>
                <a:cubicBezTo>
                  <a:pt x="5671" y="82023"/>
                  <a:pt x="5037" y="80122"/>
                  <a:pt x="4604" y="78154"/>
                </a:cubicBezTo>
                <a:cubicBezTo>
                  <a:pt x="4404" y="77253"/>
                  <a:pt x="4137" y="76553"/>
                  <a:pt x="4070" y="75619"/>
                </a:cubicBezTo>
                <a:cubicBezTo>
                  <a:pt x="4037" y="75018"/>
                  <a:pt x="3870" y="74418"/>
                  <a:pt x="3703" y="73818"/>
                </a:cubicBezTo>
                <a:cubicBezTo>
                  <a:pt x="2803" y="70515"/>
                  <a:pt x="2502" y="66979"/>
                  <a:pt x="2169" y="63510"/>
                </a:cubicBezTo>
                <a:cubicBezTo>
                  <a:pt x="1802" y="59674"/>
                  <a:pt x="1635" y="55738"/>
                  <a:pt x="1568" y="51868"/>
                </a:cubicBezTo>
                <a:cubicBezTo>
                  <a:pt x="1535" y="50101"/>
                  <a:pt x="1635" y="48333"/>
                  <a:pt x="1668" y="46565"/>
                </a:cubicBezTo>
                <a:cubicBezTo>
                  <a:pt x="1702" y="44830"/>
                  <a:pt x="1602" y="42962"/>
                  <a:pt x="1969" y="41261"/>
                </a:cubicBezTo>
                <a:cubicBezTo>
                  <a:pt x="2269" y="39793"/>
                  <a:pt x="2336" y="38325"/>
                  <a:pt x="2636" y="36824"/>
                </a:cubicBezTo>
                <a:cubicBezTo>
                  <a:pt x="2969" y="35157"/>
                  <a:pt x="3069" y="33455"/>
                  <a:pt x="3336" y="31754"/>
                </a:cubicBezTo>
                <a:cubicBezTo>
                  <a:pt x="3903" y="28051"/>
                  <a:pt x="4137" y="24249"/>
                  <a:pt x="5004" y="20579"/>
                </a:cubicBezTo>
                <a:cubicBezTo>
                  <a:pt x="5971" y="16443"/>
                  <a:pt x="7006" y="12340"/>
                  <a:pt x="8540" y="8371"/>
                </a:cubicBezTo>
                <a:cubicBezTo>
                  <a:pt x="9174" y="6669"/>
                  <a:pt x="9841" y="5002"/>
                  <a:pt x="10675" y="3400"/>
                </a:cubicBezTo>
                <a:cubicBezTo>
                  <a:pt x="11008" y="2767"/>
                  <a:pt x="11509" y="2066"/>
                  <a:pt x="11842" y="1399"/>
                </a:cubicBezTo>
                <a:cubicBezTo>
                  <a:pt x="11976" y="1332"/>
                  <a:pt x="12143" y="1332"/>
                  <a:pt x="12276" y="1332"/>
                </a:cubicBezTo>
                <a:cubicBezTo>
                  <a:pt x="12293" y="1332"/>
                  <a:pt x="12310" y="1331"/>
                  <a:pt x="12328" y="1331"/>
                </a:cubicBezTo>
                <a:close/>
                <a:moveTo>
                  <a:pt x="12134" y="1"/>
                </a:moveTo>
                <a:cubicBezTo>
                  <a:pt x="11998" y="1"/>
                  <a:pt x="11867" y="11"/>
                  <a:pt x="11742" y="31"/>
                </a:cubicBezTo>
                <a:cubicBezTo>
                  <a:pt x="10041" y="265"/>
                  <a:pt x="9607" y="2166"/>
                  <a:pt x="8974" y="3467"/>
                </a:cubicBezTo>
                <a:cubicBezTo>
                  <a:pt x="8540" y="4435"/>
                  <a:pt x="8040" y="5202"/>
                  <a:pt x="7739" y="6102"/>
                </a:cubicBezTo>
                <a:cubicBezTo>
                  <a:pt x="7206" y="7136"/>
                  <a:pt x="6705" y="8171"/>
                  <a:pt x="6705" y="9371"/>
                </a:cubicBezTo>
                <a:cubicBezTo>
                  <a:pt x="6639" y="9572"/>
                  <a:pt x="6572" y="9805"/>
                  <a:pt x="6472" y="10005"/>
                </a:cubicBezTo>
                <a:cubicBezTo>
                  <a:pt x="4904" y="14275"/>
                  <a:pt x="3503" y="19045"/>
                  <a:pt x="3003" y="23582"/>
                </a:cubicBezTo>
                <a:cubicBezTo>
                  <a:pt x="2569" y="27384"/>
                  <a:pt x="1835" y="31187"/>
                  <a:pt x="1435" y="34990"/>
                </a:cubicBezTo>
                <a:cubicBezTo>
                  <a:pt x="1268" y="36624"/>
                  <a:pt x="834" y="38192"/>
                  <a:pt x="701" y="39827"/>
                </a:cubicBezTo>
                <a:cubicBezTo>
                  <a:pt x="534" y="41461"/>
                  <a:pt x="301" y="43062"/>
                  <a:pt x="234" y="44730"/>
                </a:cubicBezTo>
                <a:cubicBezTo>
                  <a:pt x="1" y="52269"/>
                  <a:pt x="134" y="59874"/>
                  <a:pt x="1068" y="67380"/>
                </a:cubicBezTo>
                <a:cubicBezTo>
                  <a:pt x="1268" y="69047"/>
                  <a:pt x="1201" y="70749"/>
                  <a:pt x="1602" y="72383"/>
                </a:cubicBezTo>
                <a:cubicBezTo>
                  <a:pt x="1835" y="73250"/>
                  <a:pt x="2169" y="74051"/>
                  <a:pt x="2336" y="74918"/>
                </a:cubicBezTo>
                <a:cubicBezTo>
                  <a:pt x="2502" y="75752"/>
                  <a:pt x="2369" y="76620"/>
                  <a:pt x="2536" y="77453"/>
                </a:cubicBezTo>
                <a:cubicBezTo>
                  <a:pt x="2903" y="79188"/>
                  <a:pt x="3570" y="80823"/>
                  <a:pt x="4070" y="82557"/>
                </a:cubicBezTo>
                <a:cubicBezTo>
                  <a:pt x="4637" y="84492"/>
                  <a:pt x="4971" y="86527"/>
                  <a:pt x="5671" y="88461"/>
                </a:cubicBezTo>
                <a:cubicBezTo>
                  <a:pt x="6805" y="91730"/>
                  <a:pt x="7973" y="94766"/>
                  <a:pt x="9374" y="97868"/>
                </a:cubicBezTo>
                <a:cubicBezTo>
                  <a:pt x="10041" y="99436"/>
                  <a:pt x="10675" y="101070"/>
                  <a:pt x="11642" y="102505"/>
                </a:cubicBezTo>
                <a:cubicBezTo>
                  <a:pt x="12176" y="103272"/>
                  <a:pt x="12743" y="104006"/>
                  <a:pt x="13277" y="104740"/>
                </a:cubicBezTo>
                <a:cubicBezTo>
                  <a:pt x="13510" y="105607"/>
                  <a:pt x="14077" y="106608"/>
                  <a:pt x="14644" y="107141"/>
                </a:cubicBezTo>
                <a:cubicBezTo>
                  <a:pt x="15096" y="107533"/>
                  <a:pt x="15481" y="107680"/>
                  <a:pt x="15864" y="107680"/>
                </a:cubicBezTo>
                <a:cubicBezTo>
                  <a:pt x="16330" y="107680"/>
                  <a:pt x="16794" y="107464"/>
                  <a:pt x="17380" y="107208"/>
                </a:cubicBezTo>
                <a:cubicBezTo>
                  <a:pt x="19348" y="106274"/>
                  <a:pt x="20749" y="104906"/>
                  <a:pt x="22617" y="103806"/>
                </a:cubicBezTo>
                <a:cubicBezTo>
                  <a:pt x="24485" y="102705"/>
                  <a:pt x="26353" y="101604"/>
                  <a:pt x="28221" y="100437"/>
                </a:cubicBezTo>
                <a:cubicBezTo>
                  <a:pt x="32590" y="97735"/>
                  <a:pt x="36960" y="94999"/>
                  <a:pt x="41330" y="92264"/>
                </a:cubicBezTo>
                <a:cubicBezTo>
                  <a:pt x="42598" y="91463"/>
                  <a:pt x="44599" y="90763"/>
                  <a:pt x="45199" y="89262"/>
                </a:cubicBezTo>
                <a:cubicBezTo>
                  <a:pt x="45300" y="89028"/>
                  <a:pt x="45333" y="88828"/>
                  <a:pt x="45366" y="88628"/>
                </a:cubicBezTo>
                <a:cubicBezTo>
                  <a:pt x="45533" y="88395"/>
                  <a:pt x="45566" y="88094"/>
                  <a:pt x="45400" y="87794"/>
                </a:cubicBezTo>
                <a:cubicBezTo>
                  <a:pt x="43298" y="83925"/>
                  <a:pt x="41463" y="79655"/>
                  <a:pt x="39996" y="75519"/>
                </a:cubicBezTo>
                <a:cubicBezTo>
                  <a:pt x="39195" y="73284"/>
                  <a:pt x="38762" y="70749"/>
                  <a:pt x="38295" y="68447"/>
                </a:cubicBezTo>
                <a:cubicBezTo>
                  <a:pt x="37761" y="65945"/>
                  <a:pt x="37160" y="63143"/>
                  <a:pt x="37094" y="60575"/>
                </a:cubicBezTo>
                <a:cubicBezTo>
                  <a:pt x="36994" y="58173"/>
                  <a:pt x="36527" y="55871"/>
                  <a:pt x="36427" y="53503"/>
                </a:cubicBezTo>
                <a:cubicBezTo>
                  <a:pt x="36360" y="51401"/>
                  <a:pt x="36493" y="49267"/>
                  <a:pt x="36427" y="47165"/>
                </a:cubicBezTo>
                <a:cubicBezTo>
                  <a:pt x="36393" y="46031"/>
                  <a:pt x="36193" y="45030"/>
                  <a:pt x="36427" y="43829"/>
                </a:cubicBezTo>
                <a:cubicBezTo>
                  <a:pt x="36593" y="42929"/>
                  <a:pt x="36827" y="42061"/>
                  <a:pt x="36927" y="41094"/>
                </a:cubicBezTo>
                <a:cubicBezTo>
                  <a:pt x="37127" y="38893"/>
                  <a:pt x="37260" y="36758"/>
                  <a:pt x="37661" y="34556"/>
                </a:cubicBezTo>
                <a:cubicBezTo>
                  <a:pt x="38094" y="32288"/>
                  <a:pt x="38461" y="29919"/>
                  <a:pt x="39128" y="27685"/>
                </a:cubicBezTo>
                <a:cubicBezTo>
                  <a:pt x="39629" y="25983"/>
                  <a:pt x="39996" y="24215"/>
                  <a:pt x="40663" y="22547"/>
                </a:cubicBezTo>
                <a:cubicBezTo>
                  <a:pt x="41697" y="20012"/>
                  <a:pt x="43798" y="16310"/>
                  <a:pt x="40630" y="14442"/>
                </a:cubicBezTo>
                <a:cubicBezTo>
                  <a:pt x="38962" y="13441"/>
                  <a:pt x="37027" y="13041"/>
                  <a:pt x="35326" y="12140"/>
                </a:cubicBezTo>
                <a:cubicBezTo>
                  <a:pt x="33858" y="11339"/>
                  <a:pt x="32424" y="10539"/>
                  <a:pt x="30956" y="9805"/>
                </a:cubicBezTo>
                <a:cubicBezTo>
                  <a:pt x="27420" y="8004"/>
                  <a:pt x="24351" y="5268"/>
                  <a:pt x="20782" y="3501"/>
                </a:cubicBezTo>
                <a:cubicBezTo>
                  <a:pt x="19181" y="2700"/>
                  <a:pt x="17480" y="1799"/>
                  <a:pt x="15812" y="1132"/>
                </a:cubicBezTo>
                <a:cubicBezTo>
                  <a:pt x="14826" y="714"/>
                  <a:pt x="13304" y="1"/>
                  <a:pt x="1213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6"/>
          <p:cNvSpPr txBox="1"/>
          <p:nvPr/>
        </p:nvSpPr>
        <p:spPr>
          <a:xfrm>
            <a:off x="813300" y="1590089"/>
            <a:ext cx="1789200" cy="56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latin typeface="Roboto"/>
                <a:ea typeface="Roboto"/>
                <a:cs typeface="Roboto"/>
                <a:sym typeface="Roboto"/>
              </a:rPr>
              <a:t>Integrar el modelo de pricing en la plataforma</a:t>
            </a:r>
            <a:endParaRPr sz="1200">
              <a:solidFill>
                <a:srgbClr val="000000"/>
              </a:solidFill>
              <a:latin typeface="Roboto"/>
              <a:ea typeface="Roboto"/>
              <a:cs typeface="Roboto"/>
              <a:sym typeface="Roboto"/>
            </a:endParaRPr>
          </a:p>
        </p:txBody>
      </p:sp>
      <p:sp>
        <p:nvSpPr>
          <p:cNvPr id="870" name="Google Shape;870;p26"/>
          <p:cNvSpPr txBox="1"/>
          <p:nvPr/>
        </p:nvSpPr>
        <p:spPr>
          <a:xfrm>
            <a:off x="811225" y="3595950"/>
            <a:ext cx="2338800" cy="56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latin typeface="Roboto"/>
                <a:ea typeface="Roboto"/>
                <a:cs typeface="Roboto"/>
                <a:sym typeface="Roboto"/>
              </a:rPr>
              <a:t>Profundizar datos de comportamiento del usuario</a:t>
            </a:r>
            <a:endParaRPr sz="1200">
              <a:solidFill>
                <a:srgbClr val="000000"/>
              </a:solidFill>
              <a:latin typeface="Roboto"/>
              <a:ea typeface="Roboto"/>
              <a:cs typeface="Roboto"/>
              <a:sym typeface="Roboto"/>
            </a:endParaRPr>
          </a:p>
        </p:txBody>
      </p:sp>
      <p:sp>
        <p:nvSpPr>
          <p:cNvPr id="871" name="Google Shape;871;p26"/>
          <p:cNvSpPr txBox="1"/>
          <p:nvPr/>
        </p:nvSpPr>
        <p:spPr>
          <a:xfrm>
            <a:off x="811225" y="2593025"/>
            <a:ext cx="2138100" cy="56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latin typeface="Roboto"/>
                <a:ea typeface="Roboto"/>
                <a:cs typeface="Roboto"/>
                <a:sym typeface="Roboto"/>
              </a:rPr>
              <a:t>Colaboración con desarrolladores y agentes</a:t>
            </a:r>
            <a:endParaRPr sz="1200">
              <a:solidFill>
                <a:srgbClr val="000000"/>
              </a:solidFill>
              <a:latin typeface="Roboto"/>
              <a:ea typeface="Roboto"/>
              <a:cs typeface="Roboto"/>
              <a:sym typeface="Roboto"/>
            </a:endParaRPr>
          </a:p>
        </p:txBody>
      </p:sp>
      <p:sp>
        <p:nvSpPr>
          <p:cNvPr id="872" name="Google Shape;872;p26"/>
          <p:cNvSpPr txBox="1"/>
          <p:nvPr/>
        </p:nvSpPr>
        <p:spPr>
          <a:xfrm>
            <a:off x="6538000" y="1589548"/>
            <a:ext cx="1789200" cy="566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1200">
                <a:latin typeface="Roboto"/>
                <a:ea typeface="Roboto"/>
                <a:cs typeface="Roboto"/>
                <a:sym typeface="Roboto"/>
              </a:rPr>
              <a:t>Monitoreo continuo del mercado</a:t>
            </a:r>
            <a:endParaRPr sz="1200">
              <a:solidFill>
                <a:srgbClr val="000000"/>
              </a:solidFill>
              <a:latin typeface="Roboto"/>
              <a:ea typeface="Roboto"/>
              <a:cs typeface="Roboto"/>
              <a:sym typeface="Roboto"/>
            </a:endParaRPr>
          </a:p>
          <a:p>
            <a:pPr indent="0" lvl="0" marL="0" rtl="0" algn="r">
              <a:lnSpc>
                <a:spcPct val="115000"/>
              </a:lnSpc>
              <a:spcBef>
                <a:spcPts val="1600"/>
              </a:spcBef>
              <a:spcAft>
                <a:spcPts val="1600"/>
              </a:spcAft>
              <a:buNone/>
            </a:pPr>
            <a:r>
              <a:t/>
            </a:r>
            <a:endParaRPr sz="1200">
              <a:solidFill>
                <a:srgbClr val="000000"/>
              </a:solidFill>
              <a:latin typeface="Roboto"/>
              <a:ea typeface="Roboto"/>
              <a:cs typeface="Roboto"/>
              <a:sym typeface="Roboto"/>
            </a:endParaRPr>
          </a:p>
        </p:txBody>
      </p:sp>
      <p:sp>
        <p:nvSpPr>
          <p:cNvPr id="873" name="Google Shape;873;p26"/>
          <p:cNvSpPr txBox="1"/>
          <p:nvPr/>
        </p:nvSpPr>
        <p:spPr>
          <a:xfrm>
            <a:off x="6535925" y="2593020"/>
            <a:ext cx="1789200" cy="566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1200">
                <a:latin typeface="Roboto"/>
                <a:ea typeface="Roboto"/>
                <a:cs typeface="Roboto"/>
                <a:sym typeface="Roboto"/>
              </a:rPr>
              <a:t>Reducir ruido en propiedades baratas</a:t>
            </a:r>
            <a:endParaRPr sz="1200">
              <a:solidFill>
                <a:srgbClr val="000000"/>
              </a:solidFill>
              <a:latin typeface="Roboto"/>
              <a:ea typeface="Roboto"/>
              <a:cs typeface="Roboto"/>
              <a:sym typeface="Roboto"/>
            </a:endParaRPr>
          </a:p>
        </p:txBody>
      </p:sp>
      <p:sp>
        <p:nvSpPr>
          <p:cNvPr id="874" name="Google Shape;874;p26"/>
          <p:cNvSpPr txBox="1"/>
          <p:nvPr/>
        </p:nvSpPr>
        <p:spPr>
          <a:xfrm>
            <a:off x="6538000" y="3596495"/>
            <a:ext cx="1789200" cy="566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1200">
                <a:latin typeface="Roboto"/>
                <a:ea typeface="Roboto"/>
                <a:cs typeface="Roboto"/>
                <a:sym typeface="Roboto"/>
              </a:rPr>
              <a:t>Incorporar análisis geoespacial</a:t>
            </a:r>
            <a:endParaRPr sz="1200">
              <a:solidFill>
                <a:srgbClr val="000000"/>
              </a:solidFill>
              <a:latin typeface="Roboto"/>
              <a:ea typeface="Roboto"/>
              <a:cs typeface="Roboto"/>
              <a:sym typeface="Roboto"/>
            </a:endParaRPr>
          </a:p>
        </p:txBody>
      </p:sp>
      <p:grpSp>
        <p:nvGrpSpPr>
          <p:cNvPr id="875" name="Google Shape;875;p26"/>
          <p:cNvGrpSpPr/>
          <p:nvPr/>
        </p:nvGrpSpPr>
        <p:grpSpPr>
          <a:xfrm>
            <a:off x="3822673" y="2246715"/>
            <a:ext cx="1492908" cy="1484016"/>
            <a:chOff x="1842150" y="2680563"/>
            <a:chExt cx="1647438" cy="1637625"/>
          </a:xfrm>
        </p:grpSpPr>
        <p:sp>
          <p:nvSpPr>
            <p:cNvPr id="876" name="Google Shape;876;p26"/>
            <p:cNvSpPr/>
            <p:nvPr/>
          </p:nvSpPr>
          <p:spPr>
            <a:xfrm>
              <a:off x="2355438" y="4231163"/>
              <a:ext cx="128013" cy="29625"/>
            </a:xfrm>
            <a:custGeom>
              <a:rect b="b" l="l" r="r" t="t"/>
              <a:pathLst>
                <a:path extrusionOk="0" h="2370" w="10241">
                  <a:moveTo>
                    <a:pt x="6415" y="1"/>
                  </a:moveTo>
                  <a:cubicBezTo>
                    <a:pt x="4148" y="1"/>
                    <a:pt x="1489" y="496"/>
                    <a:pt x="0" y="1438"/>
                  </a:cubicBezTo>
                  <a:cubicBezTo>
                    <a:pt x="1195" y="2072"/>
                    <a:pt x="2955" y="2369"/>
                    <a:pt x="4704" y="2369"/>
                  </a:cubicBezTo>
                  <a:cubicBezTo>
                    <a:pt x="7008" y="2369"/>
                    <a:pt x="9293" y="1853"/>
                    <a:pt x="10241" y="904"/>
                  </a:cubicBezTo>
                  <a:cubicBezTo>
                    <a:pt x="9675" y="295"/>
                    <a:pt x="8161" y="1"/>
                    <a:pt x="6415"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6"/>
            <p:cNvSpPr/>
            <p:nvPr/>
          </p:nvSpPr>
          <p:spPr>
            <a:xfrm>
              <a:off x="2867050" y="4251413"/>
              <a:ext cx="78400" cy="21525"/>
            </a:xfrm>
            <a:custGeom>
              <a:rect b="b" l="l" r="r" t="t"/>
              <a:pathLst>
                <a:path extrusionOk="0" h="1722" w="6272">
                  <a:moveTo>
                    <a:pt x="2934" y="0"/>
                  </a:moveTo>
                  <a:cubicBezTo>
                    <a:pt x="1977" y="0"/>
                    <a:pt x="1004" y="171"/>
                    <a:pt x="1" y="585"/>
                  </a:cubicBezTo>
                  <a:cubicBezTo>
                    <a:pt x="714" y="1299"/>
                    <a:pt x="2562" y="1722"/>
                    <a:pt x="4092" y="1722"/>
                  </a:cubicBezTo>
                  <a:cubicBezTo>
                    <a:pt x="4995" y="1722"/>
                    <a:pt x="5788" y="1574"/>
                    <a:pt x="6172" y="1252"/>
                  </a:cubicBezTo>
                  <a:cubicBezTo>
                    <a:pt x="6272" y="1186"/>
                    <a:pt x="6138" y="552"/>
                    <a:pt x="6038" y="519"/>
                  </a:cubicBezTo>
                  <a:cubicBezTo>
                    <a:pt x="5010" y="205"/>
                    <a:pt x="3982" y="0"/>
                    <a:pt x="2934" y="0"/>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6"/>
            <p:cNvSpPr/>
            <p:nvPr/>
          </p:nvSpPr>
          <p:spPr>
            <a:xfrm>
              <a:off x="2588938" y="4222363"/>
              <a:ext cx="145950" cy="48888"/>
            </a:xfrm>
            <a:custGeom>
              <a:rect b="b" l="l" r="r" t="t"/>
              <a:pathLst>
                <a:path extrusionOk="0" h="3911" w="11676">
                  <a:moveTo>
                    <a:pt x="5771" y="1"/>
                  </a:moveTo>
                  <a:cubicBezTo>
                    <a:pt x="4208" y="1"/>
                    <a:pt x="2674" y="319"/>
                    <a:pt x="1168" y="908"/>
                  </a:cubicBezTo>
                  <a:cubicBezTo>
                    <a:pt x="701" y="1075"/>
                    <a:pt x="367" y="1508"/>
                    <a:pt x="0" y="1842"/>
                  </a:cubicBezTo>
                  <a:cubicBezTo>
                    <a:pt x="334" y="2242"/>
                    <a:pt x="601" y="2876"/>
                    <a:pt x="1034" y="3009"/>
                  </a:cubicBezTo>
                  <a:cubicBezTo>
                    <a:pt x="2269" y="3410"/>
                    <a:pt x="3570" y="3610"/>
                    <a:pt x="4937" y="3910"/>
                  </a:cubicBezTo>
                  <a:cubicBezTo>
                    <a:pt x="6705" y="3576"/>
                    <a:pt x="8473" y="3243"/>
                    <a:pt x="10274" y="2843"/>
                  </a:cubicBezTo>
                  <a:cubicBezTo>
                    <a:pt x="10875" y="2709"/>
                    <a:pt x="11675" y="2442"/>
                    <a:pt x="11375" y="1608"/>
                  </a:cubicBezTo>
                  <a:cubicBezTo>
                    <a:pt x="11242" y="1208"/>
                    <a:pt x="10641" y="841"/>
                    <a:pt x="10141" y="641"/>
                  </a:cubicBezTo>
                  <a:cubicBezTo>
                    <a:pt x="9574" y="408"/>
                    <a:pt x="8907" y="408"/>
                    <a:pt x="8273" y="274"/>
                  </a:cubicBezTo>
                  <a:cubicBezTo>
                    <a:pt x="7431" y="90"/>
                    <a:pt x="6597" y="1"/>
                    <a:pt x="5771"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6"/>
            <p:cNvSpPr/>
            <p:nvPr/>
          </p:nvSpPr>
          <p:spPr>
            <a:xfrm>
              <a:off x="2732788" y="4173000"/>
              <a:ext cx="152200" cy="50413"/>
            </a:xfrm>
            <a:custGeom>
              <a:rect b="b" l="l" r="r" t="t"/>
              <a:pathLst>
                <a:path extrusionOk="0" h="4033" w="12176">
                  <a:moveTo>
                    <a:pt x="7398" y="0"/>
                  </a:moveTo>
                  <a:cubicBezTo>
                    <a:pt x="6259" y="0"/>
                    <a:pt x="5124" y="23"/>
                    <a:pt x="4003" y="87"/>
                  </a:cubicBezTo>
                  <a:cubicBezTo>
                    <a:pt x="2602" y="187"/>
                    <a:pt x="1268" y="520"/>
                    <a:pt x="1" y="1688"/>
                  </a:cubicBezTo>
                  <a:cubicBezTo>
                    <a:pt x="334" y="1955"/>
                    <a:pt x="501" y="2122"/>
                    <a:pt x="701" y="2255"/>
                  </a:cubicBezTo>
                  <a:cubicBezTo>
                    <a:pt x="935" y="2388"/>
                    <a:pt x="1135" y="2589"/>
                    <a:pt x="1402" y="2689"/>
                  </a:cubicBezTo>
                  <a:cubicBezTo>
                    <a:pt x="3458" y="3574"/>
                    <a:pt x="5597" y="4032"/>
                    <a:pt x="7800" y="4032"/>
                  </a:cubicBezTo>
                  <a:cubicBezTo>
                    <a:pt x="8420" y="4032"/>
                    <a:pt x="9045" y="3996"/>
                    <a:pt x="9674" y="3923"/>
                  </a:cubicBezTo>
                  <a:cubicBezTo>
                    <a:pt x="11142" y="3756"/>
                    <a:pt x="12176" y="2755"/>
                    <a:pt x="12076" y="1855"/>
                  </a:cubicBezTo>
                  <a:cubicBezTo>
                    <a:pt x="11942" y="1054"/>
                    <a:pt x="10541" y="20"/>
                    <a:pt x="9374" y="20"/>
                  </a:cubicBezTo>
                  <a:cubicBezTo>
                    <a:pt x="8715" y="8"/>
                    <a:pt x="8055" y="0"/>
                    <a:pt x="7398" y="0"/>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p:nvPr/>
          </p:nvSpPr>
          <p:spPr>
            <a:xfrm>
              <a:off x="2461763" y="4146150"/>
              <a:ext cx="210163" cy="54338"/>
            </a:xfrm>
            <a:custGeom>
              <a:rect b="b" l="l" r="r" t="t"/>
              <a:pathLst>
                <a:path extrusionOk="0" h="4347" w="16813">
                  <a:moveTo>
                    <a:pt x="9808" y="1"/>
                  </a:moveTo>
                  <a:cubicBezTo>
                    <a:pt x="8249" y="1"/>
                    <a:pt x="6667" y="148"/>
                    <a:pt x="5137" y="367"/>
                  </a:cubicBezTo>
                  <a:cubicBezTo>
                    <a:pt x="3670" y="567"/>
                    <a:pt x="2235" y="1134"/>
                    <a:pt x="868" y="1734"/>
                  </a:cubicBezTo>
                  <a:cubicBezTo>
                    <a:pt x="434" y="1901"/>
                    <a:pt x="101" y="2635"/>
                    <a:pt x="34" y="3135"/>
                  </a:cubicBezTo>
                  <a:cubicBezTo>
                    <a:pt x="0" y="3336"/>
                    <a:pt x="734" y="3803"/>
                    <a:pt x="1201" y="3869"/>
                  </a:cubicBezTo>
                  <a:cubicBezTo>
                    <a:pt x="2335" y="4108"/>
                    <a:pt x="3522" y="4347"/>
                    <a:pt x="4667" y="4347"/>
                  </a:cubicBezTo>
                  <a:cubicBezTo>
                    <a:pt x="4802" y="4347"/>
                    <a:pt x="4937" y="4343"/>
                    <a:pt x="5071" y="4336"/>
                  </a:cubicBezTo>
                  <a:cubicBezTo>
                    <a:pt x="8073" y="4236"/>
                    <a:pt x="11042" y="3903"/>
                    <a:pt x="14010" y="3703"/>
                  </a:cubicBezTo>
                  <a:cubicBezTo>
                    <a:pt x="15311" y="3602"/>
                    <a:pt x="16112" y="2902"/>
                    <a:pt x="16812" y="1334"/>
                  </a:cubicBezTo>
                  <a:cubicBezTo>
                    <a:pt x="14944" y="867"/>
                    <a:pt x="13277" y="167"/>
                    <a:pt x="11542" y="67"/>
                  </a:cubicBezTo>
                  <a:cubicBezTo>
                    <a:pt x="10970" y="21"/>
                    <a:pt x="10390" y="1"/>
                    <a:pt x="9808"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6"/>
            <p:cNvSpPr/>
            <p:nvPr/>
          </p:nvSpPr>
          <p:spPr>
            <a:xfrm>
              <a:off x="2636888" y="4094438"/>
              <a:ext cx="146363" cy="41513"/>
            </a:xfrm>
            <a:custGeom>
              <a:rect b="b" l="l" r="r" t="t"/>
              <a:pathLst>
                <a:path extrusionOk="0" h="3321" w="11709">
                  <a:moveTo>
                    <a:pt x="3937" y="1"/>
                  </a:moveTo>
                  <a:cubicBezTo>
                    <a:pt x="2869" y="34"/>
                    <a:pt x="1768" y="468"/>
                    <a:pt x="734" y="835"/>
                  </a:cubicBezTo>
                  <a:cubicBezTo>
                    <a:pt x="401" y="935"/>
                    <a:pt x="34" y="1402"/>
                    <a:pt x="34" y="1702"/>
                  </a:cubicBezTo>
                  <a:cubicBezTo>
                    <a:pt x="0" y="1969"/>
                    <a:pt x="434" y="2369"/>
                    <a:pt x="768" y="2502"/>
                  </a:cubicBezTo>
                  <a:cubicBezTo>
                    <a:pt x="1268" y="2736"/>
                    <a:pt x="1835" y="2836"/>
                    <a:pt x="2402" y="2903"/>
                  </a:cubicBezTo>
                  <a:cubicBezTo>
                    <a:pt x="3923" y="3064"/>
                    <a:pt x="5467" y="3320"/>
                    <a:pt x="6989" y="3320"/>
                  </a:cubicBezTo>
                  <a:cubicBezTo>
                    <a:pt x="8606" y="3320"/>
                    <a:pt x="10197" y="3032"/>
                    <a:pt x="11709" y="2035"/>
                  </a:cubicBezTo>
                  <a:cubicBezTo>
                    <a:pt x="11609" y="1068"/>
                    <a:pt x="10975" y="468"/>
                    <a:pt x="10108" y="368"/>
                  </a:cubicBezTo>
                  <a:cubicBezTo>
                    <a:pt x="8040" y="167"/>
                    <a:pt x="6005" y="1"/>
                    <a:pt x="3937"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6"/>
            <p:cNvSpPr/>
            <p:nvPr/>
          </p:nvSpPr>
          <p:spPr>
            <a:xfrm>
              <a:off x="2544738" y="4096738"/>
              <a:ext cx="62975" cy="16700"/>
            </a:xfrm>
            <a:custGeom>
              <a:rect b="b" l="l" r="r" t="t"/>
              <a:pathLst>
                <a:path extrusionOk="0" h="1336" w="5038">
                  <a:moveTo>
                    <a:pt x="3192" y="1"/>
                  </a:moveTo>
                  <a:cubicBezTo>
                    <a:pt x="2142" y="1"/>
                    <a:pt x="1098" y="396"/>
                    <a:pt x="1" y="417"/>
                  </a:cubicBezTo>
                  <a:cubicBezTo>
                    <a:pt x="784" y="1027"/>
                    <a:pt x="1650" y="1336"/>
                    <a:pt x="2545" y="1336"/>
                  </a:cubicBezTo>
                  <a:cubicBezTo>
                    <a:pt x="3364" y="1336"/>
                    <a:pt x="4208" y="1077"/>
                    <a:pt x="5037" y="550"/>
                  </a:cubicBezTo>
                  <a:cubicBezTo>
                    <a:pt x="4413" y="134"/>
                    <a:pt x="3801" y="1"/>
                    <a:pt x="3192"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6"/>
            <p:cNvSpPr/>
            <p:nvPr/>
          </p:nvSpPr>
          <p:spPr>
            <a:xfrm>
              <a:off x="2279138" y="4060250"/>
              <a:ext cx="773888" cy="242400"/>
            </a:xfrm>
            <a:custGeom>
              <a:rect b="b" l="l" r="r" t="t"/>
              <a:pathLst>
                <a:path extrusionOk="0" h="19392" w="61911">
                  <a:moveTo>
                    <a:pt x="25185" y="1935"/>
                  </a:moveTo>
                  <a:cubicBezTo>
                    <a:pt x="25618" y="2169"/>
                    <a:pt x="26285" y="2369"/>
                    <a:pt x="26619" y="2802"/>
                  </a:cubicBezTo>
                  <a:cubicBezTo>
                    <a:pt x="26819" y="3036"/>
                    <a:pt x="26686" y="3903"/>
                    <a:pt x="26386" y="4137"/>
                  </a:cubicBezTo>
                  <a:cubicBezTo>
                    <a:pt x="25823" y="4587"/>
                    <a:pt x="24903" y="4805"/>
                    <a:pt x="23963" y="4805"/>
                  </a:cubicBezTo>
                  <a:cubicBezTo>
                    <a:pt x="22954" y="4805"/>
                    <a:pt x="21921" y="4554"/>
                    <a:pt x="21282" y="4070"/>
                  </a:cubicBezTo>
                  <a:cubicBezTo>
                    <a:pt x="21015" y="3870"/>
                    <a:pt x="20748" y="3469"/>
                    <a:pt x="20715" y="3136"/>
                  </a:cubicBezTo>
                  <a:cubicBezTo>
                    <a:pt x="20715" y="3002"/>
                    <a:pt x="21215" y="2669"/>
                    <a:pt x="21515" y="2602"/>
                  </a:cubicBezTo>
                  <a:cubicBezTo>
                    <a:pt x="22650" y="2369"/>
                    <a:pt x="23850" y="2169"/>
                    <a:pt x="25185" y="1935"/>
                  </a:cubicBezTo>
                  <a:close/>
                  <a:moveTo>
                    <a:pt x="34540" y="2060"/>
                  </a:moveTo>
                  <a:cubicBezTo>
                    <a:pt x="35984" y="2060"/>
                    <a:pt x="37436" y="2266"/>
                    <a:pt x="38894" y="2669"/>
                  </a:cubicBezTo>
                  <a:cubicBezTo>
                    <a:pt x="40329" y="3036"/>
                    <a:pt x="40696" y="3670"/>
                    <a:pt x="40329" y="4770"/>
                  </a:cubicBezTo>
                  <a:cubicBezTo>
                    <a:pt x="39828" y="5171"/>
                    <a:pt x="39361" y="5738"/>
                    <a:pt x="38761" y="5971"/>
                  </a:cubicBezTo>
                  <a:cubicBezTo>
                    <a:pt x="37414" y="6485"/>
                    <a:pt x="36060" y="6687"/>
                    <a:pt x="34708" y="6687"/>
                  </a:cubicBezTo>
                  <a:cubicBezTo>
                    <a:pt x="32814" y="6687"/>
                    <a:pt x="30923" y="6291"/>
                    <a:pt x="29054" y="5804"/>
                  </a:cubicBezTo>
                  <a:cubicBezTo>
                    <a:pt x="28520" y="5671"/>
                    <a:pt x="27987" y="5504"/>
                    <a:pt x="27486" y="5337"/>
                  </a:cubicBezTo>
                  <a:cubicBezTo>
                    <a:pt x="27119" y="4303"/>
                    <a:pt x="27586" y="3703"/>
                    <a:pt x="28520" y="3303"/>
                  </a:cubicBezTo>
                  <a:cubicBezTo>
                    <a:pt x="30506" y="2465"/>
                    <a:pt x="32515" y="2060"/>
                    <a:pt x="34540" y="2060"/>
                  </a:cubicBezTo>
                  <a:close/>
                  <a:moveTo>
                    <a:pt x="23150" y="5971"/>
                  </a:moveTo>
                  <a:cubicBezTo>
                    <a:pt x="25418" y="6271"/>
                    <a:pt x="27686" y="6572"/>
                    <a:pt x="29955" y="6939"/>
                  </a:cubicBezTo>
                  <a:cubicBezTo>
                    <a:pt x="30955" y="7105"/>
                    <a:pt x="32023" y="7639"/>
                    <a:pt x="31990" y="8606"/>
                  </a:cubicBezTo>
                  <a:cubicBezTo>
                    <a:pt x="31990" y="9507"/>
                    <a:pt x="31289" y="10374"/>
                    <a:pt x="30222" y="10841"/>
                  </a:cubicBezTo>
                  <a:cubicBezTo>
                    <a:pt x="27950" y="11874"/>
                    <a:pt x="25601" y="12332"/>
                    <a:pt x="23173" y="12332"/>
                  </a:cubicBezTo>
                  <a:cubicBezTo>
                    <a:pt x="22855" y="12332"/>
                    <a:pt x="22536" y="12325"/>
                    <a:pt x="22216" y="12309"/>
                  </a:cubicBezTo>
                  <a:cubicBezTo>
                    <a:pt x="20214" y="12209"/>
                    <a:pt x="18180" y="11942"/>
                    <a:pt x="16178" y="11709"/>
                  </a:cubicBezTo>
                  <a:cubicBezTo>
                    <a:pt x="15178" y="11609"/>
                    <a:pt x="14077" y="11175"/>
                    <a:pt x="14110" y="10141"/>
                  </a:cubicBezTo>
                  <a:cubicBezTo>
                    <a:pt x="14110" y="9307"/>
                    <a:pt x="14777" y="8273"/>
                    <a:pt x="15444" y="7739"/>
                  </a:cubicBezTo>
                  <a:cubicBezTo>
                    <a:pt x="17137" y="6379"/>
                    <a:pt x="19130" y="6151"/>
                    <a:pt x="21154" y="6151"/>
                  </a:cubicBezTo>
                  <a:cubicBezTo>
                    <a:pt x="21563" y="6151"/>
                    <a:pt x="21973" y="6160"/>
                    <a:pt x="22383" y="6171"/>
                  </a:cubicBezTo>
                  <a:lnTo>
                    <a:pt x="23117" y="6171"/>
                  </a:lnTo>
                  <a:cubicBezTo>
                    <a:pt x="23117" y="6105"/>
                    <a:pt x="23150" y="6038"/>
                    <a:pt x="23150" y="5971"/>
                  </a:cubicBezTo>
                  <a:close/>
                  <a:moveTo>
                    <a:pt x="42831" y="7906"/>
                  </a:moveTo>
                  <a:cubicBezTo>
                    <a:pt x="44265" y="8206"/>
                    <a:pt x="45733" y="8440"/>
                    <a:pt x="47100" y="8840"/>
                  </a:cubicBezTo>
                  <a:cubicBezTo>
                    <a:pt x="48168" y="9107"/>
                    <a:pt x="49002" y="9841"/>
                    <a:pt x="48968" y="11042"/>
                  </a:cubicBezTo>
                  <a:cubicBezTo>
                    <a:pt x="48902" y="12209"/>
                    <a:pt x="48134" y="13076"/>
                    <a:pt x="47000" y="13343"/>
                  </a:cubicBezTo>
                  <a:cubicBezTo>
                    <a:pt x="45806" y="13622"/>
                    <a:pt x="44622" y="13771"/>
                    <a:pt x="43457" y="13771"/>
                  </a:cubicBezTo>
                  <a:cubicBezTo>
                    <a:pt x="41142" y="13771"/>
                    <a:pt x="38901" y="13185"/>
                    <a:pt x="36793" y="11875"/>
                  </a:cubicBezTo>
                  <a:cubicBezTo>
                    <a:pt x="35459" y="11042"/>
                    <a:pt x="35559" y="10174"/>
                    <a:pt x="36926" y="9374"/>
                  </a:cubicBezTo>
                  <a:cubicBezTo>
                    <a:pt x="38761" y="8340"/>
                    <a:pt x="40762" y="8073"/>
                    <a:pt x="42831" y="7906"/>
                  </a:cubicBezTo>
                  <a:close/>
                  <a:moveTo>
                    <a:pt x="12604" y="13079"/>
                  </a:moveTo>
                  <a:cubicBezTo>
                    <a:pt x="13673" y="13079"/>
                    <a:pt x="14753" y="13193"/>
                    <a:pt x="15845" y="13443"/>
                  </a:cubicBezTo>
                  <a:cubicBezTo>
                    <a:pt x="16312" y="13543"/>
                    <a:pt x="16745" y="14144"/>
                    <a:pt x="16979" y="14644"/>
                  </a:cubicBezTo>
                  <a:cubicBezTo>
                    <a:pt x="17046" y="14778"/>
                    <a:pt x="16445" y="15445"/>
                    <a:pt x="16045" y="15611"/>
                  </a:cubicBezTo>
                  <a:cubicBezTo>
                    <a:pt x="14544" y="16112"/>
                    <a:pt x="13009" y="16512"/>
                    <a:pt x="11675" y="16879"/>
                  </a:cubicBezTo>
                  <a:cubicBezTo>
                    <a:pt x="9840" y="16545"/>
                    <a:pt x="8239" y="16312"/>
                    <a:pt x="6638" y="15978"/>
                  </a:cubicBezTo>
                  <a:cubicBezTo>
                    <a:pt x="6271" y="15878"/>
                    <a:pt x="5938" y="15445"/>
                    <a:pt x="5604" y="15178"/>
                  </a:cubicBezTo>
                  <a:cubicBezTo>
                    <a:pt x="5904" y="14844"/>
                    <a:pt x="6138" y="14344"/>
                    <a:pt x="6505" y="14210"/>
                  </a:cubicBezTo>
                  <a:cubicBezTo>
                    <a:pt x="8506" y="13507"/>
                    <a:pt x="10535" y="13079"/>
                    <a:pt x="12604" y="13079"/>
                  </a:cubicBezTo>
                  <a:close/>
                  <a:moveTo>
                    <a:pt x="51630" y="14918"/>
                  </a:moveTo>
                  <a:cubicBezTo>
                    <a:pt x="52135" y="14918"/>
                    <a:pt x="52637" y="14926"/>
                    <a:pt x="53138" y="14944"/>
                  </a:cubicBezTo>
                  <a:cubicBezTo>
                    <a:pt x="53505" y="14944"/>
                    <a:pt x="54072" y="15645"/>
                    <a:pt x="54072" y="16045"/>
                  </a:cubicBezTo>
                  <a:cubicBezTo>
                    <a:pt x="54072" y="16412"/>
                    <a:pt x="53538" y="17012"/>
                    <a:pt x="53105" y="17146"/>
                  </a:cubicBezTo>
                  <a:cubicBezTo>
                    <a:pt x="52171" y="17446"/>
                    <a:pt x="51170" y="17513"/>
                    <a:pt x="50169" y="17646"/>
                  </a:cubicBezTo>
                  <a:cubicBezTo>
                    <a:pt x="49235" y="17446"/>
                    <a:pt x="48268" y="17346"/>
                    <a:pt x="47401" y="17012"/>
                  </a:cubicBezTo>
                  <a:cubicBezTo>
                    <a:pt x="47034" y="16879"/>
                    <a:pt x="46633" y="16312"/>
                    <a:pt x="46567" y="15912"/>
                  </a:cubicBezTo>
                  <a:cubicBezTo>
                    <a:pt x="46533" y="15645"/>
                    <a:pt x="47134" y="15078"/>
                    <a:pt x="47467" y="15078"/>
                  </a:cubicBezTo>
                  <a:cubicBezTo>
                    <a:pt x="48859" y="14980"/>
                    <a:pt x="50251" y="14918"/>
                    <a:pt x="51630" y="14918"/>
                  </a:cubicBezTo>
                  <a:close/>
                  <a:moveTo>
                    <a:pt x="30824" y="12316"/>
                  </a:moveTo>
                  <a:cubicBezTo>
                    <a:pt x="32472" y="12316"/>
                    <a:pt x="34123" y="12616"/>
                    <a:pt x="35759" y="13210"/>
                  </a:cubicBezTo>
                  <a:cubicBezTo>
                    <a:pt x="36193" y="13343"/>
                    <a:pt x="36660" y="13977"/>
                    <a:pt x="36693" y="14377"/>
                  </a:cubicBezTo>
                  <a:cubicBezTo>
                    <a:pt x="36693" y="14911"/>
                    <a:pt x="36426" y="15678"/>
                    <a:pt x="36026" y="15978"/>
                  </a:cubicBezTo>
                  <a:cubicBezTo>
                    <a:pt x="34191" y="17379"/>
                    <a:pt x="31990" y="17346"/>
                    <a:pt x="29755" y="17780"/>
                  </a:cubicBezTo>
                  <a:cubicBezTo>
                    <a:pt x="28254" y="17313"/>
                    <a:pt x="26719" y="16979"/>
                    <a:pt x="25285" y="16379"/>
                  </a:cubicBezTo>
                  <a:cubicBezTo>
                    <a:pt x="24751" y="16145"/>
                    <a:pt x="24217" y="15278"/>
                    <a:pt x="24217" y="14711"/>
                  </a:cubicBezTo>
                  <a:cubicBezTo>
                    <a:pt x="24217" y="14244"/>
                    <a:pt x="24951" y="13610"/>
                    <a:pt x="25518" y="13377"/>
                  </a:cubicBezTo>
                  <a:cubicBezTo>
                    <a:pt x="27268" y="12666"/>
                    <a:pt x="29044" y="12316"/>
                    <a:pt x="30824" y="12316"/>
                  </a:cubicBezTo>
                  <a:close/>
                  <a:moveTo>
                    <a:pt x="20181" y="0"/>
                  </a:moveTo>
                  <a:cubicBezTo>
                    <a:pt x="19614" y="0"/>
                    <a:pt x="19247" y="200"/>
                    <a:pt x="19047" y="868"/>
                  </a:cubicBezTo>
                  <a:cubicBezTo>
                    <a:pt x="18480" y="3002"/>
                    <a:pt x="16979" y="4437"/>
                    <a:pt x="15211" y="5571"/>
                  </a:cubicBezTo>
                  <a:cubicBezTo>
                    <a:pt x="13610" y="6605"/>
                    <a:pt x="11909" y="7539"/>
                    <a:pt x="10341" y="8606"/>
                  </a:cubicBezTo>
                  <a:cubicBezTo>
                    <a:pt x="7339" y="10641"/>
                    <a:pt x="4370" y="12709"/>
                    <a:pt x="1468" y="14844"/>
                  </a:cubicBezTo>
                  <a:cubicBezTo>
                    <a:pt x="0" y="15945"/>
                    <a:pt x="100" y="16846"/>
                    <a:pt x="1835" y="17546"/>
                  </a:cubicBezTo>
                  <a:cubicBezTo>
                    <a:pt x="3236" y="18113"/>
                    <a:pt x="4770" y="18514"/>
                    <a:pt x="6305" y="18614"/>
                  </a:cubicBezTo>
                  <a:cubicBezTo>
                    <a:pt x="11808" y="18947"/>
                    <a:pt x="17346" y="19247"/>
                    <a:pt x="22883" y="19347"/>
                  </a:cubicBezTo>
                  <a:cubicBezTo>
                    <a:pt x="25596" y="19381"/>
                    <a:pt x="28309" y="19392"/>
                    <a:pt x="31022" y="19392"/>
                  </a:cubicBezTo>
                  <a:cubicBezTo>
                    <a:pt x="36448" y="19392"/>
                    <a:pt x="41874" y="19347"/>
                    <a:pt x="47300" y="19347"/>
                  </a:cubicBezTo>
                  <a:cubicBezTo>
                    <a:pt x="47300" y="19281"/>
                    <a:pt x="47300" y="19247"/>
                    <a:pt x="47300" y="19181"/>
                  </a:cubicBezTo>
                  <a:cubicBezTo>
                    <a:pt x="50203" y="18981"/>
                    <a:pt x="53105" y="18914"/>
                    <a:pt x="56007" y="18614"/>
                  </a:cubicBezTo>
                  <a:cubicBezTo>
                    <a:pt x="57408" y="18447"/>
                    <a:pt x="58809" y="18080"/>
                    <a:pt x="60110" y="17546"/>
                  </a:cubicBezTo>
                  <a:cubicBezTo>
                    <a:pt x="61811" y="16812"/>
                    <a:pt x="61911" y="15912"/>
                    <a:pt x="60443" y="14844"/>
                  </a:cubicBezTo>
                  <a:cubicBezTo>
                    <a:pt x="57474" y="12643"/>
                    <a:pt x="54439" y="10541"/>
                    <a:pt x="51370" y="8473"/>
                  </a:cubicBezTo>
                  <a:cubicBezTo>
                    <a:pt x="49669" y="7306"/>
                    <a:pt x="47834" y="6305"/>
                    <a:pt x="46133" y="5137"/>
                  </a:cubicBezTo>
                  <a:cubicBezTo>
                    <a:pt x="44732" y="4203"/>
                    <a:pt x="43531" y="3069"/>
                    <a:pt x="43097" y="1401"/>
                  </a:cubicBezTo>
                  <a:cubicBezTo>
                    <a:pt x="43064" y="1201"/>
                    <a:pt x="42997" y="1034"/>
                    <a:pt x="42931" y="868"/>
                  </a:cubicBezTo>
                  <a:cubicBezTo>
                    <a:pt x="42597" y="234"/>
                    <a:pt x="42097" y="67"/>
                    <a:pt x="41396" y="67"/>
                  </a:cubicBezTo>
                  <a:cubicBezTo>
                    <a:pt x="41196" y="67"/>
                    <a:pt x="40963" y="67"/>
                    <a:pt x="40729" y="100"/>
                  </a:cubicBezTo>
                  <a:cubicBezTo>
                    <a:pt x="37327" y="401"/>
                    <a:pt x="33891" y="667"/>
                    <a:pt x="30488" y="667"/>
                  </a:cubicBezTo>
                  <a:cubicBezTo>
                    <a:pt x="27153" y="667"/>
                    <a:pt x="23784" y="301"/>
                    <a:pt x="20481" y="34"/>
                  </a:cubicBezTo>
                  <a:cubicBezTo>
                    <a:pt x="20381" y="34"/>
                    <a:pt x="20281" y="0"/>
                    <a:pt x="20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6"/>
            <p:cNvSpPr/>
            <p:nvPr/>
          </p:nvSpPr>
          <p:spPr>
            <a:xfrm>
              <a:off x="2543563" y="3830488"/>
              <a:ext cx="39550" cy="41313"/>
            </a:xfrm>
            <a:custGeom>
              <a:rect b="b" l="l" r="r" t="t"/>
              <a:pathLst>
                <a:path extrusionOk="0" h="3305" w="3164">
                  <a:moveTo>
                    <a:pt x="1595" y="0"/>
                  </a:moveTo>
                  <a:cubicBezTo>
                    <a:pt x="883" y="0"/>
                    <a:pt x="0" y="1188"/>
                    <a:pt x="61" y="2070"/>
                  </a:cubicBezTo>
                  <a:cubicBezTo>
                    <a:pt x="128" y="3104"/>
                    <a:pt x="962" y="3270"/>
                    <a:pt x="1696" y="3304"/>
                  </a:cubicBezTo>
                  <a:cubicBezTo>
                    <a:pt x="1716" y="3305"/>
                    <a:pt x="1736" y="3305"/>
                    <a:pt x="1756" y="3305"/>
                  </a:cubicBezTo>
                  <a:cubicBezTo>
                    <a:pt x="2671" y="3305"/>
                    <a:pt x="2869" y="2548"/>
                    <a:pt x="3163" y="1503"/>
                  </a:cubicBezTo>
                  <a:cubicBezTo>
                    <a:pt x="2696" y="1002"/>
                    <a:pt x="2363" y="235"/>
                    <a:pt x="1796" y="35"/>
                  </a:cubicBezTo>
                  <a:cubicBezTo>
                    <a:pt x="1731" y="11"/>
                    <a:pt x="1664" y="0"/>
                    <a:pt x="1595" y="0"/>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6"/>
            <p:cNvSpPr/>
            <p:nvPr/>
          </p:nvSpPr>
          <p:spPr>
            <a:xfrm>
              <a:off x="2613538" y="3499425"/>
              <a:ext cx="104675" cy="39938"/>
            </a:xfrm>
            <a:custGeom>
              <a:rect b="b" l="l" r="r" t="t"/>
              <a:pathLst>
                <a:path extrusionOk="0" h="3195" w="8374">
                  <a:moveTo>
                    <a:pt x="4203" y="1"/>
                  </a:moveTo>
                  <a:cubicBezTo>
                    <a:pt x="3203" y="101"/>
                    <a:pt x="2169" y="234"/>
                    <a:pt x="1135" y="268"/>
                  </a:cubicBezTo>
                  <a:cubicBezTo>
                    <a:pt x="267" y="301"/>
                    <a:pt x="167" y="835"/>
                    <a:pt x="267" y="1469"/>
                  </a:cubicBezTo>
                  <a:cubicBezTo>
                    <a:pt x="367" y="2102"/>
                    <a:pt x="0" y="3136"/>
                    <a:pt x="1201" y="3170"/>
                  </a:cubicBezTo>
                  <a:cubicBezTo>
                    <a:pt x="2202" y="3186"/>
                    <a:pt x="3211" y="3195"/>
                    <a:pt x="4224" y="3195"/>
                  </a:cubicBezTo>
                  <a:cubicBezTo>
                    <a:pt x="5238" y="3195"/>
                    <a:pt x="6255" y="3186"/>
                    <a:pt x="7272" y="3170"/>
                  </a:cubicBezTo>
                  <a:cubicBezTo>
                    <a:pt x="8373" y="3136"/>
                    <a:pt x="8073" y="2169"/>
                    <a:pt x="8140" y="1535"/>
                  </a:cubicBezTo>
                  <a:cubicBezTo>
                    <a:pt x="8206" y="935"/>
                    <a:pt x="8240" y="301"/>
                    <a:pt x="7339" y="268"/>
                  </a:cubicBezTo>
                  <a:cubicBezTo>
                    <a:pt x="6305" y="234"/>
                    <a:pt x="5271" y="101"/>
                    <a:pt x="4203"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6"/>
            <p:cNvSpPr/>
            <p:nvPr/>
          </p:nvSpPr>
          <p:spPr>
            <a:xfrm>
              <a:off x="2518475" y="3616288"/>
              <a:ext cx="294800" cy="432713"/>
            </a:xfrm>
            <a:custGeom>
              <a:rect b="b" l="l" r="r" t="t"/>
              <a:pathLst>
                <a:path extrusionOk="0" h="34617" w="23584">
                  <a:moveTo>
                    <a:pt x="3603" y="16037"/>
                  </a:moveTo>
                  <a:cubicBezTo>
                    <a:pt x="4803" y="16037"/>
                    <a:pt x="5737" y="17171"/>
                    <a:pt x="5704" y="18572"/>
                  </a:cubicBezTo>
                  <a:cubicBezTo>
                    <a:pt x="5704" y="20140"/>
                    <a:pt x="4470" y="21307"/>
                    <a:pt x="2869" y="21307"/>
                  </a:cubicBezTo>
                  <a:cubicBezTo>
                    <a:pt x="1735" y="21307"/>
                    <a:pt x="934" y="20373"/>
                    <a:pt x="934" y="19172"/>
                  </a:cubicBezTo>
                  <a:cubicBezTo>
                    <a:pt x="967" y="17438"/>
                    <a:pt x="2135" y="16070"/>
                    <a:pt x="3603" y="16037"/>
                  </a:cubicBezTo>
                  <a:close/>
                  <a:moveTo>
                    <a:pt x="11792" y="0"/>
                  </a:moveTo>
                  <a:cubicBezTo>
                    <a:pt x="9482" y="0"/>
                    <a:pt x="7172" y="42"/>
                    <a:pt x="4870" y="125"/>
                  </a:cubicBezTo>
                  <a:cubicBezTo>
                    <a:pt x="1935" y="225"/>
                    <a:pt x="1735" y="626"/>
                    <a:pt x="1368" y="3194"/>
                  </a:cubicBezTo>
                  <a:cubicBezTo>
                    <a:pt x="867" y="7097"/>
                    <a:pt x="534" y="11033"/>
                    <a:pt x="367" y="14969"/>
                  </a:cubicBezTo>
                  <a:cubicBezTo>
                    <a:pt x="133" y="20573"/>
                    <a:pt x="100" y="26144"/>
                    <a:pt x="33" y="31715"/>
                  </a:cubicBezTo>
                  <a:lnTo>
                    <a:pt x="0" y="31881"/>
                  </a:lnTo>
                  <a:cubicBezTo>
                    <a:pt x="0" y="32749"/>
                    <a:pt x="133" y="33583"/>
                    <a:pt x="167" y="34617"/>
                  </a:cubicBezTo>
                  <a:lnTo>
                    <a:pt x="23450" y="34617"/>
                  </a:lnTo>
                  <a:cubicBezTo>
                    <a:pt x="23517" y="33516"/>
                    <a:pt x="23584" y="32615"/>
                    <a:pt x="23584" y="31715"/>
                  </a:cubicBezTo>
                  <a:lnTo>
                    <a:pt x="23584" y="31548"/>
                  </a:lnTo>
                  <a:cubicBezTo>
                    <a:pt x="23517" y="26678"/>
                    <a:pt x="23483" y="21808"/>
                    <a:pt x="23283" y="16971"/>
                  </a:cubicBezTo>
                  <a:cubicBezTo>
                    <a:pt x="23050" y="12401"/>
                    <a:pt x="22750" y="7797"/>
                    <a:pt x="22249" y="3261"/>
                  </a:cubicBezTo>
                  <a:cubicBezTo>
                    <a:pt x="21949" y="626"/>
                    <a:pt x="21716" y="225"/>
                    <a:pt x="18713" y="125"/>
                  </a:cubicBezTo>
                  <a:cubicBezTo>
                    <a:pt x="16412" y="42"/>
                    <a:pt x="14102" y="0"/>
                    <a:pt x="11792" y="0"/>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6"/>
            <p:cNvSpPr/>
            <p:nvPr/>
          </p:nvSpPr>
          <p:spPr>
            <a:xfrm>
              <a:off x="2806175" y="3598663"/>
              <a:ext cx="47550" cy="448675"/>
            </a:xfrm>
            <a:custGeom>
              <a:rect b="b" l="l" r="r" t="t"/>
              <a:pathLst>
                <a:path extrusionOk="0" h="35894" w="3804">
                  <a:moveTo>
                    <a:pt x="1768" y="1"/>
                  </a:moveTo>
                  <a:cubicBezTo>
                    <a:pt x="1201" y="635"/>
                    <a:pt x="534" y="1235"/>
                    <a:pt x="167" y="2002"/>
                  </a:cubicBezTo>
                  <a:cubicBezTo>
                    <a:pt x="0" y="2403"/>
                    <a:pt x="367" y="3103"/>
                    <a:pt x="467" y="3670"/>
                  </a:cubicBezTo>
                  <a:cubicBezTo>
                    <a:pt x="601" y="4404"/>
                    <a:pt x="734" y="5138"/>
                    <a:pt x="768" y="5905"/>
                  </a:cubicBezTo>
                  <a:cubicBezTo>
                    <a:pt x="1035" y="11643"/>
                    <a:pt x="1301" y="17380"/>
                    <a:pt x="1535" y="23117"/>
                  </a:cubicBezTo>
                  <a:cubicBezTo>
                    <a:pt x="1602" y="25252"/>
                    <a:pt x="1535" y="27387"/>
                    <a:pt x="1535" y="29555"/>
                  </a:cubicBezTo>
                  <a:lnTo>
                    <a:pt x="1535" y="33125"/>
                  </a:lnTo>
                  <a:lnTo>
                    <a:pt x="1535" y="35893"/>
                  </a:lnTo>
                  <a:cubicBezTo>
                    <a:pt x="2302" y="35827"/>
                    <a:pt x="2969" y="35793"/>
                    <a:pt x="3803" y="35726"/>
                  </a:cubicBezTo>
                  <a:cubicBezTo>
                    <a:pt x="3269" y="23785"/>
                    <a:pt x="2736" y="11943"/>
                    <a:pt x="2202" y="101"/>
                  </a:cubicBezTo>
                  <a:cubicBezTo>
                    <a:pt x="2069" y="68"/>
                    <a:pt x="1902" y="34"/>
                    <a:pt x="1768"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6"/>
            <p:cNvSpPr/>
            <p:nvPr/>
          </p:nvSpPr>
          <p:spPr>
            <a:xfrm>
              <a:off x="2478863" y="3599913"/>
              <a:ext cx="48788" cy="446963"/>
            </a:xfrm>
            <a:custGeom>
              <a:rect b="b" l="l" r="r" t="t"/>
              <a:pathLst>
                <a:path extrusionOk="0" h="35757" w="3903">
                  <a:moveTo>
                    <a:pt x="2035" y="1"/>
                  </a:moveTo>
                  <a:cubicBezTo>
                    <a:pt x="1868" y="34"/>
                    <a:pt x="1735" y="34"/>
                    <a:pt x="1568" y="68"/>
                  </a:cubicBezTo>
                  <a:cubicBezTo>
                    <a:pt x="1034" y="11876"/>
                    <a:pt x="500" y="23718"/>
                    <a:pt x="0" y="35526"/>
                  </a:cubicBezTo>
                  <a:cubicBezTo>
                    <a:pt x="717" y="35663"/>
                    <a:pt x="1203" y="35757"/>
                    <a:pt x="1535" y="35757"/>
                  </a:cubicBezTo>
                  <a:cubicBezTo>
                    <a:pt x="2254" y="35757"/>
                    <a:pt x="2246" y="35317"/>
                    <a:pt x="2268" y="33925"/>
                  </a:cubicBezTo>
                  <a:cubicBezTo>
                    <a:pt x="2268" y="33692"/>
                    <a:pt x="2268" y="33458"/>
                    <a:pt x="2268" y="33191"/>
                  </a:cubicBezTo>
                  <a:cubicBezTo>
                    <a:pt x="2335" y="25953"/>
                    <a:pt x="2402" y="18714"/>
                    <a:pt x="2569" y="11476"/>
                  </a:cubicBezTo>
                  <a:cubicBezTo>
                    <a:pt x="2635" y="8841"/>
                    <a:pt x="2769" y="6105"/>
                    <a:pt x="3403" y="3537"/>
                  </a:cubicBezTo>
                  <a:cubicBezTo>
                    <a:pt x="3903" y="1702"/>
                    <a:pt x="3002" y="968"/>
                    <a:pt x="2035"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6"/>
            <p:cNvSpPr/>
            <p:nvPr/>
          </p:nvSpPr>
          <p:spPr>
            <a:xfrm>
              <a:off x="2497625" y="3582400"/>
              <a:ext cx="334000" cy="31288"/>
            </a:xfrm>
            <a:custGeom>
              <a:rect b="b" l="l" r="r" t="t"/>
              <a:pathLst>
                <a:path extrusionOk="0" h="2503" w="26720">
                  <a:moveTo>
                    <a:pt x="0" y="1"/>
                  </a:moveTo>
                  <a:cubicBezTo>
                    <a:pt x="400" y="368"/>
                    <a:pt x="767" y="701"/>
                    <a:pt x="1101" y="1002"/>
                  </a:cubicBezTo>
                  <a:cubicBezTo>
                    <a:pt x="1635" y="1535"/>
                    <a:pt x="2068" y="1902"/>
                    <a:pt x="2335" y="2169"/>
                  </a:cubicBezTo>
                  <a:cubicBezTo>
                    <a:pt x="4437" y="1902"/>
                    <a:pt x="6138" y="1535"/>
                    <a:pt x="7839" y="1469"/>
                  </a:cubicBezTo>
                  <a:cubicBezTo>
                    <a:pt x="8292" y="1457"/>
                    <a:pt x="8744" y="1453"/>
                    <a:pt x="9197" y="1453"/>
                  </a:cubicBezTo>
                  <a:cubicBezTo>
                    <a:pt x="11165" y="1453"/>
                    <a:pt x="13134" y="1540"/>
                    <a:pt x="15103" y="1540"/>
                  </a:cubicBezTo>
                  <a:cubicBezTo>
                    <a:pt x="15350" y="1540"/>
                    <a:pt x="15598" y="1538"/>
                    <a:pt x="15845" y="1535"/>
                  </a:cubicBezTo>
                  <a:cubicBezTo>
                    <a:pt x="17064" y="1535"/>
                    <a:pt x="18289" y="1433"/>
                    <a:pt x="19500" y="1433"/>
                  </a:cubicBezTo>
                  <a:cubicBezTo>
                    <a:pt x="21138" y="1433"/>
                    <a:pt x="22750" y="1620"/>
                    <a:pt x="24284" y="2503"/>
                  </a:cubicBezTo>
                  <a:cubicBezTo>
                    <a:pt x="24818" y="2002"/>
                    <a:pt x="25318" y="1535"/>
                    <a:pt x="25819" y="1068"/>
                  </a:cubicBezTo>
                  <a:cubicBezTo>
                    <a:pt x="26119" y="802"/>
                    <a:pt x="26419" y="535"/>
                    <a:pt x="26719" y="268"/>
                  </a:cubicBezTo>
                  <a:lnTo>
                    <a:pt x="26552" y="1"/>
                  </a:ln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6"/>
            <p:cNvSpPr/>
            <p:nvPr/>
          </p:nvSpPr>
          <p:spPr>
            <a:xfrm>
              <a:off x="2085663" y="3989913"/>
              <a:ext cx="285213" cy="102450"/>
            </a:xfrm>
            <a:custGeom>
              <a:rect b="b" l="l" r="r" t="t"/>
              <a:pathLst>
                <a:path extrusionOk="0" h="8196" w="22817">
                  <a:moveTo>
                    <a:pt x="1122" y="1"/>
                  </a:moveTo>
                  <a:cubicBezTo>
                    <a:pt x="853" y="1"/>
                    <a:pt x="532" y="65"/>
                    <a:pt x="0" y="90"/>
                  </a:cubicBezTo>
                  <a:cubicBezTo>
                    <a:pt x="667" y="1925"/>
                    <a:pt x="1268" y="3693"/>
                    <a:pt x="1902" y="5427"/>
                  </a:cubicBezTo>
                  <a:cubicBezTo>
                    <a:pt x="2102" y="5994"/>
                    <a:pt x="2335" y="6595"/>
                    <a:pt x="2535" y="7162"/>
                  </a:cubicBezTo>
                  <a:cubicBezTo>
                    <a:pt x="2636" y="7462"/>
                    <a:pt x="3203" y="7729"/>
                    <a:pt x="3570" y="7762"/>
                  </a:cubicBezTo>
                  <a:cubicBezTo>
                    <a:pt x="5504" y="7962"/>
                    <a:pt x="7439" y="8196"/>
                    <a:pt x="9374" y="8196"/>
                  </a:cubicBezTo>
                  <a:cubicBezTo>
                    <a:pt x="12910" y="8129"/>
                    <a:pt x="16445" y="7929"/>
                    <a:pt x="19981" y="7762"/>
                  </a:cubicBezTo>
                  <a:cubicBezTo>
                    <a:pt x="20215" y="7729"/>
                    <a:pt x="20548" y="7529"/>
                    <a:pt x="20615" y="7329"/>
                  </a:cubicBezTo>
                  <a:cubicBezTo>
                    <a:pt x="21349" y="5260"/>
                    <a:pt x="22016" y="3159"/>
                    <a:pt x="22817" y="757"/>
                  </a:cubicBezTo>
                  <a:cubicBezTo>
                    <a:pt x="21439" y="624"/>
                    <a:pt x="20065" y="578"/>
                    <a:pt x="18695" y="578"/>
                  </a:cubicBezTo>
                  <a:cubicBezTo>
                    <a:pt x="15484" y="578"/>
                    <a:pt x="12296" y="833"/>
                    <a:pt x="9136" y="833"/>
                  </a:cubicBezTo>
                  <a:cubicBezTo>
                    <a:pt x="6526" y="833"/>
                    <a:pt x="3936" y="659"/>
                    <a:pt x="1368" y="23"/>
                  </a:cubicBezTo>
                  <a:cubicBezTo>
                    <a:pt x="1288" y="7"/>
                    <a:pt x="1208" y="1"/>
                    <a:pt x="1122"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6"/>
            <p:cNvSpPr/>
            <p:nvPr/>
          </p:nvSpPr>
          <p:spPr>
            <a:xfrm>
              <a:off x="2961700" y="3989363"/>
              <a:ext cx="285213" cy="102613"/>
            </a:xfrm>
            <a:custGeom>
              <a:rect b="b" l="l" r="r" t="t"/>
              <a:pathLst>
                <a:path extrusionOk="0" h="8209" w="22817">
                  <a:moveTo>
                    <a:pt x="22817" y="1"/>
                  </a:moveTo>
                  <a:lnTo>
                    <a:pt x="22817" y="1"/>
                  </a:lnTo>
                  <a:cubicBezTo>
                    <a:pt x="21683" y="101"/>
                    <a:pt x="20949" y="134"/>
                    <a:pt x="20215" y="201"/>
                  </a:cubicBezTo>
                  <a:cubicBezTo>
                    <a:pt x="18514" y="401"/>
                    <a:pt x="16846" y="801"/>
                    <a:pt x="15145" y="801"/>
                  </a:cubicBezTo>
                  <a:cubicBezTo>
                    <a:pt x="14875" y="804"/>
                    <a:pt x="14604" y="805"/>
                    <a:pt x="14334" y="805"/>
                  </a:cubicBezTo>
                  <a:cubicBezTo>
                    <a:pt x="11068" y="805"/>
                    <a:pt x="7800" y="632"/>
                    <a:pt x="4504" y="601"/>
                  </a:cubicBezTo>
                  <a:cubicBezTo>
                    <a:pt x="3070" y="601"/>
                    <a:pt x="1635" y="734"/>
                    <a:pt x="1" y="835"/>
                  </a:cubicBezTo>
                  <a:cubicBezTo>
                    <a:pt x="768" y="3170"/>
                    <a:pt x="1402" y="5104"/>
                    <a:pt x="2035" y="7072"/>
                  </a:cubicBezTo>
                  <a:cubicBezTo>
                    <a:pt x="2191" y="7600"/>
                    <a:pt x="2490" y="7810"/>
                    <a:pt x="3041" y="7810"/>
                  </a:cubicBezTo>
                  <a:cubicBezTo>
                    <a:pt x="3082" y="7810"/>
                    <a:pt x="3125" y="7809"/>
                    <a:pt x="3170" y="7806"/>
                  </a:cubicBezTo>
                  <a:cubicBezTo>
                    <a:pt x="3769" y="7793"/>
                    <a:pt x="4374" y="7779"/>
                    <a:pt x="4977" y="7779"/>
                  </a:cubicBezTo>
                  <a:cubicBezTo>
                    <a:pt x="5852" y="7779"/>
                    <a:pt x="6724" y="7808"/>
                    <a:pt x="7573" y="7906"/>
                  </a:cubicBezTo>
                  <a:cubicBezTo>
                    <a:pt x="9385" y="8108"/>
                    <a:pt x="11190" y="8208"/>
                    <a:pt x="12994" y="8208"/>
                  </a:cubicBezTo>
                  <a:cubicBezTo>
                    <a:pt x="15076" y="8208"/>
                    <a:pt x="17157" y="8074"/>
                    <a:pt x="19248" y="7806"/>
                  </a:cubicBezTo>
                  <a:cubicBezTo>
                    <a:pt x="19615" y="7739"/>
                    <a:pt x="20148" y="7473"/>
                    <a:pt x="20248" y="7206"/>
                  </a:cubicBezTo>
                  <a:cubicBezTo>
                    <a:pt x="20515" y="6472"/>
                    <a:pt x="20782" y="5738"/>
                    <a:pt x="21049" y="5004"/>
                  </a:cubicBezTo>
                  <a:cubicBezTo>
                    <a:pt x="21516" y="3703"/>
                    <a:pt x="21983" y="2369"/>
                    <a:pt x="22483" y="968"/>
                  </a:cubicBezTo>
                  <a:cubicBezTo>
                    <a:pt x="22583" y="668"/>
                    <a:pt x="22717" y="334"/>
                    <a:pt x="22817" y="1"/>
                  </a:cubicBezTo>
                  <a:close/>
                </a:path>
              </a:pathLst>
            </a:cu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6"/>
            <p:cNvSpPr/>
            <p:nvPr/>
          </p:nvSpPr>
          <p:spPr>
            <a:xfrm>
              <a:off x="2935438" y="3817163"/>
              <a:ext cx="349425" cy="168038"/>
            </a:xfrm>
            <a:custGeom>
              <a:rect b="b" l="l" r="r" t="t"/>
              <a:pathLst>
                <a:path extrusionOk="0" h="13443" w="27954">
                  <a:moveTo>
                    <a:pt x="15912" y="0"/>
                  </a:moveTo>
                  <a:cubicBezTo>
                    <a:pt x="15445" y="0"/>
                    <a:pt x="15011" y="334"/>
                    <a:pt x="14877" y="934"/>
                  </a:cubicBezTo>
                  <a:cubicBezTo>
                    <a:pt x="14729" y="1507"/>
                    <a:pt x="14473" y="1729"/>
                    <a:pt x="14126" y="1729"/>
                  </a:cubicBezTo>
                  <a:cubicBezTo>
                    <a:pt x="13927" y="1729"/>
                    <a:pt x="13698" y="1656"/>
                    <a:pt x="13443" y="1534"/>
                  </a:cubicBezTo>
                  <a:cubicBezTo>
                    <a:pt x="13229" y="1449"/>
                    <a:pt x="13021" y="1401"/>
                    <a:pt x="12834" y="1401"/>
                  </a:cubicBezTo>
                  <a:cubicBezTo>
                    <a:pt x="12438" y="1401"/>
                    <a:pt x="12133" y="1614"/>
                    <a:pt x="12042" y="2135"/>
                  </a:cubicBezTo>
                  <a:cubicBezTo>
                    <a:pt x="11909" y="2802"/>
                    <a:pt x="11875" y="3536"/>
                    <a:pt x="11942" y="4236"/>
                  </a:cubicBezTo>
                  <a:cubicBezTo>
                    <a:pt x="12015" y="4964"/>
                    <a:pt x="11911" y="5251"/>
                    <a:pt x="11465" y="5251"/>
                  </a:cubicBezTo>
                  <a:cubicBezTo>
                    <a:pt x="11298" y="5251"/>
                    <a:pt x="11081" y="5210"/>
                    <a:pt x="10808" y="5137"/>
                  </a:cubicBezTo>
                  <a:cubicBezTo>
                    <a:pt x="10475" y="5059"/>
                    <a:pt x="10038" y="4969"/>
                    <a:pt x="9674" y="4969"/>
                  </a:cubicBezTo>
                  <a:cubicBezTo>
                    <a:pt x="9418" y="4969"/>
                    <a:pt x="9197" y="5013"/>
                    <a:pt x="9073" y="5137"/>
                  </a:cubicBezTo>
                  <a:cubicBezTo>
                    <a:pt x="8590" y="5583"/>
                    <a:pt x="8158" y="5885"/>
                    <a:pt x="7715" y="5885"/>
                  </a:cubicBezTo>
                  <a:cubicBezTo>
                    <a:pt x="7363" y="5885"/>
                    <a:pt x="7003" y="5695"/>
                    <a:pt x="6605" y="5237"/>
                  </a:cubicBezTo>
                  <a:cubicBezTo>
                    <a:pt x="6471" y="5404"/>
                    <a:pt x="6371" y="5504"/>
                    <a:pt x="6305" y="5604"/>
                  </a:cubicBezTo>
                  <a:cubicBezTo>
                    <a:pt x="5827" y="6313"/>
                    <a:pt x="5593" y="6663"/>
                    <a:pt x="5370" y="6663"/>
                  </a:cubicBezTo>
                  <a:cubicBezTo>
                    <a:pt x="5142" y="6663"/>
                    <a:pt x="4926" y="6296"/>
                    <a:pt x="4470" y="5571"/>
                  </a:cubicBezTo>
                  <a:cubicBezTo>
                    <a:pt x="4247" y="5219"/>
                    <a:pt x="3687" y="4868"/>
                    <a:pt x="3288" y="4868"/>
                  </a:cubicBezTo>
                  <a:cubicBezTo>
                    <a:pt x="3270" y="4868"/>
                    <a:pt x="3253" y="4869"/>
                    <a:pt x="3236" y="4870"/>
                  </a:cubicBezTo>
                  <a:cubicBezTo>
                    <a:pt x="2869" y="4904"/>
                    <a:pt x="2369" y="5404"/>
                    <a:pt x="2202" y="5804"/>
                  </a:cubicBezTo>
                  <a:cubicBezTo>
                    <a:pt x="1954" y="6410"/>
                    <a:pt x="1751" y="6948"/>
                    <a:pt x="1069" y="6948"/>
                  </a:cubicBezTo>
                  <a:cubicBezTo>
                    <a:pt x="925" y="6948"/>
                    <a:pt x="759" y="6924"/>
                    <a:pt x="567" y="6872"/>
                  </a:cubicBezTo>
                  <a:lnTo>
                    <a:pt x="567" y="6872"/>
                  </a:lnTo>
                  <a:cubicBezTo>
                    <a:pt x="601" y="7372"/>
                    <a:pt x="567" y="7672"/>
                    <a:pt x="634" y="7906"/>
                  </a:cubicBezTo>
                  <a:cubicBezTo>
                    <a:pt x="934" y="8840"/>
                    <a:pt x="1535" y="9774"/>
                    <a:pt x="200" y="10474"/>
                  </a:cubicBezTo>
                  <a:cubicBezTo>
                    <a:pt x="0" y="10574"/>
                    <a:pt x="0" y="11375"/>
                    <a:pt x="134" y="11809"/>
                  </a:cubicBezTo>
                  <a:cubicBezTo>
                    <a:pt x="367" y="12642"/>
                    <a:pt x="1935" y="13443"/>
                    <a:pt x="2836" y="13443"/>
                  </a:cubicBezTo>
                  <a:cubicBezTo>
                    <a:pt x="5704" y="13376"/>
                    <a:pt x="8573" y="13443"/>
                    <a:pt x="11442" y="13343"/>
                  </a:cubicBezTo>
                  <a:cubicBezTo>
                    <a:pt x="14844" y="13243"/>
                    <a:pt x="18280" y="13076"/>
                    <a:pt x="21682" y="12843"/>
                  </a:cubicBezTo>
                  <a:cubicBezTo>
                    <a:pt x="22361" y="12788"/>
                    <a:pt x="23010" y="12652"/>
                    <a:pt x="23662" y="12652"/>
                  </a:cubicBezTo>
                  <a:cubicBezTo>
                    <a:pt x="24195" y="12652"/>
                    <a:pt x="24730" y="12743"/>
                    <a:pt x="25285" y="13043"/>
                  </a:cubicBezTo>
                  <a:cubicBezTo>
                    <a:pt x="25360" y="13087"/>
                    <a:pt x="25453" y="13106"/>
                    <a:pt x="25557" y="13106"/>
                  </a:cubicBezTo>
                  <a:cubicBezTo>
                    <a:pt x="26010" y="13106"/>
                    <a:pt x="26686" y="12747"/>
                    <a:pt x="27120" y="12476"/>
                  </a:cubicBezTo>
                  <a:cubicBezTo>
                    <a:pt x="27520" y="12209"/>
                    <a:pt x="27687" y="11575"/>
                    <a:pt x="27953" y="11141"/>
                  </a:cubicBezTo>
                  <a:cubicBezTo>
                    <a:pt x="27386" y="10875"/>
                    <a:pt x="26786" y="10641"/>
                    <a:pt x="26252" y="10307"/>
                  </a:cubicBezTo>
                  <a:cubicBezTo>
                    <a:pt x="25985" y="10141"/>
                    <a:pt x="25585" y="9674"/>
                    <a:pt x="25618" y="9574"/>
                  </a:cubicBezTo>
                  <a:cubicBezTo>
                    <a:pt x="26352" y="8073"/>
                    <a:pt x="25485" y="7572"/>
                    <a:pt x="24284" y="7139"/>
                  </a:cubicBezTo>
                  <a:cubicBezTo>
                    <a:pt x="24051" y="7072"/>
                    <a:pt x="23817" y="6438"/>
                    <a:pt x="23884" y="6171"/>
                  </a:cubicBezTo>
                  <a:cubicBezTo>
                    <a:pt x="24451" y="4470"/>
                    <a:pt x="24251" y="4236"/>
                    <a:pt x="22383" y="4103"/>
                  </a:cubicBezTo>
                  <a:cubicBezTo>
                    <a:pt x="22016" y="4070"/>
                    <a:pt x="21415" y="3669"/>
                    <a:pt x="21315" y="3336"/>
                  </a:cubicBezTo>
                  <a:cubicBezTo>
                    <a:pt x="20933" y="2093"/>
                    <a:pt x="20362" y="1484"/>
                    <a:pt x="19406" y="1484"/>
                  </a:cubicBezTo>
                  <a:cubicBezTo>
                    <a:pt x="19028" y="1484"/>
                    <a:pt x="18590" y="1579"/>
                    <a:pt x="18080" y="1768"/>
                  </a:cubicBezTo>
                  <a:cubicBezTo>
                    <a:pt x="17913" y="1568"/>
                    <a:pt x="17713" y="1368"/>
                    <a:pt x="17546" y="1168"/>
                  </a:cubicBezTo>
                  <a:cubicBezTo>
                    <a:pt x="17346" y="934"/>
                    <a:pt x="17179" y="634"/>
                    <a:pt x="16946" y="434"/>
                  </a:cubicBezTo>
                  <a:cubicBezTo>
                    <a:pt x="16612" y="133"/>
                    <a:pt x="16245" y="0"/>
                    <a:pt x="15912" y="0"/>
                  </a:cubicBezTo>
                  <a:close/>
                </a:path>
              </a:pathLst>
            </a:custGeom>
            <a:solidFill>
              <a:srgbClr val="BE4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6"/>
            <p:cNvSpPr/>
            <p:nvPr/>
          </p:nvSpPr>
          <p:spPr>
            <a:xfrm>
              <a:off x="2046725" y="3817138"/>
              <a:ext cx="350000" cy="167838"/>
            </a:xfrm>
            <a:custGeom>
              <a:rect b="b" l="l" r="r" t="t"/>
              <a:pathLst>
                <a:path extrusionOk="0" h="13427" w="28000">
                  <a:moveTo>
                    <a:pt x="12296" y="1"/>
                  </a:moveTo>
                  <a:cubicBezTo>
                    <a:pt x="12113" y="1"/>
                    <a:pt x="11927" y="38"/>
                    <a:pt x="11755" y="102"/>
                  </a:cubicBezTo>
                  <a:cubicBezTo>
                    <a:pt x="11254" y="269"/>
                    <a:pt x="10854" y="736"/>
                    <a:pt x="10487" y="1136"/>
                  </a:cubicBezTo>
                  <a:cubicBezTo>
                    <a:pt x="10246" y="1425"/>
                    <a:pt x="10092" y="1714"/>
                    <a:pt x="9749" y="1714"/>
                  </a:cubicBezTo>
                  <a:cubicBezTo>
                    <a:pt x="9617" y="1714"/>
                    <a:pt x="9457" y="1672"/>
                    <a:pt x="9253" y="1570"/>
                  </a:cubicBezTo>
                  <a:cubicBezTo>
                    <a:pt x="9073" y="1473"/>
                    <a:pt x="8868" y="1429"/>
                    <a:pt x="8654" y="1429"/>
                  </a:cubicBezTo>
                  <a:cubicBezTo>
                    <a:pt x="7836" y="1429"/>
                    <a:pt x="6897" y="2070"/>
                    <a:pt x="6818" y="2837"/>
                  </a:cubicBezTo>
                  <a:cubicBezTo>
                    <a:pt x="6727" y="3957"/>
                    <a:pt x="6170" y="4143"/>
                    <a:pt x="5345" y="4143"/>
                  </a:cubicBezTo>
                  <a:cubicBezTo>
                    <a:pt x="5260" y="4143"/>
                    <a:pt x="5173" y="4141"/>
                    <a:pt x="5083" y="4138"/>
                  </a:cubicBezTo>
                  <a:cubicBezTo>
                    <a:pt x="3949" y="4138"/>
                    <a:pt x="3449" y="4839"/>
                    <a:pt x="3983" y="5773"/>
                  </a:cubicBezTo>
                  <a:cubicBezTo>
                    <a:pt x="4550" y="6840"/>
                    <a:pt x="4083" y="7107"/>
                    <a:pt x="3215" y="7374"/>
                  </a:cubicBezTo>
                  <a:cubicBezTo>
                    <a:pt x="2448" y="7608"/>
                    <a:pt x="1814" y="8108"/>
                    <a:pt x="2215" y="9042"/>
                  </a:cubicBezTo>
                  <a:cubicBezTo>
                    <a:pt x="2648" y="10009"/>
                    <a:pt x="2381" y="10276"/>
                    <a:pt x="1381" y="10376"/>
                  </a:cubicBezTo>
                  <a:cubicBezTo>
                    <a:pt x="880" y="10443"/>
                    <a:pt x="147" y="11010"/>
                    <a:pt x="113" y="11444"/>
                  </a:cubicBezTo>
                  <a:cubicBezTo>
                    <a:pt x="0" y="12177"/>
                    <a:pt x="1438" y="13149"/>
                    <a:pt x="2349" y="13149"/>
                  </a:cubicBezTo>
                  <a:cubicBezTo>
                    <a:pt x="2515" y="13149"/>
                    <a:pt x="2663" y="13117"/>
                    <a:pt x="2782" y="13045"/>
                  </a:cubicBezTo>
                  <a:cubicBezTo>
                    <a:pt x="3369" y="12712"/>
                    <a:pt x="3945" y="12586"/>
                    <a:pt x="4530" y="12586"/>
                  </a:cubicBezTo>
                  <a:cubicBezTo>
                    <a:pt x="4941" y="12586"/>
                    <a:pt x="5357" y="12648"/>
                    <a:pt x="5784" y="12745"/>
                  </a:cubicBezTo>
                  <a:cubicBezTo>
                    <a:pt x="8275" y="13278"/>
                    <a:pt x="10780" y="13426"/>
                    <a:pt x="13300" y="13426"/>
                  </a:cubicBezTo>
                  <a:cubicBezTo>
                    <a:pt x="14561" y="13426"/>
                    <a:pt x="15824" y="13389"/>
                    <a:pt x="17092" y="13345"/>
                  </a:cubicBezTo>
                  <a:cubicBezTo>
                    <a:pt x="17537" y="13328"/>
                    <a:pt x="17981" y="13322"/>
                    <a:pt x="18426" y="13322"/>
                  </a:cubicBezTo>
                  <a:cubicBezTo>
                    <a:pt x="19983" y="13322"/>
                    <a:pt x="21540" y="13401"/>
                    <a:pt x="23096" y="13401"/>
                  </a:cubicBezTo>
                  <a:cubicBezTo>
                    <a:pt x="23763" y="13401"/>
                    <a:pt x="24431" y="13387"/>
                    <a:pt x="25098" y="13345"/>
                  </a:cubicBezTo>
                  <a:cubicBezTo>
                    <a:pt x="25998" y="13312"/>
                    <a:pt x="26932" y="12644"/>
                    <a:pt x="27700" y="12044"/>
                  </a:cubicBezTo>
                  <a:cubicBezTo>
                    <a:pt x="28000" y="11811"/>
                    <a:pt x="28000" y="10576"/>
                    <a:pt x="27800" y="10476"/>
                  </a:cubicBezTo>
                  <a:cubicBezTo>
                    <a:pt x="26432" y="9776"/>
                    <a:pt x="27099" y="8875"/>
                    <a:pt x="27333" y="8008"/>
                  </a:cubicBezTo>
                  <a:cubicBezTo>
                    <a:pt x="27433" y="7708"/>
                    <a:pt x="27399" y="7374"/>
                    <a:pt x="27399" y="7074"/>
                  </a:cubicBezTo>
                  <a:lnTo>
                    <a:pt x="27399" y="7074"/>
                  </a:lnTo>
                  <a:cubicBezTo>
                    <a:pt x="27266" y="7141"/>
                    <a:pt x="27166" y="7207"/>
                    <a:pt x="27032" y="7274"/>
                  </a:cubicBezTo>
                  <a:cubicBezTo>
                    <a:pt x="26632" y="6740"/>
                    <a:pt x="26232" y="6207"/>
                    <a:pt x="25798" y="5740"/>
                  </a:cubicBezTo>
                  <a:cubicBezTo>
                    <a:pt x="25531" y="5406"/>
                    <a:pt x="25164" y="4872"/>
                    <a:pt x="24831" y="4872"/>
                  </a:cubicBezTo>
                  <a:cubicBezTo>
                    <a:pt x="24397" y="4872"/>
                    <a:pt x="23797" y="5172"/>
                    <a:pt x="23563" y="5539"/>
                  </a:cubicBezTo>
                  <a:cubicBezTo>
                    <a:pt x="23093" y="6227"/>
                    <a:pt x="22868" y="6578"/>
                    <a:pt x="22629" y="6578"/>
                  </a:cubicBezTo>
                  <a:cubicBezTo>
                    <a:pt x="22393" y="6578"/>
                    <a:pt x="22142" y="6236"/>
                    <a:pt x="21629" y="5539"/>
                  </a:cubicBezTo>
                  <a:cubicBezTo>
                    <a:pt x="21562" y="5439"/>
                    <a:pt x="21462" y="5406"/>
                    <a:pt x="21395" y="5306"/>
                  </a:cubicBezTo>
                  <a:cubicBezTo>
                    <a:pt x="21328" y="5406"/>
                    <a:pt x="21295" y="5506"/>
                    <a:pt x="21262" y="5606"/>
                  </a:cubicBezTo>
                  <a:cubicBezTo>
                    <a:pt x="20880" y="5629"/>
                    <a:pt x="20407" y="5757"/>
                    <a:pt x="20058" y="5757"/>
                  </a:cubicBezTo>
                  <a:cubicBezTo>
                    <a:pt x="19888" y="5757"/>
                    <a:pt x="19748" y="5727"/>
                    <a:pt x="19660" y="5639"/>
                  </a:cubicBezTo>
                  <a:cubicBezTo>
                    <a:pt x="19147" y="5126"/>
                    <a:pt x="18659" y="4866"/>
                    <a:pt x="18111" y="4866"/>
                  </a:cubicBezTo>
                  <a:cubicBezTo>
                    <a:pt x="17768" y="4866"/>
                    <a:pt x="17402" y="4967"/>
                    <a:pt x="16992" y="5172"/>
                  </a:cubicBezTo>
                  <a:cubicBezTo>
                    <a:pt x="16806" y="5270"/>
                    <a:pt x="16647" y="5316"/>
                    <a:pt x="16516" y="5316"/>
                  </a:cubicBezTo>
                  <a:cubicBezTo>
                    <a:pt x="16155" y="5316"/>
                    <a:pt x="16000" y="4968"/>
                    <a:pt x="16025" y="4405"/>
                  </a:cubicBezTo>
                  <a:cubicBezTo>
                    <a:pt x="16058" y="3805"/>
                    <a:pt x="16091" y="3238"/>
                    <a:pt x="16025" y="2637"/>
                  </a:cubicBezTo>
                  <a:cubicBezTo>
                    <a:pt x="15976" y="1816"/>
                    <a:pt x="15770" y="1449"/>
                    <a:pt x="15255" y="1449"/>
                  </a:cubicBezTo>
                  <a:cubicBezTo>
                    <a:pt x="15058" y="1449"/>
                    <a:pt x="14818" y="1502"/>
                    <a:pt x="14523" y="1603"/>
                  </a:cubicBezTo>
                  <a:cubicBezTo>
                    <a:pt x="14289" y="1675"/>
                    <a:pt x="14079" y="1718"/>
                    <a:pt x="13898" y="1718"/>
                  </a:cubicBezTo>
                  <a:cubicBezTo>
                    <a:pt x="13488" y="1718"/>
                    <a:pt x="13225" y="1495"/>
                    <a:pt x="13156" y="869"/>
                  </a:cubicBezTo>
                  <a:cubicBezTo>
                    <a:pt x="13089" y="369"/>
                    <a:pt x="12889" y="135"/>
                    <a:pt x="12589" y="35"/>
                  </a:cubicBezTo>
                  <a:cubicBezTo>
                    <a:pt x="12494" y="12"/>
                    <a:pt x="12396" y="1"/>
                    <a:pt x="12296" y="1"/>
                  </a:cubicBezTo>
                  <a:close/>
                </a:path>
              </a:pathLst>
            </a:custGeom>
            <a:solidFill>
              <a:srgbClr val="BE4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6"/>
            <p:cNvSpPr/>
            <p:nvPr/>
          </p:nvSpPr>
          <p:spPr>
            <a:xfrm>
              <a:off x="2099425" y="3315550"/>
              <a:ext cx="252275" cy="402800"/>
            </a:xfrm>
            <a:custGeom>
              <a:rect b="b" l="l" r="r" t="t"/>
              <a:pathLst>
                <a:path extrusionOk="0" h="32224" w="20182">
                  <a:moveTo>
                    <a:pt x="9707" y="0"/>
                  </a:moveTo>
                  <a:lnTo>
                    <a:pt x="9707" y="1601"/>
                  </a:lnTo>
                  <a:cubicBezTo>
                    <a:pt x="9674" y="4570"/>
                    <a:pt x="9674" y="7506"/>
                    <a:pt x="9640" y="10441"/>
                  </a:cubicBezTo>
                  <a:cubicBezTo>
                    <a:pt x="9640" y="11876"/>
                    <a:pt x="9440" y="12109"/>
                    <a:pt x="8039" y="12209"/>
                  </a:cubicBezTo>
                  <a:cubicBezTo>
                    <a:pt x="6605" y="12276"/>
                    <a:pt x="5170" y="12343"/>
                    <a:pt x="3736" y="12376"/>
                  </a:cubicBezTo>
                  <a:cubicBezTo>
                    <a:pt x="3336" y="12387"/>
                    <a:pt x="2932" y="12391"/>
                    <a:pt x="2523" y="12391"/>
                  </a:cubicBezTo>
                  <a:cubicBezTo>
                    <a:pt x="1705" y="12391"/>
                    <a:pt x="867" y="12376"/>
                    <a:pt x="0" y="12376"/>
                  </a:cubicBezTo>
                  <a:lnTo>
                    <a:pt x="0" y="14477"/>
                  </a:lnTo>
                  <a:cubicBezTo>
                    <a:pt x="1449" y="14477"/>
                    <a:pt x="2876" y="14499"/>
                    <a:pt x="4299" y="14499"/>
                  </a:cubicBezTo>
                  <a:cubicBezTo>
                    <a:pt x="5367" y="14499"/>
                    <a:pt x="6433" y="14487"/>
                    <a:pt x="7505" y="14444"/>
                  </a:cubicBezTo>
                  <a:cubicBezTo>
                    <a:pt x="7703" y="14436"/>
                    <a:pt x="7880" y="14431"/>
                    <a:pt x="8040" y="14431"/>
                  </a:cubicBezTo>
                  <a:cubicBezTo>
                    <a:pt x="9208" y="14431"/>
                    <a:pt x="9440" y="14704"/>
                    <a:pt x="9440" y="16112"/>
                  </a:cubicBezTo>
                  <a:cubicBezTo>
                    <a:pt x="9373" y="19581"/>
                    <a:pt x="9273" y="23050"/>
                    <a:pt x="9240" y="26519"/>
                  </a:cubicBezTo>
                  <a:cubicBezTo>
                    <a:pt x="9207" y="28421"/>
                    <a:pt x="9240" y="30322"/>
                    <a:pt x="9240" y="32223"/>
                  </a:cubicBezTo>
                  <a:lnTo>
                    <a:pt x="11241" y="32223"/>
                  </a:lnTo>
                  <a:cubicBezTo>
                    <a:pt x="11241" y="29221"/>
                    <a:pt x="11241" y="26319"/>
                    <a:pt x="11208" y="23417"/>
                  </a:cubicBezTo>
                  <a:cubicBezTo>
                    <a:pt x="11208" y="21282"/>
                    <a:pt x="11141" y="19147"/>
                    <a:pt x="11175" y="16979"/>
                  </a:cubicBezTo>
                  <a:cubicBezTo>
                    <a:pt x="11175" y="16345"/>
                    <a:pt x="11108" y="15378"/>
                    <a:pt x="12075" y="15278"/>
                  </a:cubicBezTo>
                  <a:cubicBezTo>
                    <a:pt x="12690" y="15235"/>
                    <a:pt x="13305" y="15223"/>
                    <a:pt x="13917" y="15223"/>
                  </a:cubicBezTo>
                  <a:cubicBezTo>
                    <a:pt x="14733" y="15223"/>
                    <a:pt x="15545" y="15245"/>
                    <a:pt x="16345" y="15245"/>
                  </a:cubicBezTo>
                  <a:cubicBezTo>
                    <a:pt x="16768" y="15233"/>
                    <a:pt x="17190" y="15230"/>
                    <a:pt x="17614" y="15230"/>
                  </a:cubicBezTo>
                  <a:cubicBezTo>
                    <a:pt x="18461" y="15230"/>
                    <a:pt x="19314" y="15245"/>
                    <a:pt x="20181" y="15245"/>
                  </a:cubicBezTo>
                  <a:lnTo>
                    <a:pt x="20181" y="14110"/>
                  </a:lnTo>
                  <a:cubicBezTo>
                    <a:pt x="20181" y="12440"/>
                    <a:pt x="20181" y="12409"/>
                    <a:pt x="18662" y="12409"/>
                  </a:cubicBezTo>
                  <a:cubicBezTo>
                    <a:pt x="18604" y="12409"/>
                    <a:pt x="18543" y="12409"/>
                    <a:pt x="18480" y="12409"/>
                  </a:cubicBezTo>
                  <a:cubicBezTo>
                    <a:pt x="17746" y="12409"/>
                    <a:pt x="17012" y="12415"/>
                    <a:pt x="16278" y="12415"/>
                  </a:cubicBezTo>
                  <a:cubicBezTo>
                    <a:pt x="15178" y="12415"/>
                    <a:pt x="14077" y="12403"/>
                    <a:pt x="12976" y="12343"/>
                  </a:cubicBezTo>
                  <a:cubicBezTo>
                    <a:pt x="11108" y="12242"/>
                    <a:pt x="11108" y="12176"/>
                    <a:pt x="11108" y="10274"/>
                  </a:cubicBezTo>
                  <a:cubicBezTo>
                    <a:pt x="11108" y="6839"/>
                    <a:pt x="11108" y="3436"/>
                    <a:pt x="11108" y="0"/>
                  </a:cubicBezTo>
                  <a:close/>
                </a:path>
              </a:pathLst>
            </a:custGeom>
            <a:solidFill>
              <a:srgbClr val="BE4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6"/>
            <p:cNvSpPr/>
            <p:nvPr/>
          </p:nvSpPr>
          <p:spPr>
            <a:xfrm>
              <a:off x="2979213" y="3315963"/>
              <a:ext cx="253950" cy="402800"/>
            </a:xfrm>
            <a:custGeom>
              <a:rect b="b" l="l" r="r" t="t"/>
              <a:pathLst>
                <a:path extrusionOk="0" h="32224" w="20316">
                  <a:moveTo>
                    <a:pt x="9174" y="1"/>
                  </a:moveTo>
                  <a:cubicBezTo>
                    <a:pt x="9174" y="3670"/>
                    <a:pt x="9174" y="7239"/>
                    <a:pt x="9174" y="10842"/>
                  </a:cubicBezTo>
                  <a:cubicBezTo>
                    <a:pt x="9174" y="11742"/>
                    <a:pt x="8907" y="12243"/>
                    <a:pt x="7906" y="12276"/>
                  </a:cubicBezTo>
                  <a:cubicBezTo>
                    <a:pt x="6072" y="12276"/>
                    <a:pt x="4237" y="12343"/>
                    <a:pt x="2402" y="12376"/>
                  </a:cubicBezTo>
                  <a:cubicBezTo>
                    <a:pt x="1" y="12443"/>
                    <a:pt x="1" y="12443"/>
                    <a:pt x="167" y="14911"/>
                  </a:cubicBezTo>
                  <a:cubicBezTo>
                    <a:pt x="167" y="14978"/>
                    <a:pt x="234" y="15045"/>
                    <a:pt x="334" y="15212"/>
                  </a:cubicBezTo>
                  <a:cubicBezTo>
                    <a:pt x="2603" y="15212"/>
                    <a:pt x="4938" y="15212"/>
                    <a:pt x="7239" y="15245"/>
                  </a:cubicBezTo>
                  <a:cubicBezTo>
                    <a:pt x="8907" y="15245"/>
                    <a:pt x="9040" y="15378"/>
                    <a:pt x="9141" y="17080"/>
                  </a:cubicBezTo>
                  <a:cubicBezTo>
                    <a:pt x="9207" y="17980"/>
                    <a:pt x="9174" y="18914"/>
                    <a:pt x="9174" y="19815"/>
                  </a:cubicBezTo>
                  <a:cubicBezTo>
                    <a:pt x="9074" y="23518"/>
                    <a:pt x="9007" y="27220"/>
                    <a:pt x="8907" y="30923"/>
                  </a:cubicBezTo>
                  <a:cubicBezTo>
                    <a:pt x="8907" y="31356"/>
                    <a:pt x="8907" y="31757"/>
                    <a:pt x="8907" y="32224"/>
                  </a:cubicBezTo>
                  <a:lnTo>
                    <a:pt x="11109" y="32224"/>
                  </a:lnTo>
                  <a:cubicBezTo>
                    <a:pt x="11109" y="31723"/>
                    <a:pt x="11109" y="31256"/>
                    <a:pt x="11109" y="30789"/>
                  </a:cubicBezTo>
                  <a:cubicBezTo>
                    <a:pt x="11009" y="25786"/>
                    <a:pt x="10942" y="20816"/>
                    <a:pt x="10842" y="15845"/>
                  </a:cubicBezTo>
                  <a:cubicBezTo>
                    <a:pt x="10842" y="14905"/>
                    <a:pt x="11125" y="14343"/>
                    <a:pt x="12122" y="14343"/>
                  </a:cubicBezTo>
                  <a:cubicBezTo>
                    <a:pt x="12150" y="14343"/>
                    <a:pt x="12180" y="14343"/>
                    <a:pt x="12209" y="14344"/>
                  </a:cubicBezTo>
                  <a:cubicBezTo>
                    <a:pt x="13108" y="14399"/>
                    <a:pt x="14007" y="14453"/>
                    <a:pt x="14924" y="14453"/>
                  </a:cubicBezTo>
                  <a:cubicBezTo>
                    <a:pt x="15130" y="14453"/>
                    <a:pt x="15337" y="14450"/>
                    <a:pt x="15545" y="14444"/>
                  </a:cubicBezTo>
                  <a:cubicBezTo>
                    <a:pt x="17146" y="14411"/>
                    <a:pt x="18747" y="14311"/>
                    <a:pt x="20315" y="14211"/>
                  </a:cubicBezTo>
                  <a:lnTo>
                    <a:pt x="20315" y="12209"/>
                  </a:lnTo>
                  <a:cubicBezTo>
                    <a:pt x="18790" y="12209"/>
                    <a:pt x="17287" y="12231"/>
                    <a:pt x="15800" y="12231"/>
                  </a:cubicBezTo>
                  <a:cubicBezTo>
                    <a:pt x="14684" y="12231"/>
                    <a:pt x="13577" y="12219"/>
                    <a:pt x="12476" y="12176"/>
                  </a:cubicBezTo>
                  <a:cubicBezTo>
                    <a:pt x="10708" y="12109"/>
                    <a:pt x="10642" y="11876"/>
                    <a:pt x="10642" y="10041"/>
                  </a:cubicBezTo>
                  <a:cubicBezTo>
                    <a:pt x="10642" y="7106"/>
                    <a:pt x="10608" y="4170"/>
                    <a:pt x="10608" y="1202"/>
                  </a:cubicBezTo>
                  <a:cubicBezTo>
                    <a:pt x="10608" y="801"/>
                    <a:pt x="10508" y="368"/>
                    <a:pt x="10475" y="1"/>
                  </a:cubicBezTo>
                  <a:close/>
                </a:path>
              </a:pathLst>
            </a:custGeom>
            <a:solidFill>
              <a:srgbClr val="BE4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6"/>
            <p:cNvSpPr/>
            <p:nvPr/>
          </p:nvSpPr>
          <p:spPr>
            <a:xfrm>
              <a:off x="2249525" y="3516113"/>
              <a:ext cx="106338" cy="203488"/>
            </a:xfrm>
            <a:custGeom>
              <a:rect b="b" l="l" r="r" t="t"/>
              <a:pathLst>
                <a:path extrusionOk="0" h="16279" w="8507">
                  <a:moveTo>
                    <a:pt x="1" y="0"/>
                  </a:moveTo>
                  <a:lnTo>
                    <a:pt x="1" y="16278"/>
                  </a:lnTo>
                  <a:cubicBezTo>
                    <a:pt x="2236" y="16178"/>
                    <a:pt x="4504" y="16045"/>
                    <a:pt x="6772" y="15945"/>
                  </a:cubicBezTo>
                  <a:cubicBezTo>
                    <a:pt x="7573" y="15912"/>
                    <a:pt x="7940" y="15511"/>
                    <a:pt x="8006" y="14677"/>
                  </a:cubicBezTo>
                  <a:cubicBezTo>
                    <a:pt x="8140" y="11542"/>
                    <a:pt x="8407" y="8373"/>
                    <a:pt x="8473" y="5237"/>
                  </a:cubicBezTo>
                  <a:cubicBezTo>
                    <a:pt x="8507" y="3536"/>
                    <a:pt x="8307" y="1835"/>
                    <a:pt x="8207" y="34"/>
                  </a:cubicBez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6"/>
            <p:cNvSpPr/>
            <p:nvPr/>
          </p:nvSpPr>
          <p:spPr>
            <a:xfrm>
              <a:off x="2097338" y="3502350"/>
              <a:ext cx="106750" cy="218913"/>
            </a:xfrm>
            <a:custGeom>
              <a:rect b="b" l="l" r="r" t="t"/>
              <a:pathLst>
                <a:path extrusionOk="0" h="17513" w="8540">
                  <a:moveTo>
                    <a:pt x="0" y="0"/>
                  </a:moveTo>
                  <a:lnTo>
                    <a:pt x="0" y="16612"/>
                  </a:lnTo>
                  <a:cubicBezTo>
                    <a:pt x="2902" y="16912"/>
                    <a:pt x="5604" y="17213"/>
                    <a:pt x="8540" y="17513"/>
                  </a:cubicBezTo>
                  <a:lnTo>
                    <a:pt x="8540" y="434"/>
                  </a:lnTo>
                  <a:cubicBezTo>
                    <a:pt x="5738" y="301"/>
                    <a:pt x="3002" y="167"/>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6"/>
            <p:cNvSpPr/>
            <p:nvPr/>
          </p:nvSpPr>
          <p:spPr>
            <a:xfrm>
              <a:off x="2099000" y="3315963"/>
              <a:ext cx="113425" cy="141788"/>
            </a:xfrm>
            <a:custGeom>
              <a:rect b="b" l="l" r="r" t="t"/>
              <a:pathLst>
                <a:path extrusionOk="0" h="11343" w="9074">
                  <a:moveTo>
                    <a:pt x="9074" y="1"/>
                  </a:moveTo>
                  <a:cubicBezTo>
                    <a:pt x="5872" y="167"/>
                    <a:pt x="2970" y="1135"/>
                    <a:pt x="701" y="3570"/>
                  </a:cubicBezTo>
                  <a:cubicBezTo>
                    <a:pt x="368" y="3903"/>
                    <a:pt x="67" y="4471"/>
                    <a:pt x="67" y="4938"/>
                  </a:cubicBezTo>
                  <a:cubicBezTo>
                    <a:pt x="1" y="6972"/>
                    <a:pt x="34" y="9040"/>
                    <a:pt x="34" y="11342"/>
                  </a:cubicBezTo>
                  <a:lnTo>
                    <a:pt x="9074" y="11342"/>
                  </a:lnTo>
                  <a:lnTo>
                    <a:pt x="907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6"/>
            <p:cNvSpPr/>
            <p:nvPr/>
          </p:nvSpPr>
          <p:spPr>
            <a:xfrm>
              <a:off x="2250775" y="3315963"/>
              <a:ext cx="102588" cy="142613"/>
            </a:xfrm>
            <a:custGeom>
              <a:rect b="b" l="l" r="r" t="t"/>
              <a:pathLst>
                <a:path extrusionOk="0" h="11409" w="8207">
                  <a:moveTo>
                    <a:pt x="1" y="1"/>
                  </a:moveTo>
                  <a:lnTo>
                    <a:pt x="1" y="11409"/>
                  </a:lnTo>
                  <a:lnTo>
                    <a:pt x="8207" y="11409"/>
                  </a:lnTo>
                  <a:cubicBezTo>
                    <a:pt x="7773" y="8573"/>
                    <a:pt x="7406" y="5972"/>
                    <a:pt x="6939" y="3403"/>
                  </a:cubicBezTo>
                  <a:cubicBezTo>
                    <a:pt x="6839" y="2936"/>
                    <a:pt x="6439" y="2502"/>
                    <a:pt x="6072" y="2169"/>
                  </a:cubicBezTo>
                  <a:cubicBezTo>
                    <a:pt x="4337" y="601"/>
                    <a:pt x="2069" y="468"/>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6"/>
            <p:cNvSpPr/>
            <p:nvPr/>
          </p:nvSpPr>
          <p:spPr>
            <a:xfrm>
              <a:off x="3117650" y="3315963"/>
              <a:ext cx="115513" cy="141363"/>
            </a:xfrm>
            <a:custGeom>
              <a:rect b="b" l="l" r="r" t="t"/>
              <a:pathLst>
                <a:path extrusionOk="0" h="11309" w="9241">
                  <a:moveTo>
                    <a:pt x="0" y="1"/>
                  </a:moveTo>
                  <a:cubicBezTo>
                    <a:pt x="134" y="3837"/>
                    <a:pt x="267" y="7639"/>
                    <a:pt x="367" y="11309"/>
                  </a:cubicBezTo>
                  <a:lnTo>
                    <a:pt x="9207" y="11309"/>
                  </a:lnTo>
                  <a:cubicBezTo>
                    <a:pt x="9207" y="9007"/>
                    <a:pt x="9240" y="6906"/>
                    <a:pt x="9173" y="4804"/>
                  </a:cubicBezTo>
                  <a:cubicBezTo>
                    <a:pt x="9140" y="4370"/>
                    <a:pt x="8873" y="3870"/>
                    <a:pt x="8573" y="3537"/>
                  </a:cubicBezTo>
                  <a:cubicBezTo>
                    <a:pt x="6271" y="1168"/>
                    <a:pt x="3369" y="167"/>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6"/>
            <p:cNvSpPr/>
            <p:nvPr/>
          </p:nvSpPr>
          <p:spPr>
            <a:xfrm>
              <a:off x="3128075" y="3502763"/>
              <a:ext cx="114675" cy="218500"/>
            </a:xfrm>
            <a:custGeom>
              <a:rect b="b" l="l" r="r" t="t"/>
              <a:pathLst>
                <a:path extrusionOk="0" h="17480" w="9174">
                  <a:moveTo>
                    <a:pt x="8506" y="1"/>
                  </a:moveTo>
                  <a:cubicBezTo>
                    <a:pt x="5571" y="134"/>
                    <a:pt x="2802" y="268"/>
                    <a:pt x="0" y="401"/>
                  </a:cubicBezTo>
                  <a:lnTo>
                    <a:pt x="0" y="17480"/>
                  </a:lnTo>
                  <a:cubicBezTo>
                    <a:pt x="2936" y="17180"/>
                    <a:pt x="5638" y="16879"/>
                    <a:pt x="8440" y="16579"/>
                  </a:cubicBezTo>
                  <a:cubicBezTo>
                    <a:pt x="9173" y="11009"/>
                    <a:pt x="8473" y="5505"/>
                    <a:pt x="85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6"/>
            <p:cNvSpPr/>
            <p:nvPr/>
          </p:nvSpPr>
          <p:spPr>
            <a:xfrm>
              <a:off x="2974213" y="3516113"/>
              <a:ext cx="108425" cy="203900"/>
            </a:xfrm>
            <a:custGeom>
              <a:rect b="b" l="l" r="r" t="t"/>
              <a:pathLst>
                <a:path extrusionOk="0" h="16312" w="8674">
                  <a:moveTo>
                    <a:pt x="534" y="0"/>
                  </a:moveTo>
                  <a:cubicBezTo>
                    <a:pt x="0" y="5070"/>
                    <a:pt x="67" y="9974"/>
                    <a:pt x="701" y="14844"/>
                  </a:cubicBezTo>
                  <a:cubicBezTo>
                    <a:pt x="801" y="15511"/>
                    <a:pt x="1101" y="15878"/>
                    <a:pt x="1735" y="15912"/>
                  </a:cubicBezTo>
                  <a:cubicBezTo>
                    <a:pt x="4070" y="16045"/>
                    <a:pt x="6405" y="16178"/>
                    <a:pt x="8673" y="16312"/>
                  </a:cubicBezTo>
                  <a:lnTo>
                    <a:pt x="867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6"/>
            <p:cNvSpPr/>
            <p:nvPr/>
          </p:nvSpPr>
          <p:spPr>
            <a:xfrm>
              <a:off x="2979638" y="3315550"/>
              <a:ext cx="101750" cy="143450"/>
            </a:xfrm>
            <a:custGeom>
              <a:rect b="b" l="l" r="r" t="t"/>
              <a:pathLst>
                <a:path extrusionOk="0" h="11476" w="8140">
                  <a:moveTo>
                    <a:pt x="8139" y="0"/>
                  </a:moveTo>
                  <a:cubicBezTo>
                    <a:pt x="6838" y="301"/>
                    <a:pt x="5571" y="567"/>
                    <a:pt x="4303" y="934"/>
                  </a:cubicBezTo>
                  <a:cubicBezTo>
                    <a:pt x="2168" y="1535"/>
                    <a:pt x="1234" y="2702"/>
                    <a:pt x="1001" y="4870"/>
                  </a:cubicBezTo>
                  <a:cubicBezTo>
                    <a:pt x="967" y="5137"/>
                    <a:pt x="901" y="5404"/>
                    <a:pt x="867" y="5671"/>
                  </a:cubicBezTo>
                  <a:cubicBezTo>
                    <a:pt x="567" y="7572"/>
                    <a:pt x="300" y="9440"/>
                    <a:pt x="0" y="11475"/>
                  </a:cubicBezTo>
                  <a:lnTo>
                    <a:pt x="8139" y="11475"/>
                  </a:lnTo>
                  <a:lnTo>
                    <a:pt x="813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6"/>
            <p:cNvSpPr/>
            <p:nvPr/>
          </p:nvSpPr>
          <p:spPr>
            <a:xfrm>
              <a:off x="1949725" y="3210475"/>
              <a:ext cx="1428950" cy="835613"/>
            </a:xfrm>
            <a:custGeom>
              <a:rect b="b" l="l" r="r" t="t"/>
              <a:pathLst>
                <a:path extrusionOk="0" h="66849" w="114316">
                  <a:moveTo>
                    <a:pt x="57321" y="22533"/>
                  </a:moveTo>
                  <a:cubicBezTo>
                    <a:pt x="58609" y="22533"/>
                    <a:pt x="59894" y="22550"/>
                    <a:pt x="61178" y="22583"/>
                  </a:cubicBezTo>
                  <a:cubicBezTo>
                    <a:pt x="62179" y="22617"/>
                    <a:pt x="62812" y="23184"/>
                    <a:pt x="62612" y="24318"/>
                  </a:cubicBezTo>
                  <a:cubicBezTo>
                    <a:pt x="62479" y="25152"/>
                    <a:pt x="62379" y="25986"/>
                    <a:pt x="62212" y="27086"/>
                  </a:cubicBezTo>
                  <a:lnTo>
                    <a:pt x="52405" y="27086"/>
                  </a:lnTo>
                  <a:cubicBezTo>
                    <a:pt x="52238" y="26052"/>
                    <a:pt x="52138" y="25152"/>
                    <a:pt x="52005" y="24284"/>
                  </a:cubicBezTo>
                  <a:cubicBezTo>
                    <a:pt x="51838" y="23150"/>
                    <a:pt x="52472" y="22617"/>
                    <a:pt x="53439" y="22583"/>
                  </a:cubicBezTo>
                  <a:cubicBezTo>
                    <a:pt x="54740" y="22550"/>
                    <a:pt x="56033" y="22533"/>
                    <a:pt x="57321" y="22533"/>
                  </a:cubicBezTo>
                  <a:close/>
                  <a:moveTo>
                    <a:pt x="22750" y="6782"/>
                  </a:moveTo>
                  <a:cubicBezTo>
                    <a:pt x="24826" y="6782"/>
                    <a:pt x="26811" y="7309"/>
                    <a:pt x="28755" y="7939"/>
                  </a:cubicBezTo>
                  <a:cubicBezTo>
                    <a:pt x="31623" y="8873"/>
                    <a:pt x="33058" y="11108"/>
                    <a:pt x="33191" y="14177"/>
                  </a:cubicBezTo>
                  <a:cubicBezTo>
                    <a:pt x="33391" y="18881"/>
                    <a:pt x="33725" y="23584"/>
                    <a:pt x="33792" y="28287"/>
                  </a:cubicBezTo>
                  <a:cubicBezTo>
                    <a:pt x="33825" y="31890"/>
                    <a:pt x="33625" y="35526"/>
                    <a:pt x="33358" y="39128"/>
                  </a:cubicBezTo>
                  <a:cubicBezTo>
                    <a:pt x="33225" y="41196"/>
                    <a:pt x="32858" y="41630"/>
                    <a:pt x="30823" y="41730"/>
                  </a:cubicBezTo>
                  <a:cubicBezTo>
                    <a:pt x="28265" y="41870"/>
                    <a:pt x="25706" y="41928"/>
                    <a:pt x="23148" y="41928"/>
                  </a:cubicBezTo>
                  <a:cubicBezTo>
                    <a:pt x="22037" y="41928"/>
                    <a:pt x="20926" y="41917"/>
                    <a:pt x="19815" y="41897"/>
                  </a:cubicBezTo>
                  <a:cubicBezTo>
                    <a:pt x="17146" y="41830"/>
                    <a:pt x="14445" y="41430"/>
                    <a:pt x="11743" y="41196"/>
                  </a:cubicBezTo>
                  <a:cubicBezTo>
                    <a:pt x="10942" y="41130"/>
                    <a:pt x="10675" y="40596"/>
                    <a:pt x="10642" y="39896"/>
                  </a:cubicBezTo>
                  <a:cubicBezTo>
                    <a:pt x="10542" y="36827"/>
                    <a:pt x="10408" y="33758"/>
                    <a:pt x="10275" y="30722"/>
                  </a:cubicBezTo>
                  <a:cubicBezTo>
                    <a:pt x="10342" y="30722"/>
                    <a:pt x="10375" y="30689"/>
                    <a:pt x="10408" y="30689"/>
                  </a:cubicBezTo>
                  <a:cubicBezTo>
                    <a:pt x="10575" y="27920"/>
                    <a:pt x="10775" y="25118"/>
                    <a:pt x="10842" y="22350"/>
                  </a:cubicBezTo>
                  <a:cubicBezTo>
                    <a:pt x="10875" y="21115"/>
                    <a:pt x="10608" y="19881"/>
                    <a:pt x="10642" y="18647"/>
                  </a:cubicBezTo>
                  <a:cubicBezTo>
                    <a:pt x="10675" y="16712"/>
                    <a:pt x="10675" y="14744"/>
                    <a:pt x="10975" y="12809"/>
                  </a:cubicBezTo>
                  <a:cubicBezTo>
                    <a:pt x="11109" y="11976"/>
                    <a:pt x="11743" y="11075"/>
                    <a:pt x="12343" y="10408"/>
                  </a:cubicBezTo>
                  <a:cubicBezTo>
                    <a:pt x="14678" y="7939"/>
                    <a:pt x="17847" y="7439"/>
                    <a:pt x="21049" y="6905"/>
                  </a:cubicBezTo>
                  <a:cubicBezTo>
                    <a:pt x="21623" y="6820"/>
                    <a:pt x="22190" y="6782"/>
                    <a:pt x="22750" y="6782"/>
                  </a:cubicBezTo>
                  <a:close/>
                  <a:moveTo>
                    <a:pt x="91844" y="6838"/>
                  </a:moveTo>
                  <a:cubicBezTo>
                    <a:pt x="93678" y="6838"/>
                    <a:pt x="95511" y="7130"/>
                    <a:pt x="97337" y="7672"/>
                  </a:cubicBezTo>
                  <a:cubicBezTo>
                    <a:pt x="98404" y="7973"/>
                    <a:pt x="99439" y="8440"/>
                    <a:pt x="100439" y="8940"/>
                  </a:cubicBezTo>
                  <a:cubicBezTo>
                    <a:pt x="103375" y="10408"/>
                    <a:pt x="103975" y="13076"/>
                    <a:pt x="104008" y="16045"/>
                  </a:cubicBezTo>
                  <a:cubicBezTo>
                    <a:pt x="104075" y="22683"/>
                    <a:pt x="104175" y="29321"/>
                    <a:pt x="104242" y="35993"/>
                  </a:cubicBezTo>
                  <a:cubicBezTo>
                    <a:pt x="104242" y="37294"/>
                    <a:pt x="104142" y="38628"/>
                    <a:pt x="103942" y="39896"/>
                  </a:cubicBezTo>
                  <a:cubicBezTo>
                    <a:pt x="103875" y="40363"/>
                    <a:pt x="103341" y="41096"/>
                    <a:pt x="102974" y="41130"/>
                  </a:cubicBezTo>
                  <a:cubicBezTo>
                    <a:pt x="98972" y="41530"/>
                    <a:pt x="94969" y="41830"/>
                    <a:pt x="90966" y="42164"/>
                  </a:cubicBezTo>
                  <a:cubicBezTo>
                    <a:pt x="90966" y="42030"/>
                    <a:pt x="90966" y="41864"/>
                    <a:pt x="90932" y="41730"/>
                  </a:cubicBezTo>
                  <a:cubicBezTo>
                    <a:pt x="89455" y="41730"/>
                    <a:pt x="87964" y="41781"/>
                    <a:pt x="86468" y="41781"/>
                  </a:cubicBezTo>
                  <a:cubicBezTo>
                    <a:pt x="85534" y="41781"/>
                    <a:pt x="84597" y="41761"/>
                    <a:pt x="83661" y="41697"/>
                  </a:cubicBezTo>
                  <a:cubicBezTo>
                    <a:pt x="81759" y="41563"/>
                    <a:pt x="81392" y="41196"/>
                    <a:pt x="81259" y="39228"/>
                  </a:cubicBezTo>
                  <a:cubicBezTo>
                    <a:pt x="81025" y="35359"/>
                    <a:pt x="80859" y="31456"/>
                    <a:pt x="80892" y="27553"/>
                  </a:cubicBezTo>
                  <a:cubicBezTo>
                    <a:pt x="80925" y="23484"/>
                    <a:pt x="81192" y="19414"/>
                    <a:pt x="81459" y="15378"/>
                  </a:cubicBezTo>
                  <a:cubicBezTo>
                    <a:pt x="81526" y="13977"/>
                    <a:pt x="81659" y="12509"/>
                    <a:pt x="82126" y="11175"/>
                  </a:cubicBezTo>
                  <a:cubicBezTo>
                    <a:pt x="82727" y="9274"/>
                    <a:pt x="84461" y="8440"/>
                    <a:pt x="86196" y="7806"/>
                  </a:cubicBezTo>
                  <a:cubicBezTo>
                    <a:pt x="88073" y="7146"/>
                    <a:pt x="89958" y="6838"/>
                    <a:pt x="91844" y="6838"/>
                  </a:cubicBezTo>
                  <a:close/>
                  <a:moveTo>
                    <a:pt x="3203" y="0"/>
                  </a:moveTo>
                  <a:cubicBezTo>
                    <a:pt x="2970" y="0"/>
                    <a:pt x="2770" y="100"/>
                    <a:pt x="2536" y="134"/>
                  </a:cubicBezTo>
                  <a:cubicBezTo>
                    <a:pt x="2503" y="367"/>
                    <a:pt x="2469" y="501"/>
                    <a:pt x="2469" y="667"/>
                  </a:cubicBezTo>
                  <a:cubicBezTo>
                    <a:pt x="2169" y="10141"/>
                    <a:pt x="1836" y="19648"/>
                    <a:pt x="1535" y="29121"/>
                  </a:cubicBezTo>
                  <a:cubicBezTo>
                    <a:pt x="1369" y="33391"/>
                    <a:pt x="1268" y="37661"/>
                    <a:pt x="1002" y="41897"/>
                  </a:cubicBezTo>
                  <a:cubicBezTo>
                    <a:pt x="468" y="49502"/>
                    <a:pt x="1" y="57108"/>
                    <a:pt x="601" y="64747"/>
                  </a:cubicBezTo>
                  <a:cubicBezTo>
                    <a:pt x="635" y="65447"/>
                    <a:pt x="868" y="65847"/>
                    <a:pt x="1569" y="65981"/>
                  </a:cubicBezTo>
                  <a:cubicBezTo>
                    <a:pt x="3976" y="66457"/>
                    <a:pt x="6402" y="66802"/>
                    <a:pt x="8918" y="66802"/>
                  </a:cubicBezTo>
                  <a:cubicBezTo>
                    <a:pt x="9749" y="66802"/>
                    <a:pt x="10589" y="66764"/>
                    <a:pt x="11442" y="66681"/>
                  </a:cubicBezTo>
                  <a:cubicBezTo>
                    <a:pt x="11109" y="65280"/>
                    <a:pt x="10775" y="63913"/>
                    <a:pt x="10442" y="62545"/>
                  </a:cubicBezTo>
                  <a:cubicBezTo>
                    <a:pt x="10442" y="62512"/>
                    <a:pt x="10408" y="62445"/>
                    <a:pt x="10408" y="62412"/>
                  </a:cubicBezTo>
                  <a:cubicBezTo>
                    <a:pt x="10297" y="62424"/>
                    <a:pt x="10185" y="62430"/>
                    <a:pt x="10073" y="62430"/>
                  </a:cubicBezTo>
                  <a:cubicBezTo>
                    <a:pt x="8701" y="62430"/>
                    <a:pt x="7281" y="61515"/>
                    <a:pt x="6973" y="60344"/>
                  </a:cubicBezTo>
                  <a:cubicBezTo>
                    <a:pt x="6572" y="58742"/>
                    <a:pt x="7973" y="58375"/>
                    <a:pt x="9007" y="57775"/>
                  </a:cubicBezTo>
                  <a:cubicBezTo>
                    <a:pt x="8440" y="56107"/>
                    <a:pt x="9608" y="55473"/>
                    <a:pt x="10742" y="54873"/>
                  </a:cubicBezTo>
                  <a:cubicBezTo>
                    <a:pt x="10442" y="52605"/>
                    <a:pt x="10542" y="52438"/>
                    <a:pt x="12643" y="51504"/>
                  </a:cubicBezTo>
                  <a:cubicBezTo>
                    <a:pt x="12877" y="51404"/>
                    <a:pt x="13077" y="51170"/>
                    <a:pt x="13177" y="50970"/>
                  </a:cubicBezTo>
                  <a:cubicBezTo>
                    <a:pt x="13818" y="49621"/>
                    <a:pt x="14709" y="48946"/>
                    <a:pt x="15800" y="48946"/>
                  </a:cubicBezTo>
                  <a:cubicBezTo>
                    <a:pt x="16355" y="48946"/>
                    <a:pt x="16962" y="49121"/>
                    <a:pt x="17613" y="49469"/>
                  </a:cubicBezTo>
                  <a:cubicBezTo>
                    <a:pt x="18498" y="48454"/>
                    <a:pt x="19220" y="47947"/>
                    <a:pt x="19923" y="47947"/>
                  </a:cubicBezTo>
                  <a:cubicBezTo>
                    <a:pt x="20121" y="47947"/>
                    <a:pt x="20317" y="47987"/>
                    <a:pt x="20516" y="48068"/>
                  </a:cubicBezTo>
                  <a:cubicBezTo>
                    <a:pt x="20916" y="48235"/>
                    <a:pt x="21283" y="48535"/>
                    <a:pt x="21716" y="49002"/>
                  </a:cubicBezTo>
                  <a:cubicBezTo>
                    <a:pt x="22205" y="48725"/>
                    <a:pt x="22733" y="48560"/>
                    <a:pt x="23227" y="48560"/>
                  </a:cubicBezTo>
                  <a:cubicBezTo>
                    <a:pt x="23745" y="48560"/>
                    <a:pt x="24226" y="48742"/>
                    <a:pt x="24585" y="49169"/>
                  </a:cubicBezTo>
                  <a:cubicBezTo>
                    <a:pt x="25186" y="49903"/>
                    <a:pt x="25286" y="51037"/>
                    <a:pt x="25586" y="51937"/>
                  </a:cubicBezTo>
                  <a:cubicBezTo>
                    <a:pt x="26420" y="52304"/>
                    <a:pt x="27387" y="52705"/>
                    <a:pt x="28354" y="53138"/>
                  </a:cubicBezTo>
                  <a:lnTo>
                    <a:pt x="30122" y="53138"/>
                  </a:lnTo>
                  <a:cubicBezTo>
                    <a:pt x="30751" y="52464"/>
                    <a:pt x="31557" y="51838"/>
                    <a:pt x="32418" y="51838"/>
                  </a:cubicBezTo>
                  <a:cubicBezTo>
                    <a:pt x="32791" y="51838"/>
                    <a:pt x="33175" y="51955"/>
                    <a:pt x="33558" y="52238"/>
                  </a:cubicBezTo>
                  <a:cubicBezTo>
                    <a:pt x="34659" y="53005"/>
                    <a:pt x="35426" y="54306"/>
                    <a:pt x="36093" y="55540"/>
                  </a:cubicBezTo>
                  <a:cubicBezTo>
                    <a:pt x="36394" y="56040"/>
                    <a:pt x="36027" y="56908"/>
                    <a:pt x="35927" y="57642"/>
                  </a:cubicBezTo>
                  <a:cubicBezTo>
                    <a:pt x="37728" y="59309"/>
                    <a:pt x="37528" y="61311"/>
                    <a:pt x="35393" y="62612"/>
                  </a:cubicBezTo>
                  <a:cubicBezTo>
                    <a:pt x="35193" y="62712"/>
                    <a:pt x="34926" y="62812"/>
                    <a:pt x="34859" y="63012"/>
                  </a:cubicBezTo>
                  <a:cubicBezTo>
                    <a:pt x="34425" y="64313"/>
                    <a:pt x="34059" y="65614"/>
                    <a:pt x="33692" y="66848"/>
                  </a:cubicBezTo>
                  <a:lnTo>
                    <a:pt x="41764" y="66848"/>
                  </a:lnTo>
                  <a:lnTo>
                    <a:pt x="41764" y="66681"/>
                  </a:lnTo>
                  <a:cubicBezTo>
                    <a:pt x="41764" y="66014"/>
                    <a:pt x="41764" y="65547"/>
                    <a:pt x="41764" y="65047"/>
                  </a:cubicBezTo>
                  <a:cubicBezTo>
                    <a:pt x="42131" y="53372"/>
                    <a:pt x="42498" y="41697"/>
                    <a:pt x="42865" y="30022"/>
                  </a:cubicBezTo>
                  <a:cubicBezTo>
                    <a:pt x="42898" y="29088"/>
                    <a:pt x="43365" y="28721"/>
                    <a:pt x="44199" y="28721"/>
                  </a:cubicBezTo>
                  <a:cubicBezTo>
                    <a:pt x="46968" y="28621"/>
                    <a:pt x="49770" y="28521"/>
                    <a:pt x="52538" y="28487"/>
                  </a:cubicBezTo>
                  <a:cubicBezTo>
                    <a:pt x="54890" y="28471"/>
                    <a:pt x="57242" y="28462"/>
                    <a:pt x="59593" y="28462"/>
                  </a:cubicBezTo>
                  <a:cubicBezTo>
                    <a:pt x="61945" y="28462"/>
                    <a:pt x="64297" y="28471"/>
                    <a:pt x="66648" y="28487"/>
                  </a:cubicBezTo>
                  <a:cubicBezTo>
                    <a:pt x="67949" y="28487"/>
                    <a:pt x="69250" y="28621"/>
                    <a:pt x="70551" y="28721"/>
                  </a:cubicBezTo>
                  <a:cubicBezTo>
                    <a:pt x="71352" y="28788"/>
                    <a:pt x="71719" y="29188"/>
                    <a:pt x="71752" y="30055"/>
                  </a:cubicBezTo>
                  <a:cubicBezTo>
                    <a:pt x="71852" y="32690"/>
                    <a:pt x="72086" y="35292"/>
                    <a:pt x="72152" y="37927"/>
                  </a:cubicBezTo>
                  <a:cubicBezTo>
                    <a:pt x="72419" y="46901"/>
                    <a:pt x="72619" y="55874"/>
                    <a:pt x="72886" y="64847"/>
                  </a:cubicBezTo>
                  <a:cubicBezTo>
                    <a:pt x="72886" y="65447"/>
                    <a:pt x="72886" y="66048"/>
                    <a:pt x="72886" y="66781"/>
                  </a:cubicBezTo>
                  <a:lnTo>
                    <a:pt x="72886" y="66848"/>
                  </a:lnTo>
                  <a:lnTo>
                    <a:pt x="80959" y="66848"/>
                  </a:lnTo>
                  <a:cubicBezTo>
                    <a:pt x="80558" y="65614"/>
                    <a:pt x="80191" y="64346"/>
                    <a:pt x="79791" y="63112"/>
                  </a:cubicBezTo>
                  <a:cubicBezTo>
                    <a:pt x="79758" y="62945"/>
                    <a:pt x="79591" y="62812"/>
                    <a:pt x="79424" y="62712"/>
                  </a:cubicBezTo>
                  <a:cubicBezTo>
                    <a:pt x="77023" y="61044"/>
                    <a:pt x="76856" y="59643"/>
                    <a:pt x="78757" y="57475"/>
                  </a:cubicBezTo>
                  <a:cubicBezTo>
                    <a:pt x="78490" y="56307"/>
                    <a:pt x="77823" y="55040"/>
                    <a:pt x="79558" y="54339"/>
                  </a:cubicBezTo>
                  <a:cubicBezTo>
                    <a:pt x="79691" y="54273"/>
                    <a:pt x="79724" y="53939"/>
                    <a:pt x="79825" y="53705"/>
                  </a:cubicBezTo>
                  <a:cubicBezTo>
                    <a:pt x="80215" y="52535"/>
                    <a:pt x="81084" y="51886"/>
                    <a:pt x="82075" y="51886"/>
                  </a:cubicBezTo>
                  <a:cubicBezTo>
                    <a:pt x="82609" y="51886"/>
                    <a:pt x="83178" y="52074"/>
                    <a:pt x="83727" y="52471"/>
                  </a:cubicBezTo>
                  <a:cubicBezTo>
                    <a:pt x="84061" y="52705"/>
                    <a:pt x="84361" y="53005"/>
                    <a:pt x="84695" y="53305"/>
                  </a:cubicBezTo>
                  <a:cubicBezTo>
                    <a:pt x="84728" y="53238"/>
                    <a:pt x="84728" y="53138"/>
                    <a:pt x="84761" y="53072"/>
                  </a:cubicBezTo>
                  <a:cubicBezTo>
                    <a:pt x="84995" y="53072"/>
                    <a:pt x="85262" y="53105"/>
                    <a:pt x="85495" y="53105"/>
                  </a:cubicBezTo>
                  <a:cubicBezTo>
                    <a:pt x="85829" y="53138"/>
                    <a:pt x="86196" y="53172"/>
                    <a:pt x="86529" y="53172"/>
                  </a:cubicBezTo>
                  <a:cubicBezTo>
                    <a:pt x="86896" y="52938"/>
                    <a:pt x="87263" y="52538"/>
                    <a:pt x="87730" y="52338"/>
                  </a:cubicBezTo>
                  <a:cubicBezTo>
                    <a:pt x="88231" y="52138"/>
                    <a:pt x="88798" y="52138"/>
                    <a:pt x="89331" y="52071"/>
                  </a:cubicBezTo>
                  <a:cubicBezTo>
                    <a:pt x="89150" y="49740"/>
                    <a:pt x="89753" y="48676"/>
                    <a:pt x="91375" y="48676"/>
                  </a:cubicBezTo>
                  <a:cubicBezTo>
                    <a:pt x="91842" y="48676"/>
                    <a:pt x="92393" y="48764"/>
                    <a:pt x="93034" y="48935"/>
                  </a:cubicBezTo>
                  <a:cubicBezTo>
                    <a:pt x="93554" y="48293"/>
                    <a:pt x="94101" y="47960"/>
                    <a:pt x="94651" y="47960"/>
                  </a:cubicBezTo>
                  <a:cubicBezTo>
                    <a:pt x="94702" y="47960"/>
                    <a:pt x="94752" y="47962"/>
                    <a:pt x="94802" y="47968"/>
                  </a:cubicBezTo>
                  <a:cubicBezTo>
                    <a:pt x="95469" y="48001"/>
                    <a:pt x="96203" y="48502"/>
                    <a:pt x="97003" y="49469"/>
                  </a:cubicBezTo>
                  <a:cubicBezTo>
                    <a:pt x="97667" y="49121"/>
                    <a:pt x="98281" y="48946"/>
                    <a:pt x="98839" y="48946"/>
                  </a:cubicBezTo>
                  <a:cubicBezTo>
                    <a:pt x="99937" y="48946"/>
                    <a:pt x="100821" y="49621"/>
                    <a:pt x="101440" y="50970"/>
                  </a:cubicBezTo>
                  <a:cubicBezTo>
                    <a:pt x="101540" y="51170"/>
                    <a:pt x="101673" y="51437"/>
                    <a:pt x="101840" y="51470"/>
                  </a:cubicBezTo>
                  <a:cubicBezTo>
                    <a:pt x="103742" y="51904"/>
                    <a:pt x="104475" y="53005"/>
                    <a:pt x="103808" y="54906"/>
                  </a:cubicBezTo>
                  <a:cubicBezTo>
                    <a:pt x="105243" y="55473"/>
                    <a:pt x="106143" y="56274"/>
                    <a:pt x="105643" y="57808"/>
                  </a:cubicBezTo>
                  <a:cubicBezTo>
                    <a:pt x="106744" y="58375"/>
                    <a:pt x="107945" y="58776"/>
                    <a:pt x="107678" y="60243"/>
                  </a:cubicBezTo>
                  <a:cubicBezTo>
                    <a:pt x="107457" y="61409"/>
                    <a:pt x="105897" y="62456"/>
                    <a:pt x="104460" y="62456"/>
                  </a:cubicBezTo>
                  <a:cubicBezTo>
                    <a:pt x="104376" y="62456"/>
                    <a:pt x="104292" y="62452"/>
                    <a:pt x="104209" y="62445"/>
                  </a:cubicBezTo>
                  <a:cubicBezTo>
                    <a:pt x="104142" y="62779"/>
                    <a:pt x="104042" y="63079"/>
                    <a:pt x="103975" y="63412"/>
                  </a:cubicBezTo>
                  <a:cubicBezTo>
                    <a:pt x="103708" y="64480"/>
                    <a:pt x="103441" y="65581"/>
                    <a:pt x="103175" y="66681"/>
                  </a:cubicBezTo>
                  <a:cubicBezTo>
                    <a:pt x="104034" y="66765"/>
                    <a:pt x="104878" y="66802"/>
                    <a:pt x="105711" y="66802"/>
                  </a:cubicBezTo>
                  <a:cubicBezTo>
                    <a:pt x="108209" y="66802"/>
                    <a:pt x="110605" y="66465"/>
                    <a:pt x="112982" y="66014"/>
                  </a:cubicBezTo>
                  <a:cubicBezTo>
                    <a:pt x="113715" y="65881"/>
                    <a:pt x="114016" y="65514"/>
                    <a:pt x="114049" y="64713"/>
                  </a:cubicBezTo>
                  <a:cubicBezTo>
                    <a:pt x="114049" y="62879"/>
                    <a:pt x="114316" y="61044"/>
                    <a:pt x="114249" y="59209"/>
                  </a:cubicBezTo>
                  <a:cubicBezTo>
                    <a:pt x="114049" y="51804"/>
                    <a:pt x="113782" y="44399"/>
                    <a:pt x="113515" y="36993"/>
                  </a:cubicBezTo>
                  <a:cubicBezTo>
                    <a:pt x="113148" y="26886"/>
                    <a:pt x="112715" y="16812"/>
                    <a:pt x="112348" y="6738"/>
                  </a:cubicBezTo>
                  <a:cubicBezTo>
                    <a:pt x="112248" y="4537"/>
                    <a:pt x="112314" y="2302"/>
                    <a:pt x="112314" y="67"/>
                  </a:cubicBezTo>
                  <a:cubicBezTo>
                    <a:pt x="111781" y="34"/>
                    <a:pt x="111581" y="0"/>
                    <a:pt x="111380" y="0"/>
                  </a:cubicBezTo>
                  <a:cubicBezTo>
                    <a:pt x="103541" y="67"/>
                    <a:pt x="95669" y="34"/>
                    <a:pt x="87830" y="234"/>
                  </a:cubicBezTo>
                  <a:cubicBezTo>
                    <a:pt x="81893" y="367"/>
                    <a:pt x="75955" y="901"/>
                    <a:pt x="70018" y="1168"/>
                  </a:cubicBezTo>
                  <a:cubicBezTo>
                    <a:pt x="66335" y="1337"/>
                    <a:pt x="62648" y="1410"/>
                    <a:pt x="58960" y="1410"/>
                  </a:cubicBezTo>
                  <a:cubicBezTo>
                    <a:pt x="52492" y="1410"/>
                    <a:pt x="46021" y="1186"/>
                    <a:pt x="39562" y="868"/>
                  </a:cubicBezTo>
                  <a:cubicBezTo>
                    <a:pt x="27454" y="234"/>
                    <a:pt x="15312" y="267"/>
                    <a:pt x="32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6"/>
            <p:cNvSpPr/>
            <p:nvPr/>
          </p:nvSpPr>
          <p:spPr>
            <a:xfrm>
              <a:off x="1868000" y="2696663"/>
              <a:ext cx="1596988" cy="506175"/>
            </a:xfrm>
            <a:custGeom>
              <a:rect b="b" l="l" r="r" t="t"/>
              <a:pathLst>
                <a:path extrusionOk="0" h="40494" w="127759">
                  <a:moveTo>
                    <a:pt x="63859" y="1"/>
                  </a:moveTo>
                  <a:cubicBezTo>
                    <a:pt x="62721" y="1"/>
                    <a:pt x="61578" y="359"/>
                    <a:pt x="60411" y="1077"/>
                  </a:cubicBezTo>
                  <a:cubicBezTo>
                    <a:pt x="56008" y="3779"/>
                    <a:pt x="51604" y="6481"/>
                    <a:pt x="47168" y="9149"/>
                  </a:cubicBezTo>
                  <a:cubicBezTo>
                    <a:pt x="46000" y="9850"/>
                    <a:pt x="44866" y="10550"/>
                    <a:pt x="43699" y="11217"/>
                  </a:cubicBezTo>
                  <a:cubicBezTo>
                    <a:pt x="38762" y="14186"/>
                    <a:pt x="33825" y="17121"/>
                    <a:pt x="28922" y="20090"/>
                  </a:cubicBezTo>
                  <a:cubicBezTo>
                    <a:pt x="23217" y="23526"/>
                    <a:pt x="17580" y="27029"/>
                    <a:pt x="11909" y="30531"/>
                  </a:cubicBezTo>
                  <a:cubicBezTo>
                    <a:pt x="8640" y="32533"/>
                    <a:pt x="5371" y="34501"/>
                    <a:pt x="2169" y="36569"/>
                  </a:cubicBezTo>
                  <a:cubicBezTo>
                    <a:pt x="1335" y="37102"/>
                    <a:pt x="668" y="37836"/>
                    <a:pt x="1" y="38403"/>
                  </a:cubicBezTo>
                  <a:cubicBezTo>
                    <a:pt x="368" y="39204"/>
                    <a:pt x="902" y="39504"/>
                    <a:pt x="1469" y="39638"/>
                  </a:cubicBezTo>
                  <a:cubicBezTo>
                    <a:pt x="1769" y="39671"/>
                    <a:pt x="2102" y="39704"/>
                    <a:pt x="2436" y="39704"/>
                  </a:cubicBezTo>
                  <a:cubicBezTo>
                    <a:pt x="5705" y="39671"/>
                    <a:pt x="8974" y="39604"/>
                    <a:pt x="12243" y="39604"/>
                  </a:cubicBezTo>
                  <a:cubicBezTo>
                    <a:pt x="18165" y="39556"/>
                    <a:pt x="24088" y="39439"/>
                    <a:pt x="30023" y="39439"/>
                  </a:cubicBezTo>
                  <a:cubicBezTo>
                    <a:pt x="32344" y="39439"/>
                    <a:pt x="34668" y="39457"/>
                    <a:pt x="36994" y="39504"/>
                  </a:cubicBezTo>
                  <a:cubicBezTo>
                    <a:pt x="45433" y="39638"/>
                    <a:pt x="53873" y="40238"/>
                    <a:pt x="62312" y="40438"/>
                  </a:cubicBezTo>
                  <a:cubicBezTo>
                    <a:pt x="64091" y="40472"/>
                    <a:pt x="65874" y="40494"/>
                    <a:pt x="67657" y="40494"/>
                  </a:cubicBezTo>
                  <a:cubicBezTo>
                    <a:pt x="71222" y="40494"/>
                    <a:pt x="74788" y="40405"/>
                    <a:pt x="78323" y="40138"/>
                  </a:cubicBezTo>
                  <a:cubicBezTo>
                    <a:pt x="85877" y="39569"/>
                    <a:pt x="93418" y="39372"/>
                    <a:pt x="100961" y="39372"/>
                  </a:cubicBezTo>
                  <a:cubicBezTo>
                    <a:pt x="105811" y="39372"/>
                    <a:pt x="110661" y="39453"/>
                    <a:pt x="115517" y="39571"/>
                  </a:cubicBezTo>
                  <a:cubicBezTo>
                    <a:pt x="118786" y="39671"/>
                    <a:pt x="122055" y="39671"/>
                    <a:pt x="125324" y="39704"/>
                  </a:cubicBezTo>
                  <a:cubicBezTo>
                    <a:pt x="125691" y="39704"/>
                    <a:pt x="126058" y="39671"/>
                    <a:pt x="126425" y="39571"/>
                  </a:cubicBezTo>
                  <a:cubicBezTo>
                    <a:pt x="126958" y="39437"/>
                    <a:pt x="127425" y="39071"/>
                    <a:pt x="127759" y="38203"/>
                  </a:cubicBezTo>
                  <a:cubicBezTo>
                    <a:pt x="125757" y="36802"/>
                    <a:pt x="123789" y="35268"/>
                    <a:pt x="121654" y="33934"/>
                  </a:cubicBezTo>
                  <a:cubicBezTo>
                    <a:pt x="115016" y="29831"/>
                    <a:pt x="108312" y="25861"/>
                    <a:pt x="101640" y="21758"/>
                  </a:cubicBezTo>
                  <a:cubicBezTo>
                    <a:pt x="101240" y="21525"/>
                    <a:pt x="100873" y="20891"/>
                    <a:pt x="100873" y="20457"/>
                  </a:cubicBezTo>
                  <a:cubicBezTo>
                    <a:pt x="100873" y="18289"/>
                    <a:pt x="101040" y="16154"/>
                    <a:pt x="101073" y="14019"/>
                  </a:cubicBezTo>
                  <a:cubicBezTo>
                    <a:pt x="101106" y="10917"/>
                    <a:pt x="101073" y="7815"/>
                    <a:pt x="101073" y="4746"/>
                  </a:cubicBezTo>
                  <a:lnTo>
                    <a:pt x="89165" y="4746"/>
                  </a:lnTo>
                  <a:lnTo>
                    <a:pt x="89165" y="9616"/>
                  </a:lnTo>
                  <a:lnTo>
                    <a:pt x="89165" y="14586"/>
                  </a:lnTo>
                  <a:cubicBezTo>
                    <a:pt x="88331" y="14019"/>
                    <a:pt x="87830" y="13719"/>
                    <a:pt x="87330" y="13385"/>
                  </a:cubicBezTo>
                  <a:cubicBezTo>
                    <a:pt x="80658" y="9283"/>
                    <a:pt x="73954" y="5180"/>
                    <a:pt x="67282" y="1077"/>
                  </a:cubicBezTo>
                  <a:cubicBezTo>
                    <a:pt x="66131" y="359"/>
                    <a:pt x="64997" y="1"/>
                    <a:pt x="63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6"/>
            <p:cNvSpPr/>
            <p:nvPr/>
          </p:nvSpPr>
          <p:spPr>
            <a:xfrm>
              <a:off x="3374913" y="3211313"/>
              <a:ext cx="425" cy="0"/>
            </a:xfrm>
            <a:custGeom>
              <a:rect b="b" l="l" r="r" t="t"/>
              <a:pathLst>
                <a:path extrusionOk="0" h="0" w="34">
                  <a:moveTo>
                    <a:pt x="34" y="0"/>
                  </a:moveTo>
                  <a:lnTo>
                    <a:pt x="34" y="0"/>
                  </a:lnTo>
                  <a:lnTo>
                    <a:pt x="1" y="0"/>
                  </a:lnTo>
                  <a:cubicBezTo>
                    <a:pt x="1" y="0"/>
                    <a:pt x="1" y="0"/>
                    <a:pt x="1" y="0"/>
                  </a:cubicBezTo>
                  <a:cubicBezTo>
                    <a:pt x="1" y="0"/>
                    <a:pt x="34" y="0"/>
                    <a:pt x="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6"/>
            <p:cNvSpPr/>
            <p:nvPr/>
          </p:nvSpPr>
          <p:spPr>
            <a:xfrm>
              <a:off x="3017988" y="3809963"/>
              <a:ext cx="116763" cy="80763"/>
            </a:xfrm>
            <a:custGeom>
              <a:rect b="b" l="l" r="r" t="t"/>
              <a:pathLst>
                <a:path extrusionOk="0" h="6461" w="9341">
                  <a:moveTo>
                    <a:pt x="9190" y="1"/>
                  </a:moveTo>
                  <a:cubicBezTo>
                    <a:pt x="8640" y="1"/>
                    <a:pt x="8093" y="334"/>
                    <a:pt x="7573" y="976"/>
                  </a:cubicBezTo>
                  <a:cubicBezTo>
                    <a:pt x="6932" y="805"/>
                    <a:pt x="6381" y="717"/>
                    <a:pt x="5914" y="717"/>
                  </a:cubicBezTo>
                  <a:cubicBezTo>
                    <a:pt x="4292" y="717"/>
                    <a:pt x="3689" y="1781"/>
                    <a:pt x="3870" y="4112"/>
                  </a:cubicBezTo>
                  <a:cubicBezTo>
                    <a:pt x="3303" y="4179"/>
                    <a:pt x="2736" y="4179"/>
                    <a:pt x="2269" y="4379"/>
                  </a:cubicBezTo>
                  <a:cubicBezTo>
                    <a:pt x="1802" y="4579"/>
                    <a:pt x="1435" y="4979"/>
                    <a:pt x="1068" y="5213"/>
                  </a:cubicBezTo>
                  <a:cubicBezTo>
                    <a:pt x="735" y="5213"/>
                    <a:pt x="368" y="5179"/>
                    <a:pt x="34" y="5146"/>
                  </a:cubicBezTo>
                  <a:lnTo>
                    <a:pt x="1" y="5813"/>
                  </a:lnTo>
                  <a:cubicBezTo>
                    <a:pt x="399" y="6271"/>
                    <a:pt x="759" y="6461"/>
                    <a:pt x="1111" y="6461"/>
                  </a:cubicBezTo>
                  <a:cubicBezTo>
                    <a:pt x="1554" y="6461"/>
                    <a:pt x="1986" y="6159"/>
                    <a:pt x="2469" y="5713"/>
                  </a:cubicBezTo>
                  <a:cubicBezTo>
                    <a:pt x="2593" y="5589"/>
                    <a:pt x="2814" y="5545"/>
                    <a:pt x="3070" y="5545"/>
                  </a:cubicBezTo>
                  <a:cubicBezTo>
                    <a:pt x="3434" y="5545"/>
                    <a:pt x="3871" y="5635"/>
                    <a:pt x="4204" y="5713"/>
                  </a:cubicBezTo>
                  <a:cubicBezTo>
                    <a:pt x="4477" y="5786"/>
                    <a:pt x="4694" y="5827"/>
                    <a:pt x="4861" y="5827"/>
                  </a:cubicBezTo>
                  <a:cubicBezTo>
                    <a:pt x="5307" y="5827"/>
                    <a:pt x="5411" y="5540"/>
                    <a:pt x="5338" y="4812"/>
                  </a:cubicBezTo>
                  <a:cubicBezTo>
                    <a:pt x="5271" y="4112"/>
                    <a:pt x="5305" y="3378"/>
                    <a:pt x="5438" y="2711"/>
                  </a:cubicBezTo>
                  <a:cubicBezTo>
                    <a:pt x="5527" y="2202"/>
                    <a:pt x="5820" y="1987"/>
                    <a:pt x="6203" y="1987"/>
                  </a:cubicBezTo>
                  <a:cubicBezTo>
                    <a:pt x="6397" y="1987"/>
                    <a:pt x="6614" y="2043"/>
                    <a:pt x="6839" y="2144"/>
                  </a:cubicBezTo>
                  <a:cubicBezTo>
                    <a:pt x="7085" y="2249"/>
                    <a:pt x="7307" y="2314"/>
                    <a:pt x="7500" y="2314"/>
                  </a:cubicBezTo>
                  <a:cubicBezTo>
                    <a:pt x="7858" y="2314"/>
                    <a:pt x="8122" y="2094"/>
                    <a:pt x="8273" y="1510"/>
                  </a:cubicBezTo>
                  <a:cubicBezTo>
                    <a:pt x="8407" y="910"/>
                    <a:pt x="8841" y="576"/>
                    <a:pt x="9308" y="576"/>
                  </a:cubicBezTo>
                  <a:lnTo>
                    <a:pt x="9341" y="9"/>
                  </a:lnTo>
                  <a:cubicBezTo>
                    <a:pt x="9291" y="3"/>
                    <a:pt x="9241" y="1"/>
                    <a:pt x="919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6"/>
            <p:cNvSpPr/>
            <p:nvPr/>
          </p:nvSpPr>
          <p:spPr>
            <a:xfrm>
              <a:off x="2967125" y="2734600"/>
              <a:ext cx="522463" cy="470463"/>
            </a:xfrm>
            <a:custGeom>
              <a:rect b="b" l="l" r="r" t="t"/>
              <a:pathLst>
                <a:path extrusionOk="0" h="37637" w="41797">
                  <a:moveTo>
                    <a:pt x="13421" y="1"/>
                  </a:moveTo>
                  <a:cubicBezTo>
                    <a:pt x="13305" y="1"/>
                    <a:pt x="13179" y="4"/>
                    <a:pt x="13043" y="10"/>
                  </a:cubicBezTo>
                  <a:cubicBezTo>
                    <a:pt x="9440" y="143"/>
                    <a:pt x="5838" y="377"/>
                    <a:pt x="2202" y="510"/>
                  </a:cubicBezTo>
                  <a:cubicBezTo>
                    <a:pt x="0" y="610"/>
                    <a:pt x="0" y="577"/>
                    <a:pt x="134" y="2812"/>
                  </a:cubicBezTo>
                  <a:cubicBezTo>
                    <a:pt x="167" y="3045"/>
                    <a:pt x="200" y="3312"/>
                    <a:pt x="200" y="3546"/>
                  </a:cubicBezTo>
                  <a:cubicBezTo>
                    <a:pt x="234" y="4546"/>
                    <a:pt x="234" y="5547"/>
                    <a:pt x="234" y="6581"/>
                  </a:cubicBezTo>
                  <a:lnTo>
                    <a:pt x="1235" y="6581"/>
                  </a:lnTo>
                  <a:lnTo>
                    <a:pt x="1235" y="1711"/>
                  </a:lnTo>
                  <a:lnTo>
                    <a:pt x="13143" y="1711"/>
                  </a:lnTo>
                  <a:cubicBezTo>
                    <a:pt x="13143" y="4780"/>
                    <a:pt x="13176" y="7882"/>
                    <a:pt x="13143" y="10984"/>
                  </a:cubicBezTo>
                  <a:cubicBezTo>
                    <a:pt x="13110" y="13119"/>
                    <a:pt x="12943" y="15254"/>
                    <a:pt x="12943" y="17422"/>
                  </a:cubicBezTo>
                  <a:cubicBezTo>
                    <a:pt x="12943" y="17856"/>
                    <a:pt x="13310" y="18490"/>
                    <a:pt x="13710" y="18723"/>
                  </a:cubicBezTo>
                  <a:cubicBezTo>
                    <a:pt x="20382" y="22826"/>
                    <a:pt x="27086" y="26829"/>
                    <a:pt x="33724" y="30899"/>
                  </a:cubicBezTo>
                  <a:cubicBezTo>
                    <a:pt x="35859" y="32233"/>
                    <a:pt x="37827" y="33767"/>
                    <a:pt x="39829" y="35168"/>
                  </a:cubicBezTo>
                  <a:cubicBezTo>
                    <a:pt x="39495" y="36036"/>
                    <a:pt x="39028" y="36402"/>
                    <a:pt x="38461" y="36536"/>
                  </a:cubicBezTo>
                  <a:lnTo>
                    <a:pt x="38728" y="37637"/>
                  </a:lnTo>
                  <a:cubicBezTo>
                    <a:pt x="39028" y="37537"/>
                    <a:pt x="39328" y="37470"/>
                    <a:pt x="39595" y="37370"/>
                  </a:cubicBezTo>
                  <a:cubicBezTo>
                    <a:pt x="41463" y="36736"/>
                    <a:pt x="41797" y="35135"/>
                    <a:pt x="40296" y="33901"/>
                  </a:cubicBezTo>
                  <a:cubicBezTo>
                    <a:pt x="38595" y="32500"/>
                    <a:pt x="36893" y="31132"/>
                    <a:pt x="35025" y="29998"/>
                  </a:cubicBezTo>
                  <a:cubicBezTo>
                    <a:pt x="28487" y="25995"/>
                    <a:pt x="21916" y="22092"/>
                    <a:pt x="15345" y="18189"/>
                  </a:cubicBezTo>
                  <a:cubicBezTo>
                    <a:pt x="14711" y="17822"/>
                    <a:pt x="14444" y="17389"/>
                    <a:pt x="14477" y="16655"/>
                  </a:cubicBezTo>
                  <a:cubicBezTo>
                    <a:pt x="14577" y="11685"/>
                    <a:pt x="14644" y="6715"/>
                    <a:pt x="14744" y="1744"/>
                  </a:cubicBezTo>
                  <a:cubicBezTo>
                    <a:pt x="14775" y="346"/>
                    <a:pt x="14611" y="1"/>
                    <a:pt x="134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6"/>
            <p:cNvSpPr/>
            <p:nvPr/>
          </p:nvSpPr>
          <p:spPr>
            <a:xfrm>
              <a:off x="2960450" y="3295950"/>
              <a:ext cx="292300" cy="441575"/>
            </a:xfrm>
            <a:custGeom>
              <a:rect b="b" l="l" r="r" t="t"/>
              <a:pathLst>
                <a:path extrusionOk="0" h="35326" w="23384">
                  <a:moveTo>
                    <a:pt x="12576" y="1602"/>
                  </a:moveTo>
                  <a:lnTo>
                    <a:pt x="12576" y="1602"/>
                  </a:lnTo>
                  <a:cubicBezTo>
                    <a:pt x="15945" y="1735"/>
                    <a:pt x="18847" y="2769"/>
                    <a:pt x="21149" y="5138"/>
                  </a:cubicBezTo>
                  <a:cubicBezTo>
                    <a:pt x="21449" y="5471"/>
                    <a:pt x="21716" y="5971"/>
                    <a:pt x="21749" y="6405"/>
                  </a:cubicBezTo>
                  <a:cubicBezTo>
                    <a:pt x="21816" y="8507"/>
                    <a:pt x="21783" y="10608"/>
                    <a:pt x="21783" y="12910"/>
                  </a:cubicBezTo>
                  <a:lnTo>
                    <a:pt x="12943" y="12910"/>
                  </a:lnTo>
                  <a:cubicBezTo>
                    <a:pt x="12843" y="9240"/>
                    <a:pt x="12710" y="5438"/>
                    <a:pt x="12576" y="1602"/>
                  </a:cubicBezTo>
                  <a:close/>
                  <a:moveTo>
                    <a:pt x="9674" y="1568"/>
                  </a:moveTo>
                  <a:lnTo>
                    <a:pt x="9674" y="13043"/>
                  </a:lnTo>
                  <a:lnTo>
                    <a:pt x="1535" y="13043"/>
                  </a:lnTo>
                  <a:cubicBezTo>
                    <a:pt x="1835" y="11008"/>
                    <a:pt x="2102" y="9140"/>
                    <a:pt x="2402" y="7239"/>
                  </a:cubicBezTo>
                  <a:cubicBezTo>
                    <a:pt x="2436" y="6972"/>
                    <a:pt x="2502" y="6705"/>
                    <a:pt x="2536" y="6438"/>
                  </a:cubicBezTo>
                  <a:cubicBezTo>
                    <a:pt x="2769" y="4270"/>
                    <a:pt x="3703" y="3103"/>
                    <a:pt x="5838" y="2502"/>
                  </a:cubicBezTo>
                  <a:cubicBezTo>
                    <a:pt x="7106" y="2135"/>
                    <a:pt x="8373" y="1869"/>
                    <a:pt x="9674" y="1568"/>
                  </a:cubicBezTo>
                  <a:close/>
                  <a:moveTo>
                    <a:pt x="11976" y="1602"/>
                  </a:moveTo>
                  <a:cubicBezTo>
                    <a:pt x="12009" y="1969"/>
                    <a:pt x="12076" y="2402"/>
                    <a:pt x="12109" y="2803"/>
                  </a:cubicBezTo>
                  <a:cubicBezTo>
                    <a:pt x="12109" y="5771"/>
                    <a:pt x="12143" y="8707"/>
                    <a:pt x="12143" y="11642"/>
                  </a:cubicBezTo>
                  <a:cubicBezTo>
                    <a:pt x="12143" y="13477"/>
                    <a:pt x="12209" y="13710"/>
                    <a:pt x="13977" y="13777"/>
                  </a:cubicBezTo>
                  <a:cubicBezTo>
                    <a:pt x="15078" y="13820"/>
                    <a:pt x="16185" y="13832"/>
                    <a:pt x="17301" y="13832"/>
                  </a:cubicBezTo>
                  <a:cubicBezTo>
                    <a:pt x="18788" y="13832"/>
                    <a:pt x="20291" y="13810"/>
                    <a:pt x="21816" y="13810"/>
                  </a:cubicBezTo>
                  <a:lnTo>
                    <a:pt x="21816" y="15812"/>
                  </a:lnTo>
                  <a:cubicBezTo>
                    <a:pt x="20248" y="15912"/>
                    <a:pt x="18647" y="16012"/>
                    <a:pt x="17046" y="16045"/>
                  </a:cubicBezTo>
                  <a:cubicBezTo>
                    <a:pt x="16830" y="16052"/>
                    <a:pt x="16614" y="16054"/>
                    <a:pt x="16400" y="16054"/>
                  </a:cubicBezTo>
                  <a:cubicBezTo>
                    <a:pt x="15492" y="16054"/>
                    <a:pt x="14601" y="16006"/>
                    <a:pt x="13710" y="15979"/>
                  </a:cubicBezTo>
                  <a:cubicBezTo>
                    <a:pt x="13654" y="15975"/>
                    <a:pt x="13599" y="15973"/>
                    <a:pt x="13547" y="15973"/>
                  </a:cubicBezTo>
                  <a:cubicBezTo>
                    <a:pt x="12612" y="15973"/>
                    <a:pt x="12343" y="16530"/>
                    <a:pt x="12343" y="17446"/>
                  </a:cubicBezTo>
                  <a:cubicBezTo>
                    <a:pt x="12443" y="22417"/>
                    <a:pt x="12510" y="27420"/>
                    <a:pt x="12610" y="32390"/>
                  </a:cubicBezTo>
                  <a:cubicBezTo>
                    <a:pt x="12610" y="32857"/>
                    <a:pt x="12610" y="33324"/>
                    <a:pt x="12610" y="33825"/>
                  </a:cubicBezTo>
                  <a:lnTo>
                    <a:pt x="10408" y="33825"/>
                  </a:lnTo>
                  <a:cubicBezTo>
                    <a:pt x="10408" y="33358"/>
                    <a:pt x="10408" y="32957"/>
                    <a:pt x="10408" y="32524"/>
                  </a:cubicBezTo>
                  <a:cubicBezTo>
                    <a:pt x="10508" y="28821"/>
                    <a:pt x="10575" y="25119"/>
                    <a:pt x="10675" y="21416"/>
                  </a:cubicBezTo>
                  <a:cubicBezTo>
                    <a:pt x="10675" y="20515"/>
                    <a:pt x="10708" y="19581"/>
                    <a:pt x="10642" y="18681"/>
                  </a:cubicBezTo>
                  <a:cubicBezTo>
                    <a:pt x="10508" y="16979"/>
                    <a:pt x="10408" y="16879"/>
                    <a:pt x="8740" y="16846"/>
                  </a:cubicBezTo>
                  <a:cubicBezTo>
                    <a:pt x="7973" y="16835"/>
                    <a:pt x="7202" y="16831"/>
                    <a:pt x="6431" y="16831"/>
                  </a:cubicBezTo>
                  <a:cubicBezTo>
                    <a:pt x="4889" y="16831"/>
                    <a:pt x="3347" y="16846"/>
                    <a:pt x="1835" y="16846"/>
                  </a:cubicBezTo>
                  <a:cubicBezTo>
                    <a:pt x="1735" y="16646"/>
                    <a:pt x="1668" y="16579"/>
                    <a:pt x="1668" y="16512"/>
                  </a:cubicBezTo>
                  <a:cubicBezTo>
                    <a:pt x="1468" y="14044"/>
                    <a:pt x="1468" y="14044"/>
                    <a:pt x="3903" y="14011"/>
                  </a:cubicBezTo>
                  <a:cubicBezTo>
                    <a:pt x="5738" y="13944"/>
                    <a:pt x="7573" y="13877"/>
                    <a:pt x="9407" y="13877"/>
                  </a:cubicBezTo>
                  <a:cubicBezTo>
                    <a:pt x="10408" y="13877"/>
                    <a:pt x="10675" y="13343"/>
                    <a:pt x="10675" y="12443"/>
                  </a:cubicBezTo>
                  <a:cubicBezTo>
                    <a:pt x="10675" y="8840"/>
                    <a:pt x="10675" y="5271"/>
                    <a:pt x="10675" y="1602"/>
                  </a:cubicBezTo>
                  <a:close/>
                  <a:moveTo>
                    <a:pt x="9774" y="17613"/>
                  </a:moveTo>
                  <a:lnTo>
                    <a:pt x="9774" y="33925"/>
                  </a:lnTo>
                  <a:cubicBezTo>
                    <a:pt x="7506" y="33791"/>
                    <a:pt x="5171" y="33658"/>
                    <a:pt x="2836" y="33525"/>
                  </a:cubicBezTo>
                  <a:cubicBezTo>
                    <a:pt x="2202" y="33491"/>
                    <a:pt x="1902" y="33124"/>
                    <a:pt x="1802" y="32457"/>
                  </a:cubicBezTo>
                  <a:cubicBezTo>
                    <a:pt x="1168" y="27587"/>
                    <a:pt x="1101" y="22683"/>
                    <a:pt x="1635" y="17613"/>
                  </a:cubicBezTo>
                  <a:close/>
                  <a:moveTo>
                    <a:pt x="21916" y="16546"/>
                  </a:moveTo>
                  <a:lnTo>
                    <a:pt x="21916" y="16546"/>
                  </a:lnTo>
                  <a:cubicBezTo>
                    <a:pt x="21883" y="22050"/>
                    <a:pt x="22583" y="27554"/>
                    <a:pt x="21850" y="33124"/>
                  </a:cubicBezTo>
                  <a:cubicBezTo>
                    <a:pt x="19048" y="33424"/>
                    <a:pt x="16346" y="33725"/>
                    <a:pt x="13410" y="34025"/>
                  </a:cubicBezTo>
                  <a:lnTo>
                    <a:pt x="13410" y="16946"/>
                  </a:lnTo>
                  <a:cubicBezTo>
                    <a:pt x="16212" y="16813"/>
                    <a:pt x="18981" y="16679"/>
                    <a:pt x="21916" y="16546"/>
                  </a:cubicBezTo>
                  <a:close/>
                  <a:moveTo>
                    <a:pt x="10990" y="0"/>
                  </a:moveTo>
                  <a:cubicBezTo>
                    <a:pt x="9100" y="0"/>
                    <a:pt x="7215" y="308"/>
                    <a:pt x="5338" y="968"/>
                  </a:cubicBezTo>
                  <a:cubicBezTo>
                    <a:pt x="3603" y="1602"/>
                    <a:pt x="1869" y="2436"/>
                    <a:pt x="1268" y="4337"/>
                  </a:cubicBezTo>
                  <a:cubicBezTo>
                    <a:pt x="801" y="5671"/>
                    <a:pt x="668" y="7139"/>
                    <a:pt x="601" y="8540"/>
                  </a:cubicBezTo>
                  <a:cubicBezTo>
                    <a:pt x="334" y="12576"/>
                    <a:pt x="67" y="16646"/>
                    <a:pt x="34" y="20715"/>
                  </a:cubicBezTo>
                  <a:cubicBezTo>
                    <a:pt x="1" y="24618"/>
                    <a:pt x="167" y="28521"/>
                    <a:pt x="434" y="32390"/>
                  </a:cubicBezTo>
                  <a:cubicBezTo>
                    <a:pt x="534" y="34358"/>
                    <a:pt x="901" y="34725"/>
                    <a:pt x="2803" y="34859"/>
                  </a:cubicBezTo>
                  <a:cubicBezTo>
                    <a:pt x="3739" y="34923"/>
                    <a:pt x="4676" y="34943"/>
                    <a:pt x="5610" y="34943"/>
                  </a:cubicBezTo>
                  <a:cubicBezTo>
                    <a:pt x="7106" y="34943"/>
                    <a:pt x="8597" y="34892"/>
                    <a:pt x="10074" y="34892"/>
                  </a:cubicBezTo>
                  <a:cubicBezTo>
                    <a:pt x="10108" y="35026"/>
                    <a:pt x="10108" y="35192"/>
                    <a:pt x="10108" y="35326"/>
                  </a:cubicBezTo>
                  <a:cubicBezTo>
                    <a:pt x="14111" y="34992"/>
                    <a:pt x="18114" y="34692"/>
                    <a:pt x="22116" y="34292"/>
                  </a:cubicBezTo>
                  <a:cubicBezTo>
                    <a:pt x="22483" y="34258"/>
                    <a:pt x="23017" y="33525"/>
                    <a:pt x="23084" y="33058"/>
                  </a:cubicBezTo>
                  <a:cubicBezTo>
                    <a:pt x="23284" y="31790"/>
                    <a:pt x="23384" y="30456"/>
                    <a:pt x="23384" y="29155"/>
                  </a:cubicBezTo>
                  <a:cubicBezTo>
                    <a:pt x="23317" y="22483"/>
                    <a:pt x="23217" y="15845"/>
                    <a:pt x="23150" y="9207"/>
                  </a:cubicBezTo>
                  <a:cubicBezTo>
                    <a:pt x="23117" y="6238"/>
                    <a:pt x="22517" y="3570"/>
                    <a:pt x="19581" y="2102"/>
                  </a:cubicBezTo>
                  <a:cubicBezTo>
                    <a:pt x="18581" y="1602"/>
                    <a:pt x="17546" y="1135"/>
                    <a:pt x="16512" y="834"/>
                  </a:cubicBezTo>
                  <a:cubicBezTo>
                    <a:pt x="14670" y="292"/>
                    <a:pt x="12828" y="0"/>
                    <a:pt x="1099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6"/>
            <p:cNvSpPr/>
            <p:nvPr/>
          </p:nvSpPr>
          <p:spPr>
            <a:xfrm>
              <a:off x="2796588" y="3810063"/>
              <a:ext cx="502450" cy="298038"/>
            </a:xfrm>
            <a:custGeom>
              <a:rect b="b" l="l" r="r" t="t"/>
              <a:pathLst>
                <a:path extrusionOk="0" h="23843" w="40196">
                  <a:moveTo>
                    <a:pt x="27053" y="1"/>
                  </a:moveTo>
                  <a:lnTo>
                    <a:pt x="27020" y="568"/>
                  </a:lnTo>
                  <a:cubicBezTo>
                    <a:pt x="27353" y="568"/>
                    <a:pt x="27720" y="701"/>
                    <a:pt x="28054" y="1002"/>
                  </a:cubicBezTo>
                  <a:cubicBezTo>
                    <a:pt x="28287" y="1202"/>
                    <a:pt x="28454" y="1502"/>
                    <a:pt x="28654" y="1736"/>
                  </a:cubicBezTo>
                  <a:cubicBezTo>
                    <a:pt x="28821" y="1936"/>
                    <a:pt x="29021" y="2169"/>
                    <a:pt x="29188" y="2336"/>
                  </a:cubicBezTo>
                  <a:cubicBezTo>
                    <a:pt x="29698" y="2147"/>
                    <a:pt x="30136" y="2052"/>
                    <a:pt x="30514" y="2052"/>
                  </a:cubicBezTo>
                  <a:cubicBezTo>
                    <a:pt x="31470" y="2052"/>
                    <a:pt x="32041" y="2661"/>
                    <a:pt x="32423" y="3904"/>
                  </a:cubicBezTo>
                  <a:cubicBezTo>
                    <a:pt x="32523" y="4237"/>
                    <a:pt x="33124" y="4638"/>
                    <a:pt x="33524" y="4671"/>
                  </a:cubicBezTo>
                  <a:cubicBezTo>
                    <a:pt x="35359" y="4804"/>
                    <a:pt x="35559" y="5038"/>
                    <a:pt x="35025" y="6739"/>
                  </a:cubicBezTo>
                  <a:cubicBezTo>
                    <a:pt x="34925" y="7006"/>
                    <a:pt x="35159" y="7640"/>
                    <a:pt x="35392" y="7707"/>
                  </a:cubicBezTo>
                  <a:cubicBezTo>
                    <a:pt x="36593" y="8140"/>
                    <a:pt x="37460" y="8641"/>
                    <a:pt x="36760" y="10142"/>
                  </a:cubicBezTo>
                  <a:cubicBezTo>
                    <a:pt x="36693" y="10242"/>
                    <a:pt x="37093" y="10709"/>
                    <a:pt x="37360" y="10875"/>
                  </a:cubicBezTo>
                  <a:cubicBezTo>
                    <a:pt x="37894" y="11209"/>
                    <a:pt x="38494" y="11443"/>
                    <a:pt x="39061" y="11709"/>
                  </a:cubicBezTo>
                  <a:cubicBezTo>
                    <a:pt x="38795" y="12143"/>
                    <a:pt x="38628" y="12777"/>
                    <a:pt x="38228" y="13044"/>
                  </a:cubicBezTo>
                  <a:cubicBezTo>
                    <a:pt x="37794" y="13315"/>
                    <a:pt x="37118" y="13674"/>
                    <a:pt x="36665" y="13674"/>
                  </a:cubicBezTo>
                  <a:cubicBezTo>
                    <a:pt x="36561" y="13674"/>
                    <a:pt x="36468" y="13655"/>
                    <a:pt x="36393" y="13611"/>
                  </a:cubicBezTo>
                  <a:cubicBezTo>
                    <a:pt x="35838" y="13311"/>
                    <a:pt x="35303" y="13220"/>
                    <a:pt x="34770" y="13220"/>
                  </a:cubicBezTo>
                  <a:cubicBezTo>
                    <a:pt x="34118" y="13220"/>
                    <a:pt x="33469" y="13356"/>
                    <a:pt x="32790" y="13411"/>
                  </a:cubicBezTo>
                  <a:cubicBezTo>
                    <a:pt x="29388" y="13644"/>
                    <a:pt x="25952" y="13811"/>
                    <a:pt x="22550" y="13911"/>
                  </a:cubicBezTo>
                  <a:cubicBezTo>
                    <a:pt x="19681" y="14011"/>
                    <a:pt x="16812" y="13944"/>
                    <a:pt x="13944" y="14011"/>
                  </a:cubicBezTo>
                  <a:cubicBezTo>
                    <a:pt x="13043" y="14011"/>
                    <a:pt x="11475" y="13210"/>
                    <a:pt x="11242" y="12377"/>
                  </a:cubicBezTo>
                  <a:cubicBezTo>
                    <a:pt x="11108" y="11943"/>
                    <a:pt x="11108" y="11142"/>
                    <a:pt x="11308" y="11042"/>
                  </a:cubicBezTo>
                  <a:cubicBezTo>
                    <a:pt x="12643" y="10342"/>
                    <a:pt x="12042" y="9408"/>
                    <a:pt x="11742" y="8474"/>
                  </a:cubicBezTo>
                  <a:cubicBezTo>
                    <a:pt x="11675" y="8240"/>
                    <a:pt x="11709" y="7940"/>
                    <a:pt x="11675" y="7440"/>
                  </a:cubicBezTo>
                  <a:lnTo>
                    <a:pt x="11675" y="7440"/>
                  </a:lnTo>
                  <a:cubicBezTo>
                    <a:pt x="11857" y="7484"/>
                    <a:pt x="12016" y="7504"/>
                    <a:pt x="12155" y="7504"/>
                  </a:cubicBezTo>
                  <a:cubicBezTo>
                    <a:pt x="12855" y="7504"/>
                    <a:pt x="13059" y="6985"/>
                    <a:pt x="13310" y="6372"/>
                  </a:cubicBezTo>
                  <a:cubicBezTo>
                    <a:pt x="13477" y="5972"/>
                    <a:pt x="13977" y="5472"/>
                    <a:pt x="14344" y="5438"/>
                  </a:cubicBezTo>
                  <a:cubicBezTo>
                    <a:pt x="14361" y="5437"/>
                    <a:pt x="14378" y="5436"/>
                    <a:pt x="14396" y="5436"/>
                  </a:cubicBezTo>
                  <a:cubicBezTo>
                    <a:pt x="14795" y="5436"/>
                    <a:pt x="15355" y="5787"/>
                    <a:pt x="15578" y="6139"/>
                  </a:cubicBezTo>
                  <a:cubicBezTo>
                    <a:pt x="16034" y="6864"/>
                    <a:pt x="16250" y="7231"/>
                    <a:pt x="16478" y="7231"/>
                  </a:cubicBezTo>
                  <a:cubicBezTo>
                    <a:pt x="16701" y="7231"/>
                    <a:pt x="16935" y="6881"/>
                    <a:pt x="17413" y="6172"/>
                  </a:cubicBezTo>
                  <a:cubicBezTo>
                    <a:pt x="17479" y="6072"/>
                    <a:pt x="17579" y="5972"/>
                    <a:pt x="17713" y="5805"/>
                  </a:cubicBezTo>
                  <a:lnTo>
                    <a:pt x="17746" y="5138"/>
                  </a:lnTo>
                  <a:cubicBezTo>
                    <a:pt x="17513" y="5138"/>
                    <a:pt x="17246" y="5105"/>
                    <a:pt x="17012" y="5105"/>
                  </a:cubicBezTo>
                  <a:cubicBezTo>
                    <a:pt x="16979" y="5171"/>
                    <a:pt x="16979" y="5271"/>
                    <a:pt x="16946" y="5338"/>
                  </a:cubicBezTo>
                  <a:cubicBezTo>
                    <a:pt x="16612" y="5038"/>
                    <a:pt x="16312" y="4738"/>
                    <a:pt x="15978" y="4471"/>
                  </a:cubicBezTo>
                  <a:cubicBezTo>
                    <a:pt x="15437" y="4091"/>
                    <a:pt x="14875" y="3909"/>
                    <a:pt x="14347" y="3909"/>
                  </a:cubicBezTo>
                  <a:cubicBezTo>
                    <a:pt x="13347" y="3909"/>
                    <a:pt x="12469" y="4560"/>
                    <a:pt x="12076" y="5738"/>
                  </a:cubicBezTo>
                  <a:cubicBezTo>
                    <a:pt x="11975" y="5972"/>
                    <a:pt x="11942" y="6306"/>
                    <a:pt x="11809" y="6372"/>
                  </a:cubicBezTo>
                  <a:cubicBezTo>
                    <a:pt x="10074" y="7073"/>
                    <a:pt x="10741" y="8340"/>
                    <a:pt x="11008" y="9508"/>
                  </a:cubicBezTo>
                  <a:cubicBezTo>
                    <a:pt x="9107" y="11676"/>
                    <a:pt x="9274" y="13077"/>
                    <a:pt x="11675" y="14712"/>
                  </a:cubicBezTo>
                  <a:cubicBezTo>
                    <a:pt x="11842" y="14845"/>
                    <a:pt x="12009" y="14978"/>
                    <a:pt x="12042" y="15145"/>
                  </a:cubicBezTo>
                  <a:cubicBezTo>
                    <a:pt x="12442" y="16379"/>
                    <a:pt x="12809" y="17647"/>
                    <a:pt x="13210" y="18881"/>
                  </a:cubicBezTo>
                  <a:lnTo>
                    <a:pt x="5137" y="18881"/>
                  </a:lnTo>
                  <a:lnTo>
                    <a:pt x="5137" y="18814"/>
                  </a:lnTo>
                  <a:lnTo>
                    <a:pt x="4570" y="18814"/>
                  </a:lnTo>
                  <a:cubicBezTo>
                    <a:pt x="3736" y="18881"/>
                    <a:pt x="3069" y="18915"/>
                    <a:pt x="2302" y="18981"/>
                  </a:cubicBezTo>
                  <a:lnTo>
                    <a:pt x="2302" y="16213"/>
                  </a:lnTo>
                  <a:lnTo>
                    <a:pt x="1335" y="16213"/>
                  </a:lnTo>
                  <a:cubicBezTo>
                    <a:pt x="1335" y="17113"/>
                    <a:pt x="1268" y="18014"/>
                    <a:pt x="1201" y="19115"/>
                  </a:cubicBezTo>
                  <a:lnTo>
                    <a:pt x="0" y="19115"/>
                  </a:lnTo>
                  <a:lnTo>
                    <a:pt x="0" y="20049"/>
                  </a:lnTo>
                  <a:cubicBezTo>
                    <a:pt x="701" y="20049"/>
                    <a:pt x="1201" y="20215"/>
                    <a:pt x="1535" y="20883"/>
                  </a:cubicBezTo>
                  <a:lnTo>
                    <a:pt x="1835" y="20749"/>
                  </a:lnTo>
                  <a:lnTo>
                    <a:pt x="2102" y="20249"/>
                  </a:lnTo>
                  <a:lnTo>
                    <a:pt x="13510" y="20249"/>
                  </a:lnTo>
                  <a:cubicBezTo>
                    <a:pt x="13710" y="20849"/>
                    <a:pt x="13977" y="21650"/>
                    <a:pt x="14210" y="22417"/>
                  </a:cubicBezTo>
                  <a:cubicBezTo>
                    <a:pt x="14495" y="23241"/>
                    <a:pt x="14948" y="23581"/>
                    <a:pt x="15716" y="23581"/>
                  </a:cubicBezTo>
                  <a:cubicBezTo>
                    <a:pt x="15849" y="23581"/>
                    <a:pt x="15992" y="23571"/>
                    <a:pt x="16145" y="23551"/>
                  </a:cubicBezTo>
                  <a:cubicBezTo>
                    <a:pt x="16792" y="23470"/>
                    <a:pt x="17438" y="23426"/>
                    <a:pt x="18084" y="23426"/>
                  </a:cubicBezTo>
                  <a:cubicBezTo>
                    <a:pt x="18505" y="23426"/>
                    <a:pt x="18926" y="23445"/>
                    <a:pt x="19347" y="23484"/>
                  </a:cubicBezTo>
                  <a:cubicBezTo>
                    <a:pt x="21582" y="23701"/>
                    <a:pt x="23809" y="23843"/>
                    <a:pt x="26031" y="23843"/>
                  </a:cubicBezTo>
                  <a:cubicBezTo>
                    <a:pt x="28254" y="23843"/>
                    <a:pt x="30472" y="23701"/>
                    <a:pt x="32690" y="23351"/>
                  </a:cubicBezTo>
                  <a:cubicBezTo>
                    <a:pt x="33791" y="23184"/>
                    <a:pt x="34458" y="22717"/>
                    <a:pt x="34692" y="21650"/>
                  </a:cubicBezTo>
                  <a:cubicBezTo>
                    <a:pt x="34858" y="21016"/>
                    <a:pt x="34992" y="20349"/>
                    <a:pt x="35125" y="19648"/>
                  </a:cubicBezTo>
                  <a:lnTo>
                    <a:pt x="34258" y="19348"/>
                  </a:lnTo>
                  <a:cubicBezTo>
                    <a:pt x="33991" y="20082"/>
                    <a:pt x="33724" y="20816"/>
                    <a:pt x="33457" y="21550"/>
                  </a:cubicBezTo>
                  <a:cubicBezTo>
                    <a:pt x="33357" y="21817"/>
                    <a:pt x="32824" y="22083"/>
                    <a:pt x="32457" y="22150"/>
                  </a:cubicBezTo>
                  <a:cubicBezTo>
                    <a:pt x="30366" y="22418"/>
                    <a:pt x="28285" y="22552"/>
                    <a:pt x="26203" y="22552"/>
                  </a:cubicBezTo>
                  <a:cubicBezTo>
                    <a:pt x="24399" y="22552"/>
                    <a:pt x="22594" y="22452"/>
                    <a:pt x="20782" y="22250"/>
                  </a:cubicBezTo>
                  <a:cubicBezTo>
                    <a:pt x="19933" y="22152"/>
                    <a:pt x="19061" y="22123"/>
                    <a:pt x="18186" y="22123"/>
                  </a:cubicBezTo>
                  <a:cubicBezTo>
                    <a:pt x="17583" y="22123"/>
                    <a:pt x="16978" y="22137"/>
                    <a:pt x="16379" y="22150"/>
                  </a:cubicBezTo>
                  <a:cubicBezTo>
                    <a:pt x="16334" y="22153"/>
                    <a:pt x="16291" y="22154"/>
                    <a:pt x="16250" y="22154"/>
                  </a:cubicBezTo>
                  <a:cubicBezTo>
                    <a:pt x="15699" y="22154"/>
                    <a:pt x="15400" y="21944"/>
                    <a:pt x="15244" y="21416"/>
                  </a:cubicBezTo>
                  <a:cubicBezTo>
                    <a:pt x="14611" y="19448"/>
                    <a:pt x="13977" y="17514"/>
                    <a:pt x="13210" y="15179"/>
                  </a:cubicBezTo>
                  <a:cubicBezTo>
                    <a:pt x="14844" y="15078"/>
                    <a:pt x="16279" y="14945"/>
                    <a:pt x="17713" y="14945"/>
                  </a:cubicBezTo>
                  <a:cubicBezTo>
                    <a:pt x="21009" y="14976"/>
                    <a:pt x="24277" y="15149"/>
                    <a:pt x="27543" y="15149"/>
                  </a:cubicBezTo>
                  <a:cubicBezTo>
                    <a:pt x="27813" y="15149"/>
                    <a:pt x="28084" y="15148"/>
                    <a:pt x="28354" y="15145"/>
                  </a:cubicBezTo>
                  <a:cubicBezTo>
                    <a:pt x="30055" y="15145"/>
                    <a:pt x="31723" y="14745"/>
                    <a:pt x="33424" y="14545"/>
                  </a:cubicBezTo>
                  <a:cubicBezTo>
                    <a:pt x="34158" y="14478"/>
                    <a:pt x="34892" y="14445"/>
                    <a:pt x="36026" y="14345"/>
                  </a:cubicBezTo>
                  <a:lnTo>
                    <a:pt x="36026" y="14345"/>
                  </a:lnTo>
                  <a:cubicBezTo>
                    <a:pt x="35926" y="14678"/>
                    <a:pt x="35792" y="15012"/>
                    <a:pt x="35692" y="15312"/>
                  </a:cubicBezTo>
                  <a:lnTo>
                    <a:pt x="36226" y="15445"/>
                  </a:lnTo>
                  <a:cubicBezTo>
                    <a:pt x="36293" y="15112"/>
                    <a:pt x="36393" y="14812"/>
                    <a:pt x="36460" y="14478"/>
                  </a:cubicBezTo>
                  <a:cubicBezTo>
                    <a:pt x="36543" y="14485"/>
                    <a:pt x="36627" y="14489"/>
                    <a:pt x="36711" y="14489"/>
                  </a:cubicBezTo>
                  <a:cubicBezTo>
                    <a:pt x="38148" y="14489"/>
                    <a:pt x="39708" y="13442"/>
                    <a:pt x="39929" y="12276"/>
                  </a:cubicBezTo>
                  <a:cubicBezTo>
                    <a:pt x="40196" y="10809"/>
                    <a:pt x="38995" y="10408"/>
                    <a:pt x="37894" y="9841"/>
                  </a:cubicBezTo>
                  <a:cubicBezTo>
                    <a:pt x="38394" y="8307"/>
                    <a:pt x="37494" y="7506"/>
                    <a:pt x="36059" y="6939"/>
                  </a:cubicBezTo>
                  <a:cubicBezTo>
                    <a:pt x="36726" y="5038"/>
                    <a:pt x="35993" y="3937"/>
                    <a:pt x="34091" y="3503"/>
                  </a:cubicBezTo>
                  <a:cubicBezTo>
                    <a:pt x="33924" y="3470"/>
                    <a:pt x="33791" y="3203"/>
                    <a:pt x="33691" y="3003"/>
                  </a:cubicBezTo>
                  <a:cubicBezTo>
                    <a:pt x="33072" y="1654"/>
                    <a:pt x="32188" y="979"/>
                    <a:pt x="31090" y="979"/>
                  </a:cubicBezTo>
                  <a:cubicBezTo>
                    <a:pt x="30532" y="979"/>
                    <a:pt x="29918" y="1154"/>
                    <a:pt x="29254" y="1502"/>
                  </a:cubicBezTo>
                  <a:cubicBezTo>
                    <a:pt x="28454" y="535"/>
                    <a:pt x="27720" y="34"/>
                    <a:pt x="2705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6"/>
            <p:cNvSpPr/>
            <p:nvPr/>
          </p:nvSpPr>
          <p:spPr>
            <a:xfrm>
              <a:off x="2860800" y="4246725"/>
              <a:ext cx="94238" cy="34113"/>
            </a:xfrm>
            <a:custGeom>
              <a:rect b="b" l="l" r="r" t="t"/>
              <a:pathLst>
                <a:path extrusionOk="0" h="2729" w="7539">
                  <a:moveTo>
                    <a:pt x="3434" y="375"/>
                  </a:moveTo>
                  <a:cubicBezTo>
                    <a:pt x="4482" y="375"/>
                    <a:pt x="5510" y="580"/>
                    <a:pt x="6538" y="894"/>
                  </a:cubicBezTo>
                  <a:cubicBezTo>
                    <a:pt x="6638" y="927"/>
                    <a:pt x="6772" y="1561"/>
                    <a:pt x="6672" y="1627"/>
                  </a:cubicBezTo>
                  <a:cubicBezTo>
                    <a:pt x="6288" y="1949"/>
                    <a:pt x="5495" y="2097"/>
                    <a:pt x="4592" y="2097"/>
                  </a:cubicBezTo>
                  <a:cubicBezTo>
                    <a:pt x="3062" y="2097"/>
                    <a:pt x="1214" y="1674"/>
                    <a:pt x="501" y="960"/>
                  </a:cubicBezTo>
                  <a:cubicBezTo>
                    <a:pt x="1504" y="546"/>
                    <a:pt x="2477" y="375"/>
                    <a:pt x="3434" y="375"/>
                  </a:cubicBezTo>
                  <a:close/>
                  <a:moveTo>
                    <a:pt x="5097" y="0"/>
                  </a:moveTo>
                  <a:cubicBezTo>
                    <a:pt x="3718" y="0"/>
                    <a:pt x="2326" y="62"/>
                    <a:pt x="934" y="160"/>
                  </a:cubicBezTo>
                  <a:cubicBezTo>
                    <a:pt x="601" y="160"/>
                    <a:pt x="0" y="727"/>
                    <a:pt x="34" y="994"/>
                  </a:cubicBezTo>
                  <a:cubicBezTo>
                    <a:pt x="100" y="1394"/>
                    <a:pt x="501" y="1961"/>
                    <a:pt x="868" y="2094"/>
                  </a:cubicBezTo>
                  <a:cubicBezTo>
                    <a:pt x="1735" y="2428"/>
                    <a:pt x="2702" y="2528"/>
                    <a:pt x="3636" y="2728"/>
                  </a:cubicBezTo>
                  <a:cubicBezTo>
                    <a:pt x="4637" y="2595"/>
                    <a:pt x="5638" y="2528"/>
                    <a:pt x="6572" y="2228"/>
                  </a:cubicBezTo>
                  <a:cubicBezTo>
                    <a:pt x="7005" y="2094"/>
                    <a:pt x="7539" y="1494"/>
                    <a:pt x="7539" y="1127"/>
                  </a:cubicBezTo>
                  <a:cubicBezTo>
                    <a:pt x="7539" y="727"/>
                    <a:pt x="6972" y="26"/>
                    <a:pt x="6605" y="26"/>
                  </a:cubicBezTo>
                  <a:cubicBezTo>
                    <a:pt x="6104" y="8"/>
                    <a:pt x="5602" y="0"/>
                    <a:pt x="50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6"/>
            <p:cNvSpPr/>
            <p:nvPr/>
          </p:nvSpPr>
          <p:spPr>
            <a:xfrm>
              <a:off x="2783238" y="4119463"/>
              <a:ext cx="438" cy="425"/>
            </a:xfrm>
            <a:custGeom>
              <a:rect b="b" l="l" r="r" t="t"/>
              <a:pathLst>
                <a:path extrusionOk="0" h="34" w="35">
                  <a:moveTo>
                    <a:pt x="34" y="0"/>
                  </a:moveTo>
                  <a:cubicBezTo>
                    <a:pt x="34" y="0"/>
                    <a:pt x="1" y="33"/>
                    <a:pt x="1" y="33"/>
                  </a:cubicBezTo>
                  <a:lnTo>
                    <a:pt x="1" y="33"/>
                  </a:lnTo>
                  <a:lnTo>
                    <a:pt x="1" y="33"/>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6"/>
            <p:cNvSpPr/>
            <p:nvPr/>
          </p:nvSpPr>
          <p:spPr>
            <a:xfrm>
              <a:off x="2722363" y="4159063"/>
              <a:ext cx="169300" cy="73325"/>
            </a:xfrm>
            <a:custGeom>
              <a:rect b="b" l="l" r="r" t="t"/>
              <a:pathLst>
                <a:path extrusionOk="0" h="5866" w="13544">
                  <a:moveTo>
                    <a:pt x="8232" y="1115"/>
                  </a:moveTo>
                  <a:cubicBezTo>
                    <a:pt x="8889" y="1115"/>
                    <a:pt x="9549" y="1123"/>
                    <a:pt x="10208" y="1135"/>
                  </a:cubicBezTo>
                  <a:cubicBezTo>
                    <a:pt x="11375" y="1135"/>
                    <a:pt x="12776" y="2169"/>
                    <a:pt x="12910" y="2970"/>
                  </a:cubicBezTo>
                  <a:cubicBezTo>
                    <a:pt x="13010" y="3870"/>
                    <a:pt x="11976" y="4871"/>
                    <a:pt x="10508" y="5038"/>
                  </a:cubicBezTo>
                  <a:cubicBezTo>
                    <a:pt x="9879" y="5111"/>
                    <a:pt x="9254" y="5147"/>
                    <a:pt x="8634" y="5147"/>
                  </a:cubicBezTo>
                  <a:cubicBezTo>
                    <a:pt x="6431" y="5147"/>
                    <a:pt x="4292" y="4689"/>
                    <a:pt x="2236" y="3804"/>
                  </a:cubicBezTo>
                  <a:cubicBezTo>
                    <a:pt x="1969" y="3704"/>
                    <a:pt x="1769" y="3503"/>
                    <a:pt x="1535" y="3370"/>
                  </a:cubicBezTo>
                  <a:cubicBezTo>
                    <a:pt x="1335" y="3237"/>
                    <a:pt x="1168" y="3070"/>
                    <a:pt x="835" y="2803"/>
                  </a:cubicBezTo>
                  <a:cubicBezTo>
                    <a:pt x="2102" y="1635"/>
                    <a:pt x="3436" y="1302"/>
                    <a:pt x="4837" y="1202"/>
                  </a:cubicBezTo>
                  <a:cubicBezTo>
                    <a:pt x="5958" y="1138"/>
                    <a:pt x="7093" y="1115"/>
                    <a:pt x="8232" y="1115"/>
                  </a:cubicBezTo>
                  <a:close/>
                  <a:moveTo>
                    <a:pt x="7373" y="1"/>
                  </a:moveTo>
                  <a:cubicBezTo>
                    <a:pt x="5271" y="168"/>
                    <a:pt x="3303" y="435"/>
                    <a:pt x="1468" y="1469"/>
                  </a:cubicBezTo>
                  <a:cubicBezTo>
                    <a:pt x="67" y="2269"/>
                    <a:pt x="1" y="3137"/>
                    <a:pt x="1335" y="3970"/>
                  </a:cubicBezTo>
                  <a:cubicBezTo>
                    <a:pt x="3443" y="5280"/>
                    <a:pt x="5684" y="5866"/>
                    <a:pt x="7999" y="5866"/>
                  </a:cubicBezTo>
                  <a:cubicBezTo>
                    <a:pt x="9164" y="5866"/>
                    <a:pt x="10348" y="5717"/>
                    <a:pt x="11542" y="5438"/>
                  </a:cubicBezTo>
                  <a:cubicBezTo>
                    <a:pt x="12676" y="5171"/>
                    <a:pt x="13444" y="4304"/>
                    <a:pt x="13510" y="3137"/>
                  </a:cubicBezTo>
                  <a:cubicBezTo>
                    <a:pt x="13544" y="1936"/>
                    <a:pt x="12710" y="1202"/>
                    <a:pt x="11642" y="935"/>
                  </a:cubicBezTo>
                  <a:cubicBezTo>
                    <a:pt x="10275" y="535"/>
                    <a:pt x="8807" y="301"/>
                    <a:pt x="73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6"/>
            <p:cNvSpPr/>
            <p:nvPr/>
          </p:nvSpPr>
          <p:spPr>
            <a:xfrm>
              <a:off x="2618125" y="4086000"/>
              <a:ext cx="169713" cy="57838"/>
            </a:xfrm>
            <a:custGeom>
              <a:rect b="b" l="l" r="r" t="t"/>
              <a:pathLst>
                <a:path extrusionOk="0" h="4627" w="13577">
                  <a:moveTo>
                    <a:pt x="7421" y="0"/>
                  </a:moveTo>
                  <a:cubicBezTo>
                    <a:pt x="5396" y="0"/>
                    <a:pt x="3387" y="405"/>
                    <a:pt x="1401" y="1243"/>
                  </a:cubicBezTo>
                  <a:cubicBezTo>
                    <a:pt x="467" y="1643"/>
                    <a:pt x="0" y="2243"/>
                    <a:pt x="367" y="3277"/>
                  </a:cubicBezTo>
                  <a:cubicBezTo>
                    <a:pt x="868" y="3444"/>
                    <a:pt x="1401" y="3611"/>
                    <a:pt x="1935" y="3744"/>
                  </a:cubicBezTo>
                  <a:cubicBezTo>
                    <a:pt x="3804" y="4231"/>
                    <a:pt x="5695" y="4627"/>
                    <a:pt x="7589" y="4627"/>
                  </a:cubicBezTo>
                  <a:cubicBezTo>
                    <a:pt x="8941" y="4627"/>
                    <a:pt x="10295" y="4425"/>
                    <a:pt x="11642" y="3911"/>
                  </a:cubicBezTo>
                  <a:cubicBezTo>
                    <a:pt x="12242" y="3678"/>
                    <a:pt x="12709" y="3111"/>
                    <a:pt x="13210" y="2710"/>
                  </a:cubicBezTo>
                  <a:lnTo>
                    <a:pt x="13210" y="2710"/>
                  </a:lnTo>
                  <a:cubicBezTo>
                    <a:pt x="11698" y="3707"/>
                    <a:pt x="10107" y="3995"/>
                    <a:pt x="8490" y="3995"/>
                  </a:cubicBezTo>
                  <a:cubicBezTo>
                    <a:pt x="6968" y="3995"/>
                    <a:pt x="5424" y="3739"/>
                    <a:pt x="3903" y="3578"/>
                  </a:cubicBezTo>
                  <a:cubicBezTo>
                    <a:pt x="3336" y="3511"/>
                    <a:pt x="2769" y="3411"/>
                    <a:pt x="2269" y="3177"/>
                  </a:cubicBezTo>
                  <a:cubicBezTo>
                    <a:pt x="1935" y="3044"/>
                    <a:pt x="1501" y="2644"/>
                    <a:pt x="1535" y="2377"/>
                  </a:cubicBezTo>
                  <a:cubicBezTo>
                    <a:pt x="1535" y="2077"/>
                    <a:pt x="1902" y="1610"/>
                    <a:pt x="2235" y="1476"/>
                  </a:cubicBezTo>
                  <a:cubicBezTo>
                    <a:pt x="3269" y="1143"/>
                    <a:pt x="4370" y="709"/>
                    <a:pt x="5438" y="676"/>
                  </a:cubicBezTo>
                  <a:cubicBezTo>
                    <a:pt x="5591" y="673"/>
                    <a:pt x="5744" y="672"/>
                    <a:pt x="5897" y="672"/>
                  </a:cubicBezTo>
                  <a:cubicBezTo>
                    <a:pt x="7808" y="672"/>
                    <a:pt x="9691" y="857"/>
                    <a:pt x="11575" y="1043"/>
                  </a:cubicBezTo>
                  <a:cubicBezTo>
                    <a:pt x="12476" y="1143"/>
                    <a:pt x="13076" y="1743"/>
                    <a:pt x="13210" y="2710"/>
                  </a:cubicBezTo>
                  <a:cubicBezTo>
                    <a:pt x="13577" y="1610"/>
                    <a:pt x="13210" y="976"/>
                    <a:pt x="11775" y="609"/>
                  </a:cubicBezTo>
                  <a:cubicBezTo>
                    <a:pt x="10317" y="206"/>
                    <a:pt x="8865" y="0"/>
                    <a:pt x="74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6"/>
            <p:cNvSpPr/>
            <p:nvPr/>
          </p:nvSpPr>
          <p:spPr>
            <a:xfrm>
              <a:off x="2597688" y="3492138"/>
              <a:ext cx="137200" cy="56925"/>
            </a:xfrm>
            <a:custGeom>
              <a:rect b="b" l="l" r="r" t="t"/>
              <a:pathLst>
                <a:path extrusionOk="0" h="4554" w="10976">
                  <a:moveTo>
                    <a:pt x="5471" y="584"/>
                  </a:moveTo>
                  <a:cubicBezTo>
                    <a:pt x="6539" y="684"/>
                    <a:pt x="7573" y="817"/>
                    <a:pt x="8607" y="851"/>
                  </a:cubicBezTo>
                  <a:cubicBezTo>
                    <a:pt x="9508" y="884"/>
                    <a:pt x="9474" y="1518"/>
                    <a:pt x="9408" y="2118"/>
                  </a:cubicBezTo>
                  <a:cubicBezTo>
                    <a:pt x="9341" y="2752"/>
                    <a:pt x="9641" y="3719"/>
                    <a:pt x="8540" y="3753"/>
                  </a:cubicBezTo>
                  <a:cubicBezTo>
                    <a:pt x="7523" y="3769"/>
                    <a:pt x="6506" y="3778"/>
                    <a:pt x="5492" y="3778"/>
                  </a:cubicBezTo>
                  <a:cubicBezTo>
                    <a:pt x="4479" y="3778"/>
                    <a:pt x="3470" y="3769"/>
                    <a:pt x="2469" y="3753"/>
                  </a:cubicBezTo>
                  <a:cubicBezTo>
                    <a:pt x="1268" y="3719"/>
                    <a:pt x="1635" y="2685"/>
                    <a:pt x="1535" y="2018"/>
                  </a:cubicBezTo>
                  <a:cubicBezTo>
                    <a:pt x="1435" y="1418"/>
                    <a:pt x="1535" y="851"/>
                    <a:pt x="2403" y="851"/>
                  </a:cubicBezTo>
                  <a:cubicBezTo>
                    <a:pt x="3437" y="817"/>
                    <a:pt x="4471" y="684"/>
                    <a:pt x="5471" y="584"/>
                  </a:cubicBezTo>
                  <a:close/>
                  <a:moveTo>
                    <a:pt x="5484" y="0"/>
                  </a:moveTo>
                  <a:cubicBezTo>
                    <a:pt x="4196" y="0"/>
                    <a:pt x="2903" y="17"/>
                    <a:pt x="1602" y="50"/>
                  </a:cubicBezTo>
                  <a:cubicBezTo>
                    <a:pt x="635" y="84"/>
                    <a:pt x="1" y="617"/>
                    <a:pt x="168" y="1751"/>
                  </a:cubicBezTo>
                  <a:cubicBezTo>
                    <a:pt x="301" y="2652"/>
                    <a:pt x="401" y="3519"/>
                    <a:pt x="568" y="4553"/>
                  </a:cubicBezTo>
                  <a:lnTo>
                    <a:pt x="10375" y="4553"/>
                  </a:lnTo>
                  <a:cubicBezTo>
                    <a:pt x="10542" y="3453"/>
                    <a:pt x="10642" y="2619"/>
                    <a:pt x="10775" y="1785"/>
                  </a:cubicBezTo>
                  <a:cubicBezTo>
                    <a:pt x="10975" y="651"/>
                    <a:pt x="10342" y="84"/>
                    <a:pt x="9341" y="50"/>
                  </a:cubicBezTo>
                  <a:cubicBezTo>
                    <a:pt x="8057" y="17"/>
                    <a:pt x="6772" y="0"/>
                    <a:pt x="548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6"/>
            <p:cNvSpPr/>
            <p:nvPr/>
          </p:nvSpPr>
          <p:spPr>
            <a:xfrm>
              <a:off x="2581850" y="4214200"/>
              <a:ext cx="155950" cy="68300"/>
            </a:xfrm>
            <a:custGeom>
              <a:rect b="b" l="l" r="r" t="t"/>
              <a:pathLst>
                <a:path extrusionOk="0" h="5464" w="12476">
                  <a:moveTo>
                    <a:pt x="6347" y="654"/>
                  </a:moveTo>
                  <a:cubicBezTo>
                    <a:pt x="7178" y="654"/>
                    <a:pt x="8020" y="743"/>
                    <a:pt x="8873" y="927"/>
                  </a:cubicBezTo>
                  <a:cubicBezTo>
                    <a:pt x="9474" y="1061"/>
                    <a:pt x="10141" y="1061"/>
                    <a:pt x="10708" y="1294"/>
                  </a:cubicBezTo>
                  <a:cubicBezTo>
                    <a:pt x="11208" y="1494"/>
                    <a:pt x="11809" y="1861"/>
                    <a:pt x="11942" y="2261"/>
                  </a:cubicBezTo>
                  <a:cubicBezTo>
                    <a:pt x="12242" y="3095"/>
                    <a:pt x="11442" y="3362"/>
                    <a:pt x="10841" y="3496"/>
                  </a:cubicBezTo>
                  <a:cubicBezTo>
                    <a:pt x="9073" y="3896"/>
                    <a:pt x="7272" y="4229"/>
                    <a:pt x="5504" y="4563"/>
                  </a:cubicBezTo>
                  <a:cubicBezTo>
                    <a:pt x="4137" y="4263"/>
                    <a:pt x="2836" y="4063"/>
                    <a:pt x="1601" y="3662"/>
                  </a:cubicBezTo>
                  <a:cubicBezTo>
                    <a:pt x="1168" y="3529"/>
                    <a:pt x="901" y="2895"/>
                    <a:pt x="567" y="2495"/>
                  </a:cubicBezTo>
                  <a:cubicBezTo>
                    <a:pt x="934" y="2161"/>
                    <a:pt x="1268" y="1728"/>
                    <a:pt x="1735" y="1561"/>
                  </a:cubicBezTo>
                  <a:cubicBezTo>
                    <a:pt x="3241" y="972"/>
                    <a:pt x="4775" y="654"/>
                    <a:pt x="6347" y="654"/>
                  </a:cubicBezTo>
                  <a:close/>
                  <a:moveTo>
                    <a:pt x="6607" y="0"/>
                  </a:moveTo>
                  <a:cubicBezTo>
                    <a:pt x="4827" y="0"/>
                    <a:pt x="3051" y="350"/>
                    <a:pt x="1301" y="1061"/>
                  </a:cubicBezTo>
                  <a:cubicBezTo>
                    <a:pt x="734" y="1294"/>
                    <a:pt x="0" y="1928"/>
                    <a:pt x="0" y="2395"/>
                  </a:cubicBezTo>
                  <a:cubicBezTo>
                    <a:pt x="0" y="2962"/>
                    <a:pt x="534" y="3829"/>
                    <a:pt x="1068" y="4063"/>
                  </a:cubicBezTo>
                  <a:cubicBezTo>
                    <a:pt x="2502" y="4663"/>
                    <a:pt x="4037" y="4997"/>
                    <a:pt x="5538" y="5464"/>
                  </a:cubicBezTo>
                  <a:cubicBezTo>
                    <a:pt x="7773" y="4997"/>
                    <a:pt x="9974" y="5063"/>
                    <a:pt x="11809" y="3662"/>
                  </a:cubicBezTo>
                  <a:cubicBezTo>
                    <a:pt x="12209" y="3329"/>
                    <a:pt x="12476" y="2595"/>
                    <a:pt x="12476" y="2061"/>
                  </a:cubicBezTo>
                  <a:cubicBezTo>
                    <a:pt x="12443" y="1661"/>
                    <a:pt x="11976" y="1027"/>
                    <a:pt x="11542" y="894"/>
                  </a:cubicBezTo>
                  <a:cubicBezTo>
                    <a:pt x="9906" y="300"/>
                    <a:pt x="8255" y="0"/>
                    <a:pt x="66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6"/>
            <p:cNvSpPr/>
            <p:nvPr/>
          </p:nvSpPr>
          <p:spPr>
            <a:xfrm>
              <a:off x="2538063" y="4084438"/>
              <a:ext cx="76325" cy="35875"/>
            </a:xfrm>
            <a:custGeom>
              <a:rect b="b" l="l" r="r" t="t"/>
              <a:pathLst>
                <a:path extrusionOk="0" h="2870" w="6106">
                  <a:moveTo>
                    <a:pt x="3726" y="985"/>
                  </a:moveTo>
                  <a:cubicBezTo>
                    <a:pt x="4335" y="985"/>
                    <a:pt x="4947" y="1118"/>
                    <a:pt x="5571" y="1534"/>
                  </a:cubicBezTo>
                  <a:cubicBezTo>
                    <a:pt x="4742" y="2061"/>
                    <a:pt x="3898" y="2320"/>
                    <a:pt x="3079" y="2320"/>
                  </a:cubicBezTo>
                  <a:cubicBezTo>
                    <a:pt x="2184" y="2320"/>
                    <a:pt x="1318" y="2011"/>
                    <a:pt x="535" y="1401"/>
                  </a:cubicBezTo>
                  <a:cubicBezTo>
                    <a:pt x="1632" y="1380"/>
                    <a:pt x="2676" y="985"/>
                    <a:pt x="3726" y="985"/>
                  </a:cubicBezTo>
                  <a:close/>
                  <a:moveTo>
                    <a:pt x="4471" y="0"/>
                  </a:moveTo>
                  <a:cubicBezTo>
                    <a:pt x="3136" y="234"/>
                    <a:pt x="1936" y="434"/>
                    <a:pt x="801" y="667"/>
                  </a:cubicBezTo>
                  <a:cubicBezTo>
                    <a:pt x="501" y="734"/>
                    <a:pt x="1" y="1067"/>
                    <a:pt x="1" y="1201"/>
                  </a:cubicBezTo>
                  <a:cubicBezTo>
                    <a:pt x="34" y="1534"/>
                    <a:pt x="301" y="1935"/>
                    <a:pt x="568" y="2135"/>
                  </a:cubicBezTo>
                  <a:cubicBezTo>
                    <a:pt x="1207" y="2619"/>
                    <a:pt x="2240" y="2870"/>
                    <a:pt x="3249" y="2870"/>
                  </a:cubicBezTo>
                  <a:cubicBezTo>
                    <a:pt x="4189" y="2870"/>
                    <a:pt x="5109" y="2652"/>
                    <a:pt x="5672" y="2202"/>
                  </a:cubicBezTo>
                  <a:cubicBezTo>
                    <a:pt x="5972" y="1968"/>
                    <a:pt x="6105" y="1101"/>
                    <a:pt x="5905" y="867"/>
                  </a:cubicBezTo>
                  <a:cubicBezTo>
                    <a:pt x="5571" y="434"/>
                    <a:pt x="4904" y="234"/>
                    <a:pt x="4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6"/>
            <p:cNvSpPr/>
            <p:nvPr/>
          </p:nvSpPr>
          <p:spPr>
            <a:xfrm>
              <a:off x="2530150" y="3816738"/>
              <a:ext cx="60050" cy="65900"/>
            </a:xfrm>
            <a:custGeom>
              <a:rect b="b" l="l" r="r" t="t"/>
              <a:pathLst>
                <a:path extrusionOk="0" h="5272" w="4804">
                  <a:moveTo>
                    <a:pt x="2661" y="1100"/>
                  </a:moveTo>
                  <a:cubicBezTo>
                    <a:pt x="2732" y="1100"/>
                    <a:pt x="2801" y="1111"/>
                    <a:pt x="2869" y="1135"/>
                  </a:cubicBezTo>
                  <a:cubicBezTo>
                    <a:pt x="3436" y="1335"/>
                    <a:pt x="3769" y="2102"/>
                    <a:pt x="4236" y="2603"/>
                  </a:cubicBezTo>
                  <a:cubicBezTo>
                    <a:pt x="3942" y="3648"/>
                    <a:pt x="3744" y="4405"/>
                    <a:pt x="2829" y="4405"/>
                  </a:cubicBezTo>
                  <a:cubicBezTo>
                    <a:pt x="2809" y="4405"/>
                    <a:pt x="2789" y="4405"/>
                    <a:pt x="2769" y="4404"/>
                  </a:cubicBezTo>
                  <a:cubicBezTo>
                    <a:pt x="2035" y="4370"/>
                    <a:pt x="1201" y="4204"/>
                    <a:pt x="1134" y="3170"/>
                  </a:cubicBezTo>
                  <a:cubicBezTo>
                    <a:pt x="1073" y="2288"/>
                    <a:pt x="1928" y="1100"/>
                    <a:pt x="2661" y="1100"/>
                  </a:cubicBezTo>
                  <a:close/>
                  <a:moveTo>
                    <a:pt x="2669" y="1"/>
                  </a:moveTo>
                  <a:cubicBezTo>
                    <a:pt x="1201" y="34"/>
                    <a:pt x="33" y="1402"/>
                    <a:pt x="0" y="3136"/>
                  </a:cubicBezTo>
                  <a:cubicBezTo>
                    <a:pt x="0" y="4337"/>
                    <a:pt x="801" y="5271"/>
                    <a:pt x="1935" y="5271"/>
                  </a:cubicBezTo>
                  <a:cubicBezTo>
                    <a:pt x="3536" y="5271"/>
                    <a:pt x="4770" y="4104"/>
                    <a:pt x="4770" y="2536"/>
                  </a:cubicBezTo>
                  <a:cubicBezTo>
                    <a:pt x="4803" y="1135"/>
                    <a:pt x="3869" y="1"/>
                    <a:pt x="266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6"/>
            <p:cNvSpPr/>
            <p:nvPr/>
          </p:nvSpPr>
          <p:spPr>
            <a:xfrm>
              <a:off x="2531400" y="4048988"/>
              <a:ext cx="265200" cy="19613"/>
            </a:xfrm>
            <a:custGeom>
              <a:rect b="b" l="l" r="r" t="t"/>
              <a:pathLst>
                <a:path extrusionOk="0" h="1569" w="21216">
                  <a:moveTo>
                    <a:pt x="0" y="1"/>
                  </a:moveTo>
                  <a:lnTo>
                    <a:pt x="0" y="901"/>
                  </a:lnTo>
                  <a:cubicBezTo>
                    <a:pt x="100" y="901"/>
                    <a:pt x="200" y="935"/>
                    <a:pt x="300" y="935"/>
                  </a:cubicBezTo>
                  <a:cubicBezTo>
                    <a:pt x="3603" y="1202"/>
                    <a:pt x="6972" y="1568"/>
                    <a:pt x="10307" y="1568"/>
                  </a:cubicBezTo>
                  <a:cubicBezTo>
                    <a:pt x="13710" y="1568"/>
                    <a:pt x="17146" y="1302"/>
                    <a:pt x="20548" y="1001"/>
                  </a:cubicBezTo>
                  <a:cubicBezTo>
                    <a:pt x="20782" y="968"/>
                    <a:pt x="21015" y="968"/>
                    <a:pt x="21215" y="968"/>
                  </a:cubicBezTo>
                  <a:lnTo>
                    <a:pt x="212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6"/>
            <p:cNvSpPr/>
            <p:nvPr/>
          </p:nvSpPr>
          <p:spPr>
            <a:xfrm>
              <a:off x="2504288" y="3594913"/>
              <a:ext cx="324000" cy="420313"/>
            </a:xfrm>
            <a:custGeom>
              <a:rect b="b" l="l" r="r" t="t"/>
              <a:pathLst>
                <a:path extrusionOk="0" h="33625" w="25920">
                  <a:moveTo>
                    <a:pt x="568" y="1"/>
                  </a:moveTo>
                  <a:lnTo>
                    <a:pt x="1" y="401"/>
                  </a:lnTo>
                  <a:cubicBezTo>
                    <a:pt x="968" y="1368"/>
                    <a:pt x="1869" y="2102"/>
                    <a:pt x="1369" y="3937"/>
                  </a:cubicBezTo>
                  <a:cubicBezTo>
                    <a:pt x="735" y="6505"/>
                    <a:pt x="601" y="9241"/>
                    <a:pt x="535" y="11876"/>
                  </a:cubicBezTo>
                  <a:cubicBezTo>
                    <a:pt x="368" y="19114"/>
                    <a:pt x="301" y="26353"/>
                    <a:pt x="234" y="33591"/>
                  </a:cubicBezTo>
                  <a:lnTo>
                    <a:pt x="1168" y="33625"/>
                  </a:lnTo>
                  <a:lnTo>
                    <a:pt x="1168" y="33425"/>
                  </a:lnTo>
                  <a:cubicBezTo>
                    <a:pt x="1235" y="27854"/>
                    <a:pt x="1268" y="22283"/>
                    <a:pt x="1502" y="16713"/>
                  </a:cubicBezTo>
                  <a:cubicBezTo>
                    <a:pt x="1669" y="12776"/>
                    <a:pt x="2002" y="8807"/>
                    <a:pt x="2503" y="4904"/>
                  </a:cubicBezTo>
                  <a:cubicBezTo>
                    <a:pt x="2870" y="2336"/>
                    <a:pt x="3070" y="1935"/>
                    <a:pt x="6005" y="1835"/>
                  </a:cubicBezTo>
                  <a:cubicBezTo>
                    <a:pt x="8307" y="1752"/>
                    <a:pt x="10617" y="1710"/>
                    <a:pt x="12927" y="1710"/>
                  </a:cubicBezTo>
                  <a:cubicBezTo>
                    <a:pt x="15237" y="1710"/>
                    <a:pt x="17547" y="1752"/>
                    <a:pt x="19848" y="1835"/>
                  </a:cubicBezTo>
                  <a:cubicBezTo>
                    <a:pt x="22817" y="1935"/>
                    <a:pt x="23084" y="2336"/>
                    <a:pt x="23384" y="4971"/>
                  </a:cubicBezTo>
                  <a:cubicBezTo>
                    <a:pt x="23885" y="9507"/>
                    <a:pt x="24185" y="14111"/>
                    <a:pt x="24418" y="18681"/>
                  </a:cubicBezTo>
                  <a:cubicBezTo>
                    <a:pt x="24618" y="23518"/>
                    <a:pt x="24652" y="28388"/>
                    <a:pt x="24719" y="33258"/>
                  </a:cubicBezTo>
                  <a:lnTo>
                    <a:pt x="24719" y="33425"/>
                  </a:lnTo>
                  <a:lnTo>
                    <a:pt x="25686" y="33425"/>
                  </a:lnTo>
                  <a:lnTo>
                    <a:pt x="25686" y="29855"/>
                  </a:lnTo>
                  <a:cubicBezTo>
                    <a:pt x="25686" y="27687"/>
                    <a:pt x="25753" y="25552"/>
                    <a:pt x="25686" y="23417"/>
                  </a:cubicBezTo>
                  <a:cubicBezTo>
                    <a:pt x="25452" y="17680"/>
                    <a:pt x="25186" y="11943"/>
                    <a:pt x="24919" y="6205"/>
                  </a:cubicBezTo>
                  <a:cubicBezTo>
                    <a:pt x="24885" y="5438"/>
                    <a:pt x="24752" y="4704"/>
                    <a:pt x="24618" y="3970"/>
                  </a:cubicBezTo>
                  <a:cubicBezTo>
                    <a:pt x="24518" y="3403"/>
                    <a:pt x="24151" y="2703"/>
                    <a:pt x="24318" y="2302"/>
                  </a:cubicBezTo>
                  <a:cubicBezTo>
                    <a:pt x="24685" y="1535"/>
                    <a:pt x="25352" y="935"/>
                    <a:pt x="25919" y="301"/>
                  </a:cubicBezTo>
                  <a:lnTo>
                    <a:pt x="25286" y="67"/>
                  </a:lnTo>
                  <a:cubicBezTo>
                    <a:pt x="24785" y="534"/>
                    <a:pt x="24285" y="1001"/>
                    <a:pt x="23751" y="1502"/>
                  </a:cubicBezTo>
                  <a:cubicBezTo>
                    <a:pt x="22217" y="619"/>
                    <a:pt x="20605" y="432"/>
                    <a:pt x="18967" y="432"/>
                  </a:cubicBezTo>
                  <a:cubicBezTo>
                    <a:pt x="17756" y="432"/>
                    <a:pt x="16531" y="534"/>
                    <a:pt x="15312" y="534"/>
                  </a:cubicBezTo>
                  <a:cubicBezTo>
                    <a:pt x="15065" y="537"/>
                    <a:pt x="14817" y="539"/>
                    <a:pt x="14570" y="539"/>
                  </a:cubicBezTo>
                  <a:cubicBezTo>
                    <a:pt x="12601" y="539"/>
                    <a:pt x="10632" y="452"/>
                    <a:pt x="8664" y="452"/>
                  </a:cubicBezTo>
                  <a:cubicBezTo>
                    <a:pt x="8211" y="452"/>
                    <a:pt x="7759" y="456"/>
                    <a:pt x="7306" y="468"/>
                  </a:cubicBezTo>
                  <a:cubicBezTo>
                    <a:pt x="5605" y="534"/>
                    <a:pt x="3904" y="901"/>
                    <a:pt x="1802" y="1168"/>
                  </a:cubicBezTo>
                  <a:cubicBezTo>
                    <a:pt x="1535" y="901"/>
                    <a:pt x="1102" y="534"/>
                    <a:pt x="56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6"/>
            <p:cNvSpPr/>
            <p:nvPr/>
          </p:nvSpPr>
          <p:spPr>
            <a:xfrm>
              <a:off x="2471350" y="3566250"/>
              <a:ext cx="389463" cy="479000"/>
            </a:xfrm>
            <a:custGeom>
              <a:rect b="b" l="l" r="r" t="t"/>
              <a:pathLst>
                <a:path extrusionOk="0" h="38320" w="31157">
                  <a:moveTo>
                    <a:pt x="17863" y="0"/>
                  </a:moveTo>
                  <a:cubicBezTo>
                    <a:pt x="15512" y="0"/>
                    <a:pt x="13160" y="9"/>
                    <a:pt x="10808" y="25"/>
                  </a:cubicBezTo>
                  <a:cubicBezTo>
                    <a:pt x="8040" y="59"/>
                    <a:pt x="5238" y="159"/>
                    <a:pt x="2469" y="259"/>
                  </a:cubicBezTo>
                  <a:cubicBezTo>
                    <a:pt x="1635" y="259"/>
                    <a:pt x="1168" y="626"/>
                    <a:pt x="1135" y="1560"/>
                  </a:cubicBezTo>
                  <a:cubicBezTo>
                    <a:pt x="768" y="13235"/>
                    <a:pt x="401" y="24910"/>
                    <a:pt x="34" y="36585"/>
                  </a:cubicBezTo>
                  <a:cubicBezTo>
                    <a:pt x="1" y="37085"/>
                    <a:pt x="34" y="37552"/>
                    <a:pt x="34" y="38219"/>
                  </a:cubicBezTo>
                  <a:lnTo>
                    <a:pt x="601" y="38219"/>
                  </a:lnTo>
                  <a:cubicBezTo>
                    <a:pt x="1101" y="26411"/>
                    <a:pt x="1635" y="14569"/>
                    <a:pt x="2169" y="2761"/>
                  </a:cubicBezTo>
                  <a:cubicBezTo>
                    <a:pt x="2336" y="2727"/>
                    <a:pt x="2469" y="2727"/>
                    <a:pt x="2636" y="2694"/>
                  </a:cubicBezTo>
                  <a:lnTo>
                    <a:pt x="3203" y="2294"/>
                  </a:lnTo>
                  <a:cubicBezTo>
                    <a:pt x="2869" y="1993"/>
                    <a:pt x="2502" y="1660"/>
                    <a:pt x="2102" y="1293"/>
                  </a:cubicBezTo>
                  <a:lnTo>
                    <a:pt x="28654" y="1293"/>
                  </a:lnTo>
                  <a:lnTo>
                    <a:pt x="28821" y="1560"/>
                  </a:lnTo>
                  <a:cubicBezTo>
                    <a:pt x="28521" y="1827"/>
                    <a:pt x="28221" y="2094"/>
                    <a:pt x="27921" y="2360"/>
                  </a:cubicBezTo>
                  <a:lnTo>
                    <a:pt x="28554" y="2594"/>
                  </a:lnTo>
                  <a:cubicBezTo>
                    <a:pt x="28688" y="2627"/>
                    <a:pt x="28855" y="2661"/>
                    <a:pt x="28988" y="2694"/>
                  </a:cubicBezTo>
                  <a:cubicBezTo>
                    <a:pt x="29522" y="14536"/>
                    <a:pt x="30055" y="26378"/>
                    <a:pt x="30589" y="38319"/>
                  </a:cubicBezTo>
                  <a:lnTo>
                    <a:pt x="31156" y="38319"/>
                  </a:lnTo>
                  <a:cubicBezTo>
                    <a:pt x="31156" y="37586"/>
                    <a:pt x="31156" y="36985"/>
                    <a:pt x="31156" y="36385"/>
                  </a:cubicBezTo>
                  <a:cubicBezTo>
                    <a:pt x="30889" y="27412"/>
                    <a:pt x="30689" y="18439"/>
                    <a:pt x="30422" y="9465"/>
                  </a:cubicBezTo>
                  <a:cubicBezTo>
                    <a:pt x="30356" y="6830"/>
                    <a:pt x="30122" y="4228"/>
                    <a:pt x="30022" y="1593"/>
                  </a:cubicBezTo>
                  <a:cubicBezTo>
                    <a:pt x="29989" y="726"/>
                    <a:pt x="29622" y="326"/>
                    <a:pt x="28821" y="259"/>
                  </a:cubicBezTo>
                  <a:cubicBezTo>
                    <a:pt x="27520" y="159"/>
                    <a:pt x="26219" y="25"/>
                    <a:pt x="24918" y="25"/>
                  </a:cubicBezTo>
                  <a:cubicBezTo>
                    <a:pt x="22567" y="9"/>
                    <a:pt x="20215" y="0"/>
                    <a:pt x="1786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6"/>
            <p:cNvSpPr/>
            <p:nvPr/>
          </p:nvSpPr>
          <p:spPr>
            <a:xfrm>
              <a:off x="2454675" y="4134888"/>
              <a:ext cx="224750" cy="79525"/>
            </a:xfrm>
            <a:custGeom>
              <a:rect b="b" l="l" r="r" t="t"/>
              <a:pathLst>
                <a:path extrusionOk="0" h="6362" w="17980">
                  <a:moveTo>
                    <a:pt x="10375" y="902"/>
                  </a:moveTo>
                  <a:cubicBezTo>
                    <a:pt x="10957" y="902"/>
                    <a:pt x="11537" y="922"/>
                    <a:pt x="12109" y="968"/>
                  </a:cubicBezTo>
                  <a:cubicBezTo>
                    <a:pt x="13844" y="1068"/>
                    <a:pt x="15511" y="1768"/>
                    <a:pt x="17379" y="2235"/>
                  </a:cubicBezTo>
                  <a:cubicBezTo>
                    <a:pt x="16679" y="3803"/>
                    <a:pt x="15878" y="4503"/>
                    <a:pt x="14577" y="4604"/>
                  </a:cubicBezTo>
                  <a:cubicBezTo>
                    <a:pt x="11609" y="4804"/>
                    <a:pt x="8640" y="5137"/>
                    <a:pt x="5638" y="5237"/>
                  </a:cubicBezTo>
                  <a:cubicBezTo>
                    <a:pt x="5504" y="5244"/>
                    <a:pt x="5369" y="5248"/>
                    <a:pt x="5234" y="5248"/>
                  </a:cubicBezTo>
                  <a:cubicBezTo>
                    <a:pt x="4089" y="5248"/>
                    <a:pt x="2902" y="5009"/>
                    <a:pt x="1768" y="4770"/>
                  </a:cubicBezTo>
                  <a:cubicBezTo>
                    <a:pt x="1301" y="4704"/>
                    <a:pt x="567" y="4237"/>
                    <a:pt x="601" y="4036"/>
                  </a:cubicBezTo>
                  <a:cubicBezTo>
                    <a:pt x="701" y="3536"/>
                    <a:pt x="1001" y="2802"/>
                    <a:pt x="1435" y="2635"/>
                  </a:cubicBezTo>
                  <a:cubicBezTo>
                    <a:pt x="2802" y="2035"/>
                    <a:pt x="4237" y="1468"/>
                    <a:pt x="5704" y="1268"/>
                  </a:cubicBezTo>
                  <a:cubicBezTo>
                    <a:pt x="7234" y="1049"/>
                    <a:pt x="8816" y="902"/>
                    <a:pt x="10375" y="902"/>
                  </a:cubicBezTo>
                  <a:close/>
                  <a:moveTo>
                    <a:pt x="9107" y="0"/>
                  </a:moveTo>
                  <a:cubicBezTo>
                    <a:pt x="9107" y="67"/>
                    <a:pt x="9074" y="134"/>
                    <a:pt x="9074" y="200"/>
                  </a:cubicBezTo>
                  <a:lnTo>
                    <a:pt x="8340" y="200"/>
                  </a:lnTo>
                  <a:cubicBezTo>
                    <a:pt x="7930" y="189"/>
                    <a:pt x="7520" y="180"/>
                    <a:pt x="7111" y="180"/>
                  </a:cubicBezTo>
                  <a:cubicBezTo>
                    <a:pt x="5087" y="180"/>
                    <a:pt x="3094" y="408"/>
                    <a:pt x="1401" y="1768"/>
                  </a:cubicBezTo>
                  <a:cubicBezTo>
                    <a:pt x="734" y="2302"/>
                    <a:pt x="67" y="3336"/>
                    <a:pt x="34" y="4170"/>
                  </a:cubicBezTo>
                  <a:cubicBezTo>
                    <a:pt x="0" y="5204"/>
                    <a:pt x="1135" y="5638"/>
                    <a:pt x="2135" y="5738"/>
                  </a:cubicBezTo>
                  <a:cubicBezTo>
                    <a:pt x="4137" y="5971"/>
                    <a:pt x="6171" y="6238"/>
                    <a:pt x="8173" y="6338"/>
                  </a:cubicBezTo>
                  <a:cubicBezTo>
                    <a:pt x="8493" y="6354"/>
                    <a:pt x="8812" y="6361"/>
                    <a:pt x="9130" y="6361"/>
                  </a:cubicBezTo>
                  <a:cubicBezTo>
                    <a:pt x="11558" y="6361"/>
                    <a:pt x="13907" y="5903"/>
                    <a:pt x="16179" y="4870"/>
                  </a:cubicBezTo>
                  <a:cubicBezTo>
                    <a:pt x="17246" y="4403"/>
                    <a:pt x="17913" y="3503"/>
                    <a:pt x="17947" y="2635"/>
                  </a:cubicBezTo>
                  <a:cubicBezTo>
                    <a:pt x="17980" y="1668"/>
                    <a:pt x="16879" y="1134"/>
                    <a:pt x="15912" y="968"/>
                  </a:cubicBezTo>
                  <a:cubicBezTo>
                    <a:pt x="13643" y="601"/>
                    <a:pt x="11375" y="300"/>
                    <a:pt x="9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6"/>
            <p:cNvSpPr/>
            <p:nvPr/>
          </p:nvSpPr>
          <p:spPr>
            <a:xfrm>
              <a:off x="2407975" y="2680563"/>
              <a:ext cx="574588" cy="198438"/>
            </a:xfrm>
            <a:custGeom>
              <a:rect b="b" l="l" r="r" t="t"/>
              <a:pathLst>
                <a:path extrusionOk="0" h="15875" w="45967">
                  <a:moveTo>
                    <a:pt x="20686" y="0"/>
                  </a:moveTo>
                  <a:cubicBezTo>
                    <a:pt x="19470" y="0"/>
                    <a:pt x="18254" y="359"/>
                    <a:pt x="17046" y="1064"/>
                  </a:cubicBezTo>
                  <a:cubicBezTo>
                    <a:pt x="15445" y="1964"/>
                    <a:pt x="13877" y="2898"/>
                    <a:pt x="12309" y="3899"/>
                  </a:cubicBezTo>
                  <a:cubicBezTo>
                    <a:pt x="8206" y="6468"/>
                    <a:pt x="4170" y="9170"/>
                    <a:pt x="0" y="11671"/>
                  </a:cubicBezTo>
                  <a:lnTo>
                    <a:pt x="501" y="12505"/>
                  </a:lnTo>
                  <a:cubicBezTo>
                    <a:pt x="1668" y="11838"/>
                    <a:pt x="2802" y="11138"/>
                    <a:pt x="3970" y="10437"/>
                  </a:cubicBezTo>
                  <a:cubicBezTo>
                    <a:pt x="8406" y="7769"/>
                    <a:pt x="12810" y="5067"/>
                    <a:pt x="17213" y="2365"/>
                  </a:cubicBezTo>
                  <a:cubicBezTo>
                    <a:pt x="18380" y="1647"/>
                    <a:pt x="19523" y="1289"/>
                    <a:pt x="20661" y="1289"/>
                  </a:cubicBezTo>
                  <a:cubicBezTo>
                    <a:pt x="21799" y="1289"/>
                    <a:pt x="22933" y="1647"/>
                    <a:pt x="24084" y="2365"/>
                  </a:cubicBezTo>
                  <a:cubicBezTo>
                    <a:pt x="30756" y="6468"/>
                    <a:pt x="37460" y="10571"/>
                    <a:pt x="44132" y="14673"/>
                  </a:cubicBezTo>
                  <a:cubicBezTo>
                    <a:pt x="44632" y="15007"/>
                    <a:pt x="45133" y="15307"/>
                    <a:pt x="45967" y="15874"/>
                  </a:cubicBezTo>
                  <a:lnTo>
                    <a:pt x="45967" y="10904"/>
                  </a:lnTo>
                  <a:lnTo>
                    <a:pt x="44966" y="10904"/>
                  </a:lnTo>
                  <a:lnTo>
                    <a:pt x="44966" y="13840"/>
                  </a:lnTo>
                  <a:cubicBezTo>
                    <a:pt x="44699" y="13706"/>
                    <a:pt x="44465" y="13606"/>
                    <a:pt x="44265" y="13506"/>
                  </a:cubicBezTo>
                  <a:cubicBezTo>
                    <a:pt x="40329" y="11038"/>
                    <a:pt x="36360" y="8569"/>
                    <a:pt x="32424" y="6101"/>
                  </a:cubicBezTo>
                  <a:cubicBezTo>
                    <a:pt x="29722" y="4433"/>
                    <a:pt x="27020" y="2698"/>
                    <a:pt x="24284" y="1064"/>
                  </a:cubicBezTo>
                  <a:cubicBezTo>
                    <a:pt x="23091" y="351"/>
                    <a:pt x="21889" y="0"/>
                    <a:pt x="2068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6"/>
            <p:cNvSpPr/>
            <p:nvPr/>
          </p:nvSpPr>
          <p:spPr>
            <a:xfrm>
              <a:off x="1842150" y="2826450"/>
              <a:ext cx="572088" cy="379025"/>
            </a:xfrm>
            <a:custGeom>
              <a:rect b="b" l="l" r="r" t="t"/>
              <a:pathLst>
                <a:path extrusionOk="0" h="30322" w="45767">
                  <a:moveTo>
                    <a:pt x="45266" y="0"/>
                  </a:moveTo>
                  <a:cubicBezTo>
                    <a:pt x="40496" y="2869"/>
                    <a:pt x="35559" y="5504"/>
                    <a:pt x="30756" y="8306"/>
                  </a:cubicBezTo>
                  <a:cubicBezTo>
                    <a:pt x="23417" y="12643"/>
                    <a:pt x="16079" y="17013"/>
                    <a:pt x="8807" y="21482"/>
                  </a:cubicBezTo>
                  <a:cubicBezTo>
                    <a:pt x="6305" y="23017"/>
                    <a:pt x="3904" y="24751"/>
                    <a:pt x="1569" y="26553"/>
                  </a:cubicBezTo>
                  <a:cubicBezTo>
                    <a:pt x="1" y="27787"/>
                    <a:pt x="368" y="29421"/>
                    <a:pt x="2302" y="30055"/>
                  </a:cubicBezTo>
                  <a:cubicBezTo>
                    <a:pt x="2636" y="30155"/>
                    <a:pt x="2970" y="30255"/>
                    <a:pt x="3303" y="30322"/>
                  </a:cubicBezTo>
                  <a:lnTo>
                    <a:pt x="3537" y="29255"/>
                  </a:lnTo>
                  <a:cubicBezTo>
                    <a:pt x="2970" y="29121"/>
                    <a:pt x="2436" y="28821"/>
                    <a:pt x="2069" y="28020"/>
                  </a:cubicBezTo>
                  <a:cubicBezTo>
                    <a:pt x="2736" y="27453"/>
                    <a:pt x="3403" y="26719"/>
                    <a:pt x="4237" y="26186"/>
                  </a:cubicBezTo>
                  <a:cubicBezTo>
                    <a:pt x="7439" y="24118"/>
                    <a:pt x="10708" y="22150"/>
                    <a:pt x="13977" y="20148"/>
                  </a:cubicBezTo>
                  <a:cubicBezTo>
                    <a:pt x="19648" y="16646"/>
                    <a:pt x="25285" y="13143"/>
                    <a:pt x="30990" y="9707"/>
                  </a:cubicBezTo>
                  <a:cubicBezTo>
                    <a:pt x="35893" y="6738"/>
                    <a:pt x="40830" y="3803"/>
                    <a:pt x="45767" y="834"/>
                  </a:cubicBezTo>
                  <a:lnTo>
                    <a:pt x="4526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6"/>
            <p:cNvSpPr/>
            <p:nvPr/>
          </p:nvSpPr>
          <p:spPr>
            <a:xfrm>
              <a:off x="2349188" y="4223725"/>
              <a:ext cx="143025" cy="47525"/>
            </a:xfrm>
            <a:custGeom>
              <a:rect b="b" l="l" r="r" t="t"/>
              <a:pathLst>
                <a:path extrusionOk="0" h="3802" w="11442">
                  <a:moveTo>
                    <a:pt x="6915" y="596"/>
                  </a:moveTo>
                  <a:cubicBezTo>
                    <a:pt x="8661" y="596"/>
                    <a:pt x="10175" y="890"/>
                    <a:pt x="10741" y="1499"/>
                  </a:cubicBezTo>
                  <a:cubicBezTo>
                    <a:pt x="9793" y="2448"/>
                    <a:pt x="7508" y="2964"/>
                    <a:pt x="5204" y="2964"/>
                  </a:cubicBezTo>
                  <a:cubicBezTo>
                    <a:pt x="3455" y="2964"/>
                    <a:pt x="1695" y="2667"/>
                    <a:pt x="500" y="2033"/>
                  </a:cubicBezTo>
                  <a:cubicBezTo>
                    <a:pt x="1989" y="1091"/>
                    <a:pt x="4648" y="596"/>
                    <a:pt x="6915" y="596"/>
                  </a:cubicBezTo>
                  <a:close/>
                  <a:moveTo>
                    <a:pt x="6990" y="1"/>
                  </a:moveTo>
                  <a:cubicBezTo>
                    <a:pt x="4931" y="1"/>
                    <a:pt x="2902" y="429"/>
                    <a:pt x="901" y="1132"/>
                  </a:cubicBezTo>
                  <a:cubicBezTo>
                    <a:pt x="534" y="1266"/>
                    <a:pt x="300" y="1766"/>
                    <a:pt x="0" y="2066"/>
                  </a:cubicBezTo>
                  <a:cubicBezTo>
                    <a:pt x="334" y="2367"/>
                    <a:pt x="667" y="2800"/>
                    <a:pt x="1034" y="2900"/>
                  </a:cubicBezTo>
                  <a:cubicBezTo>
                    <a:pt x="2635" y="3234"/>
                    <a:pt x="4236" y="3467"/>
                    <a:pt x="6071" y="3801"/>
                  </a:cubicBezTo>
                  <a:cubicBezTo>
                    <a:pt x="7405" y="3434"/>
                    <a:pt x="8940" y="3034"/>
                    <a:pt x="10441" y="2533"/>
                  </a:cubicBezTo>
                  <a:cubicBezTo>
                    <a:pt x="10841" y="2367"/>
                    <a:pt x="11442" y="1700"/>
                    <a:pt x="11375" y="1566"/>
                  </a:cubicBezTo>
                  <a:cubicBezTo>
                    <a:pt x="11141" y="1066"/>
                    <a:pt x="10708" y="465"/>
                    <a:pt x="10207" y="365"/>
                  </a:cubicBezTo>
                  <a:cubicBezTo>
                    <a:pt x="9127" y="115"/>
                    <a:pt x="8055" y="1"/>
                    <a:pt x="69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a:off x="2269963" y="4069425"/>
              <a:ext cx="793488" cy="248763"/>
            </a:xfrm>
            <a:custGeom>
              <a:rect b="b" l="l" r="r" t="t"/>
              <a:pathLst>
                <a:path extrusionOk="0" h="19901" w="63479">
                  <a:moveTo>
                    <a:pt x="43965" y="0"/>
                  </a:moveTo>
                  <a:lnTo>
                    <a:pt x="43665" y="134"/>
                  </a:lnTo>
                  <a:cubicBezTo>
                    <a:pt x="43731" y="300"/>
                    <a:pt x="43798" y="467"/>
                    <a:pt x="43831" y="667"/>
                  </a:cubicBezTo>
                  <a:cubicBezTo>
                    <a:pt x="44265" y="2335"/>
                    <a:pt x="45466" y="3469"/>
                    <a:pt x="46867" y="4403"/>
                  </a:cubicBezTo>
                  <a:cubicBezTo>
                    <a:pt x="48568" y="5571"/>
                    <a:pt x="50403" y="6572"/>
                    <a:pt x="52104" y="7739"/>
                  </a:cubicBezTo>
                  <a:cubicBezTo>
                    <a:pt x="55173" y="9807"/>
                    <a:pt x="58208" y="11909"/>
                    <a:pt x="61177" y="14110"/>
                  </a:cubicBezTo>
                  <a:cubicBezTo>
                    <a:pt x="62645" y="15178"/>
                    <a:pt x="62545" y="16078"/>
                    <a:pt x="60844" y="16812"/>
                  </a:cubicBezTo>
                  <a:cubicBezTo>
                    <a:pt x="59543" y="17346"/>
                    <a:pt x="58142" y="17713"/>
                    <a:pt x="56741" y="17880"/>
                  </a:cubicBezTo>
                  <a:cubicBezTo>
                    <a:pt x="53839" y="18146"/>
                    <a:pt x="50937" y="18247"/>
                    <a:pt x="48034" y="18447"/>
                  </a:cubicBezTo>
                  <a:cubicBezTo>
                    <a:pt x="48034" y="18513"/>
                    <a:pt x="48034" y="18547"/>
                    <a:pt x="48034" y="18613"/>
                  </a:cubicBezTo>
                  <a:cubicBezTo>
                    <a:pt x="42608" y="18613"/>
                    <a:pt x="37182" y="18658"/>
                    <a:pt x="31756" y="18658"/>
                  </a:cubicBezTo>
                  <a:cubicBezTo>
                    <a:pt x="29043" y="18658"/>
                    <a:pt x="26330" y="18647"/>
                    <a:pt x="23617" y="18613"/>
                  </a:cubicBezTo>
                  <a:cubicBezTo>
                    <a:pt x="18080" y="18513"/>
                    <a:pt x="12542" y="18213"/>
                    <a:pt x="7039" y="17880"/>
                  </a:cubicBezTo>
                  <a:cubicBezTo>
                    <a:pt x="5504" y="17780"/>
                    <a:pt x="3970" y="17379"/>
                    <a:pt x="2569" y="16812"/>
                  </a:cubicBezTo>
                  <a:cubicBezTo>
                    <a:pt x="834" y="16112"/>
                    <a:pt x="734" y="15211"/>
                    <a:pt x="2202" y="14110"/>
                  </a:cubicBezTo>
                  <a:cubicBezTo>
                    <a:pt x="5104" y="11975"/>
                    <a:pt x="8073" y="9907"/>
                    <a:pt x="11075" y="7872"/>
                  </a:cubicBezTo>
                  <a:cubicBezTo>
                    <a:pt x="12643" y="6805"/>
                    <a:pt x="14344" y="5871"/>
                    <a:pt x="15945" y="4837"/>
                  </a:cubicBezTo>
                  <a:cubicBezTo>
                    <a:pt x="17713" y="3703"/>
                    <a:pt x="19214" y="2268"/>
                    <a:pt x="19781" y="134"/>
                  </a:cubicBezTo>
                  <a:lnTo>
                    <a:pt x="19447" y="34"/>
                  </a:lnTo>
                  <a:cubicBezTo>
                    <a:pt x="18580" y="1034"/>
                    <a:pt x="17846" y="2202"/>
                    <a:pt x="16846" y="3036"/>
                  </a:cubicBezTo>
                  <a:cubicBezTo>
                    <a:pt x="15445" y="4170"/>
                    <a:pt x="13843" y="5104"/>
                    <a:pt x="12309" y="6105"/>
                  </a:cubicBezTo>
                  <a:cubicBezTo>
                    <a:pt x="9674" y="7839"/>
                    <a:pt x="6972" y="9474"/>
                    <a:pt x="4370" y="11242"/>
                  </a:cubicBezTo>
                  <a:cubicBezTo>
                    <a:pt x="3269" y="12009"/>
                    <a:pt x="2268" y="12943"/>
                    <a:pt x="1301" y="13877"/>
                  </a:cubicBezTo>
                  <a:cubicBezTo>
                    <a:pt x="34" y="15078"/>
                    <a:pt x="0" y="16145"/>
                    <a:pt x="1401" y="17179"/>
                  </a:cubicBezTo>
                  <a:cubicBezTo>
                    <a:pt x="2435" y="17913"/>
                    <a:pt x="3669" y="18647"/>
                    <a:pt x="4904" y="18814"/>
                  </a:cubicBezTo>
                  <a:cubicBezTo>
                    <a:pt x="8039" y="19247"/>
                    <a:pt x="11242" y="19514"/>
                    <a:pt x="14410" y="19581"/>
                  </a:cubicBezTo>
                  <a:cubicBezTo>
                    <a:pt x="20181" y="19748"/>
                    <a:pt x="25952" y="19781"/>
                    <a:pt x="31723" y="19848"/>
                  </a:cubicBezTo>
                  <a:cubicBezTo>
                    <a:pt x="33567" y="19868"/>
                    <a:pt x="35412" y="19901"/>
                    <a:pt x="37249" y="19901"/>
                  </a:cubicBezTo>
                  <a:cubicBezTo>
                    <a:pt x="38435" y="19901"/>
                    <a:pt x="39618" y="19887"/>
                    <a:pt x="40796" y="19848"/>
                  </a:cubicBezTo>
                  <a:cubicBezTo>
                    <a:pt x="45966" y="19681"/>
                    <a:pt x="51170" y="19381"/>
                    <a:pt x="56340" y="19147"/>
                  </a:cubicBezTo>
                  <a:cubicBezTo>
                    <a:pt x="58175" y="19047"/>
                    <a:pt x="59943" y="18680"/>
                    <a:pt x="61511" y="17613"/>
                  </a:cubicBezTo>
                  <a:cubicBezTo>
                    <a:pt x="63345" y="16345"/>
                    <a:pt x="63479" y="15111"/>
                    <a:pt x="61878" y="13643"/>
                  </a:cubicBezTo>
                  <a:cubicBezTo>
                    <a:pt x="61778" y="13543"/>
                    <a:pt x="61644" y="13443"/>
                    <a:pt x="61511" y="13343"/>
                  </a:cubicBezTo>
                  <a:cubicBezTo>
                    <a:pt x="58409" y="10574"/>
                    <a:pt x="54973" y="8273"/>
                    <a:pt x="51337" y="6238"/>
                  </a:cubicBezTo>
                  <a:cubicBezTo>
                    <a:pt x="49636" y="5271"/>
                    <a:pt x="48001" y="4203"/>
                    <a:pt x="46500" y="2969"/>
                  </a:cubicBezTo>
                  <a:cubicBezTo>
                    <a:pt x="45499" y="2168"/>
                    <a:pt x="44799" y="1001"/>
                    <a:pt x="4396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6"/>
            <p:cNvSpPr/>
            <p:nvPr/>
          </p:nvSpPr>
          <p:spPr>
            <a:xfrm>
              <a:off x="2204075" y="3811325"/>
              <a:ext cx="109675" cy="77788"/>
            </a:xfrm>
            <a:custGeom>
              <a:rect b="b" l="l" r="r" t="t"/>
              <a:pathLst>
                <a:path extrusionOk="0" h="6223" w="8774">
                  <a:moveTo>
                    <a:pt x="168" y="0"/>
                  </a:moveTo>
                  <a:lnTo>
                    <a:pt x="1" y="500"/>
                  </a:lnTo>
                  <a:cubicBezTo>
                    <a:pt x="301" y="600"/>
                    <a:pt x="501" y="834"/>
                    <a:pt x="568" y="1334"/>
                  </a:cubicBezTo>
                  <a:cubicBezTo>
                    <a:pt x="637" y="1960"/>
                    <a:pt x="900" y="2183"/>
                    <a:pt x="1310" y="2183"/>
                  </a:cubicBezTo>
                  <a:cubicBezTo>
                    <a:pt x="1491" y="2183"/>
                    <a:pt x="1701" y="2140"/>
                    <a:pt x="1935" y="2068"/>
                  </a:cubicBezTo>
                  <a:cubicBezTo>
                    <a:pt x="2230" y="1967"/>
                    <a:pt x="2470" y="1914"/>
                    <a:pt x="2667" y="1914"/>
                  </a:cubicBezTo>
                  <a:cubicBezTo>
                    <a:pt x="3182" y="1914"/>
                    <a:pt x="3388" y="2281"/>
                    <a:pt x="3437" y="3102"/>
                  </a:cubicBezTo>
                  <a:cubicBezTo>
                    <a:pt x="3470" y="3703"/>
                    <a:pt x="3470" y="4270"/>
                    <a:pt x="3437" y="4870"/>
                  </a:cubicBezTo>
                  <a:cubicBezTo>
                    <a:pt x="3412" y="5433"/>
                    <a:pt x="3567" y="5781"/>
                    <a:pt x="3928" y="5781"/>
                  </a:cubicBezTo>
                  <a:cubicBezTo>
                    <a:pt x="4059" y="5781"/>
                    <a:pt x="4218" y="5735"/>
                    <a:pt x="4404" y="5637"/>
                  </a:cubicBezTo>
                  <a:cubicBezTo>
                    <a:pt x="4814" y="5432"/>
                    <a:pt x="5180" y="5331"/>
                    <a:pt x="5523" y="5331"/>
                  </a:cubicBezTo>
                  <a:cubicBezTo>
                    <a:pt x="6071" y="5331"/>
                    <a:pt x="6559" y="5591"/>
                    <a:pt x="7072" y="6104"/>
                  </a:cubicBezTo>
                  <a:cubicBezTo>
                    <a:pt x="7161" y="6193"/>
                    <a:pt x="7306" y="6223"/>
                    <a:pt x="7479" y="6223"/>
                  </a:cubicBezTo>
                  <a:cubicBezTo>
                    <a:pt x="7825" y="6223"/>
                    <a:pt x="8284" y="6104"/>
                    <a:pt x="8640" y="6104"/>
                  </a:cubicBezTo>
                  <a:cubicBezTo>
                    <a:pt x="8707" y="6004"/>
                    <a:pt x="8740" y="5904"/>
                    <a:pt x="8774" y="5804"/>
                  </a:cubicBezTo>
                  <a:lnTo>
                    <a:pt x="8774" y="5070"/>
                  </a:lnTo>
                  <a:lnTo>
                    <a:pt x="8006" y="5070"/>
                  </a:lnTo>
                  <a:cubicBezTo>
                    <a:pt x="7039" y="4637"/>
                    <a:pt x="6072" y="4236"/>
                    <a:pt x="5238" y="3869"/>
                  </a:cubicBezTo>
                  <a:cubicBezTo>
                    <a:pt x="4938" y="2969"/>
                    <a:pt x="4838" y="1835"/>
                    <a:pt x="4204" y="1101"/>
                  </a:cubicBezTo>
                  <a:cubicBezTo>
                    <a:pt x="3862" y="674"/>
                    <a:pt x="3390" y="492"/>
                    <a:pt x="2875" y="492"/>
                  </a:cubicBezTo>
                  <a:cubicBezTo>
                    <a:pt x="2385" y="492"/>
                    <a:pt x="1857" y="657"/>
                    <a:pt x="1368" y="934"/>
                  </a:cubicBezTo>
                  <a:cubicBezTo>
                    <a:pt x="935" y="467"/>
                    <a:pt x="568" y="167"/>
                    <a:pt x="16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p:nvPr/>
          </p:nvSpPr>
          <p:spPr>
            <a:xfrm>
              <a:off x="1883438" y="3188800"/>
              <a:ext cx="1567788" cy="872950"/>
            </a:xfrm>
            <a:custGeom>
              <a:rect b="b" l="l" r="r" t="t"/>
              <a:pathLst>
                <a:path extrusionOk="0" h="69836" w="125423">
                  <a:moveTo>
                    <a:pt x="99726" y="1"/>
                  </a:moveTo>
                  <a:cubicBezTo>
                    <a:pt x="92183" y="1"/>
                    <a:pt x="84642" y="198"/>
                    <a:pt x="77088" y="767"/>
                  </a:cubicBezTo>
                  <a:cubicBezTo>
                    <a:pt x="73597" y="1009"/>
                    <a:pt x="70076" y="1106"/>
                    <a:pt x="66555" y="1106"/>
                  </a:cubicBezTo>
                  <a:cubicBezTo>
                    <a:pt x="64728" y="1106"/>
                    <a:pt x="62900" y="1079"/>
                    <a:pt x="61077" y="1034"/>
                  </a:cubicBezTo>
                  <a:cubicBezTo>
                    <a:pt x="52638" y="867"/>
                    <a:pt x="44198" y="267"/>
                    <a:pt x="35759" y="133"/>
                  </a:cubicBezTo>
                  <a:cubicBezTo>
                    <a:pt x="33382" y="85"/>
                    <a:pt x="31008" y="68"/>
                    <a:pt x="28636" y="68"/>
                  </a:cubicBezTo>
                  <a:cubicBezTo>
                    <a:pt x="22752" y="68"/>
                    <a:pt x="16880" y="176"/>
                    <a:pt x="11008" y="200"/>
                  </a:cubicBezTo>
                  <a:cubicBezTo>
                    <a:pt x="7739" y="233"/>
                    <a:pt x="4470" y="300"/>
                    <a:pt x="1201" y="300"/>
                  </a:cubicBezTo>
                  <a:cubicBezTo>
                    <a:pt x="1103" y="310"/>
                    <a:pt x="1006" y="314"/>
                    <a:pt x="909" y="314"/>
                  </a:cubicBezTo>
                  <a:cubicBezTo>
                    <a:pt x="675" y="314"/>
                    <a:pt x="446" y="290"/>
                    <a:pt x="234" y="267"/>
                  </a:cubicBezTo>
                  <a:lnTo>
                    <a:pt x="0" y="1334"/>
                  </a:lnTo>
                  <a:cubicBezTo>
                    <a:pt x="834" y="1501"/>
                    <a:pt x="1668" y="1601"/>
                    <a:pt x="2502" y="1668"/>
                  </a:cubicBezTo>
                  <a:cubicBezTo>
                    <a:pt x="3002" y="1710"/>
                    <a:pt x="3509" y="1723"/>
                    <a:pt x="4021" y="1723"/>
                  </a:cubicBezTo>
                  <a:cubicBezTo>
                    <a:pt x="4705" y="1723"/>
                    <a:pt x="5399" y="1701"/>
                    <a:pt x="6104" y="1701"/>
                  </a:cubicBezTo>
                  <a:cubicBezTo>
                    <a:pt x="6104" y="2868"/>
                    <a:pt x="6138" y="3836"/>
                    <a:pt x="6104" y="4770"/>
                  </a:cubicBezTo>
                  <a:cubicBezTo>
                    <a:pt x="5871" y="12375"/>
                    <a:pt x="5604" y="20014"/>
                    <a:pt x="5337" y="27620"/>
                  </a:cubicBezTo>
                  <a:cubicBezTo>
                    <a:pt x="5170" y="33224"/>
                    <a:pt x="5170" y="38861"/>
                    <a:pt x="4837" y="44465"/>
                  </a:cubicBezTo>
                  <a:cubicBezTo>
                    <a:pt x="4403" y="51870"/>
                    <a:pt x="4136" y="59276"/>
                    <a:pt x="4537" y="66681"/>
                  </a:cubicBezTo>
                  <a:cubicBezTo>
                    <a:pt x="4603" y="68215"/>
                    <a:pt x="4904" y="68716"/>
                    <a:pt x="6405" y="69016"/>
                  </a:cubicBezTo>
                  <a:cubicBezTo>
                    <a:pt x="7972" y="69349"/>
                    <a:pt x="9540" y="69616"/>
                    <a:pt x="11108" y="69716"/>
                  </a:cubicBezTo>
                  <a:cubicBezTo>
                    <a:pt x="11951" y="69759"/>
                    <a:pt x="12795" y="69771"/>
                    <a:pt x="13649" y="69771"/>
                  </a:cubicBezTo>
                  <a:cubicBezTo>
                    <a:pt x="14788" y="69771"/>
                    <a:pt x="15945" y="69750"/>
                    <a:pt x="17146" y="69750"/>
                  </a:cubicBezTo>
                  <a:lnTo>
                    <a:pt x="18080" y="69516"/>
                  </a:lnTo>
                  <a:cubicBezTo>
                    <a:pt x="17446" y="67782"/>
                    <a:pt x="16845" y="66014"/>
                    <a:pt x="16178" y="64146"/>
                  </a:cubicBezTo>
                  <a:lnTo>
                    <a:pt x="15745" y="64279"/>
                  </a:lnTo>
                  <a:cubicBezTo>
                    <a:pt x="16078" y="65613"/>
                    <a:pt x="16412" y="67014"/>
                    <a:pt x="16745" y="68415"/>
                  </a:cubicBezTo>
                  <a:cubicBezTo>
                    <a:pt x="15892" y="68498"/>
                    <a:pt x="15052" y="68536"/>
                    <a:pt x="14221" y="68536"/>
                  </a:cubicBezTo>
                  <a:cubicBezTo>
                    <a:pt x="11705" y="68536"/>
                    <a:pt x="9279" y="68191"/>
                    <a:pt x="6872" y="67715"/>
                  </a:cubicBezTo>
                  <a:cubicBezTo>
                    <a:pt x="6171" y="67581"/>
                    <a:pt x="5938" y="67181"/>
                    <a:pt x="5904" y="66447"/>
                  </a:cubicBezTo>
                  <a:cubicBezTo>
                    <a:pt x="5304" y="58842"/>
                    <a:pt x="5771" y="51236"/>
                    <a:pt x="6305" y="43631"/>
                  </a:cubicBezTo>
                  <a:cubicBezTo>
                    <a:pt x="6571" y="39395"/>
                    <a:pt x="6672" y="35125"/>
                    <a:pt x="6838" y="30855"/>
                  </a:cubicBezTo>
                  <a:cubicBezTo>
                    <a:pt x="7139" y="21382"/>
                    <a:pt x="7472" y="11875"/>
                    <a:pt x="7772" y="2401"/>
                  </a:cubicBezTo>
                  <a:cubicBezTo>
                    <a:pt x="7772" y="2235"/>
                    <a:pt x="7806" y="2101"/>
                    <a:pt x="7839" y="1868"/>
                  </a:cubicBezTo>
                  <a:cubicBezTo>
                    <a:pt x="8039" y="1834"/>
                    <a:pt x="8273" y="1734"/>
                    <a:pt x="8506" y="1734"/>
                  </a:cubicBezTo>
                  <a:cubicBezTo>
                    <a:pt x="20615" y="2001"/>
                    <a:pt x="32757" y="1968"/>
                    <a:pt x="44865" y="2602"/>
                  </a:cubicBezTo>
                  <a:cubicBezTo>
                    <a:pt x="51324" y="2920"/>
                    <a:pt x="57795" y="3144"/>
                    <a:pt x="64263" y="3144"/>
                  </a:cubicBezTo>
                  <a:cubicBezTo>
                    <a:pt x="67951" y="3144"/>
                    <a:pt x="71638" y="3071"/>
                    <a:pt x="75321" y="2902"/>
                  </a:cubicBezTo>
                  <a:cubicBezTo>
                    <a:pt x="81258" y="2635"/>
                    <a:pt x="87196" y="2101"/>
                    <a:pt x="93133" y="1968"/>
                  </a:cubicBezTo>
                  <a:cubicBezTo>
                    <a:pt x="100972" y="1768"/>
                    <a:pt x="108844" y="1801"/>
                    <a:pt x="116683" y="1734"/>
                  </a:cubicBezTo>
                  <a:cubicBezTo>
                    <a:pt x="116884" y="1734"/>
                    <a:pt x="117084" y="1768"/>
                    <a:pt x="117617" y="1801"/>
                  </a:cubicBezTo>
                  <a:cubicBezTo>
                    <a:pt x="117617" y="4036"/>
                    <a:pt x="117551" y="6271"/>
                    <a:pt x="117651" y="8472"/>
                  </a:cubicBezTo>
                  <a:cubicBezTo>
                    <a:pt x="118018" y="18546"/>
                    <a:pt x="118418" y="28620"/>
                    <a:pt x="118818" y="38694"/>
                  </a:cubicBezTo>
                  <a:cubicBezTo>
                    <a:pt x="119085" y="46133"/>
                    <a:pt x="119352" y="53538"/>
                    <a:pt x="119552" y="60943"/>
                  </a:cubicBezTo>
                  <a:cubicBezTo>
                    <a:pt x="119619" y="62778"/>
                    <a:pt x="119352" y="64613"/>
                    <a:pt x="119352" y="66447"/>
                  </a:cubicBezTo>
                  <a:cubicBezTo>
                    <a:pt x="119319" y="67215"/>
                    <a:pt x="119018" y="67615"/>
                    <a:pt x="118285" y="67748"/>
                  </a:cubicBezTo>
                  <a:cubicBezTo>
                    <a:pt x="115908" y="68199"/>
                    <a:pt x="113512" y="68536"/>
                    <a:pt x="111014" y="68536"/>
                  </a:cubicBezTo>
                  <a:cubicBezTo>
                    <a:pt x="110181" y="68536"/>
                    <a:pt x="109337" y="68499"/>
                    <a:pt x="108478" y="68415"/>
                  </a:cubicBezTo>
                  <a:cubicBezTo>
                    <a:pt x="108744" y="67315"/>
                    <a:pt x="109011" y="66214"/>
                    <a:pt x="109278" y="65146"/>
                  </a:cubicBezTo>
                  <a:lnTo>
                    <a:pt x="108744" y="65013"/>
                  </a:lnTo>
                  <a:cubicBezTo>
                    <a:pt x="108244" y="66414"/>
                    <a:pt x="107777" y="67748"/>
                    <a:pt x="107310" y="69049"/>
                  </a:cubicBezTo>
                  <a:lnTo>
                    <a:pt x="108177" y="69349"/>
                  </a:lnTo>
                  <a:cubicBezTo>
                    <a:pt x="108444" y="69416"/>
                    <a:pt x="108644" y="69416"/>
                    <a:pt x="108844" y="69449"/>
                  </a:cubicBezTo>
                  <a:cubicBezTo>
                    <a:pt x="109996" y="69726"/>
                    <a:pt x="111144" y="69835"/>
                    <a:pt x="112290" y="69835"/>
                  </a:cubicBezTo>
                  <a:cubicBezTo>
                    <a:pt x="114461" y="69835"/>
                    <a:pt x="116623" y="69442"/>
                    <a:pt x="118785" y="69049"/>
                  </a:cubicBezTo>
                  <a:cubicBezTo>
                    <a:pt x="119819" y="68849"/>
                    <a:pt x="120653" y="68382"/>
                    <a:pt x="120686" y="67114"/>
                  </a:cubicBezTo>
                  <a:cubicBezTo>
                    <a:pt x="120753" y="63312"/>
                    <a:pt x="121053" y="59509"/>
                    <a:pt x="120953" y="55740"/>
                  </a:cubicBezTo>
                  <a:cubicBezTo>
                    <a:pt x="120753" y="47400"/>
                    <a:pt x="120319" y="39094"/>
                    <a:pt x="120019" y="30755"/>
                  </a:cubicBezTo>
                  <a:cubicBezTo>
                    <a:pt x="119786" y="25184"/>
                    <a:pt x="119519" y="19614"/>
                    <a:pt x="119385" y="14043"/>
                  </a:cubicBezTo>
                  <a:cubicBezTo>
                    <a:pt x="119285" y="10007"/>
                    <a:pt x="119352" y="6004"/>
                    <a:pt x="119352" y="1801"/>
                  </a:cubicBezTo>
                  <a:lnTo>
                    <a:pt x="119319" y="1801"/>
                  </a:lnTo>
                  <a:cubicBezTo>
                    <a:pt x="119319" y="1801"/>
                    <a:pt x="119352" y="1801"/>
                    <a:pt x="119352" y="1768"/>
                  </a:cubicBezTo>
                  <a:lnTo>
                    <a:pt x="119352" y="1801"/>
                  </a:lnTo>
                  <a:cubicBezTo>
                    <a:pt x="120553" y="1768"/>
                    <a:pt x="121754" y="1801"/>
                    <a:pt x="122921" y="1668"/>
                  </a:cubicBezTo>
                  <a:cubicBezTo>
                    <a:pt x="123755" y="1568"/>
                    <a:pt x="124589" y="1467"/>
                    <a:pt x="125423" y="1267"/>
                  </a:cubicBezTo>
                  <a:lnTo>
                    <a:pt x="125156" y="200"/>
                  </a:lnTo>
                  <a:cubicBezTo>
                    <a:pt x="124823" y="300"/>
                    <a:pt x="124456" y="300"/>
                    <a:pt x="124089" y="300"/>
                  </a:cubicBezTo>
                  <a:cubicBezTo>
                    <a:pt x="120820" y="300"/>
                    <a:pt x="117551" y="300"/>
                    <a:pt x="114282" y="200"/>
                  </a:cubicBezTo>
                  <a:cubicBezTo>
                    <a:pt x="109426" y="82"/>
                    <a:pt x="104576" y="1"/>
                    <a:pt x="9972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6"/>
            <p:cNvSpPr/>
            <p:nvPr/>
          </p:nvSpPr>
          <p:spPr>
            <a:xfrm>
              <a:off x="2078150" y="3295238"/>
              <a:ext cx="294388" cy="439350"/>
            </a:xfrm>
            <a:custGeom>
              <a:rect b="b" l="l" r="r" t="t"/>
              <a:pathLst>
                <a:path extrusionOk="0" h="35148" w="23551">
                  <a:moveTo>
                    <a:pt x="10742" y="1659"/>
                  </a:moveTo>
                  <a:lnTo>
                    <a:pt x="10742" y="13000"/>
                  </a:lnTo>
                  <a:lnTo>
                    <a:pt x="1702" y="13000"/>
                  </a:lnTo>
                  <a:cubicBezTo>
                    <a:pt x="1702" y="10698"/>
                    <a:pt x="1669" y="8630"/>
                    <a:pt x="1735" y="6596"/>
                  </a:cubicBezTo>
                  <a:cubicBezTo>
                    <a:pt x="1735" y="6129"/>
                    <a:pt x="2036" y="5561"/>
                    <a:pt x="2369" y="5228"/>
                  </a:cubicBezTo>
                  <a:cubicBezTo>
                    <a:pt x="4638" y="2793"/>
                    <a:pt x="7540" y="1825"/>
                    <a:pt x="10742" y="1659"/>
                  </a:cubicBezTo>
                  <a:close/>
                  <a:moveTo>
                    <a:pt x="13811" y="1659"/>
                  </a:moveTo>
                  <a:cubicBezTo>
                    <a:pt x="15879" y="2126"/>
                    <a:pt x="18147" y="2259"/>
                    <a:pt x="19882" y="3827"/>
                  </a:cubicBezTo>
                  <a:cubicBezTo>
                    <a:pt x="20249" y="4160"/>
                    <a:pt x="20649" y="4594"/>
                    <a:pt x="20749" y="5061"/>
                  </a:cubicBezTo>
                  <a:cubicBezTo>
                    <a:pt x="21216" y="7630"/>
                    <a:pt x="21583" y="10231"/>
                    <a:pt x="22017" y="13067"/>
                  </a:cubicBezTo>
                  <a:lnTo>
                    <a:pt x="13811" y="13067"/>
                  </a:lnTo>
                  <a:lnTo>
                    <a:pt x="13811" y="1659"/>
                  </a:lnTo>
                  <a:close/>
                  <a:moveTo>
                    <a:pt x="12810" y="1625"/>
                  </a:moveTo>
                  <a:cubicBezTo>
                    <a:pt x="12810" y="5061"/>
                    <a:pt x="12810" y="8464"/>
                    <a:pt x="12810" y="11899"/>
                  </a:cubicBezTo>
                  <a:cubicBezTo>
                    <a:pt x="12810" y="13801"/>
                    <a:pt x="12810" y="13867"/>
                    <a:pt x="14678" y="13968"/>
                  </a:cubicBezTo>
                  <a:cubicBezTo>
                    <a:pt x="15779" y="14028"/>
                    <a:pt x="16880" y="14040"/>
                    <a:pt x="17980" y="14040"/>
                  </a:cubicBezTo>
                  <a:cubicBezTo>
                    <a:pt x="18714" y="14040"/>
                    <a:pt x="19448" y="14034"/>
                    <a:pt x="20182" y="14034"/>
                  </a:cubicBezTo>
                  <a:cubicBezTo>
                    <a:pt x="20245" y="14034"/>
                    <a:pt x="20306" y="14034"/>
                    <a:pt x="20364" y="14034"/>
                  </a:cubicBezTo>
                  <a:cubicBezTo>
                    <a:pt x="21883" y="14034"/>
                    <a:pt x="21883" y="14065"/>
                    <a:pt x="21883" y="15735"/>
                  </a:cubicBezTo>
                  <a:lnTo>
                    <a:pt x="21883" y="16870"/>
                  </a:lnTo>
                  <a:cubicBezTo>
                    <a:pt x="21016" y="16870"/>
                    <a:pt x="20163" y="16855"/>
                    <a:pt x="19316" y="16855"/>
                  </a:cubicBezTo>
                  <a:cubicBezTo>
                    <a:pt x="18892" y="16855"/>
                    <a:pt x="18470" y="16858"/>
                    <a:pt x="18047" y="16870"/>
                  </a:cubicBezTo>
                  <a:cubicBezTo>
                    <a:pt x="17247" y="16870"/>
                    <a:pt x="16435" y="16848"/>
                    <a:pt x="15619" y="16848"/>
                  </a:cubicBezTo>
                  <a:cubicBezTo>
                    <a:pt x="15007" y="16848"/>
                    <a:pt x="14392" y="16860"/>
                    <a:pt x="13777" y="16903"/>
                  </a:cubicBezTo>
                  <a:cubicBezTo>
                    <a:pt x="12810" y="17003"/>
                    <a:pt x="12877" y="17970"/>
                    <a:pt x="12877" y="18604"/>
                  </a:cubicBezTo>
                  <a:cubicBezTo>
                    <a:pt x="12843" y="20772"/>
                    <a:pt x="12910" y="22907"/>
                    <a:pt x="12910" y="25042"/>
                  </a:cubicBezTo>
                  <a:cubicBezTo>
                    <a:pt x="12943" y="27944"/>
                    <a:pt x="12943" y="30846"/>
                    <a:pt x="12943" y="33848"/>
                  </a:cubicBezTo>
                  <a:lnTo>
                    <a:pt x="10942" y="33848"/>
                  </a:lnTo>
                  <a:cubicBezTo>
                    <a:pt x="10942" y="31947"/>
                    <a:pt x="10909" y="30046"/>
                    <a:pt x="10942" y="28144"/>
                  </a:cubicBezTo>
                  <a:cubicBezTo>
                    <a:pt x="10975" y="24675"/>
                    <a:pt x="11075" y="21206"/>
                    <a:pt x="11142" y="17770"/>
                  </a:cubicBezTo>
                  <a:cubicBezTo>
                    <a:pt x="11142" y="16332"/>
                    <a:pt x="10910" y="16056"/>
                    <a:pt x="9740" y="16056"/>
                  </a:cubicBezTo>
                  <a:cubicBezTo>
                    <a:pt x="9580" y="16056"/>
                    <a:pt x="9403" y="16061"/>
                    <a:pt x="9207" y="16069"/>
                  </a:cubicBezTo>
                  <a:cubicBezTo>
                    <a:pt x="8207" y="16122"/>
                    <a:pt x="7211" y="16138"/>
                    <a:pt x="6215" y="16138"/>
                  </a:cubicBezTo>
                  <a:cubicBezTo>
                    <a:pt x="4720" y="16138"/>
                    <a:pt x="3223" y="16102"/>
                    <a:pt x="1702" y="16102"/>
                  </a:cubicBezTo>
                  <a:lnTo>
                    <a:pt x="1702" y="14001"/>
                  </a:lnTo>
                  <a:cubicBezTo>
                    <a:pt x="2569" y="14001"/>
                    <a:pt x="3407" y="14016"/>
                    <a:pt x="4225" y="14016"/>
                  </a:cubicBezTo>
                  <a:cubicBezTo>
                    <a:pt x="4634" y="14016"/>
                    <a:pt x="5038" y="14012"/>
                    <a:pt x="5438" y="14001"/>
                  </a:cubicBezTo>
                  <a:cubicBezTo>
                    <a:pt x="6872" y="13968"/>
                    <a:pt x="8307" y="13934"/>
                    <a:pt x="9741" y="13834"/>
                  </a:cubicBezTo>
                  <a:cubicBezTo>
                    <a:pt x="11142" y="13734"/>
                    <a:pt x="11342" y="13501"/>
                    <a:pt x="11342" y="12066"/>
                  </a:cubicBezTo>
                  <a:cubicBezTo>
                    <a:pt x="11376" y="9131"/>
                    <a:pt x="11376" y="6195"/>
                    <a:pt x="11376" y="3260"/>
                  </a:cubicBezTo>
                  <a:lnTo>
                    <a:pt x="11376" y="1625"/>
                  </a:lnTo>
                  <a:close/>
                  <a:moveTo>
                    <a:pt x="21917" y="17704"/>
                  </a:moveTo>
                  <a:cubicBezTo>
                    <a:pt x="22017" y="19505"/>
                    <a:pt x="22217" y="21206"/>
                    <a:pt x="22183" y="22907"/>
                  </a:cubicBezTo>
                  <a:cubicBezTo>
                    <a:pt x="22117" y="26043"/>
                    <a:pt x="21850" y="29212"/>
                    <a:pt x="21716" y="32347"/>
                  </a:cubicBezTo>
                  <a:cubicBezTo>
                    <a:pt x="21650" y="33181"/>
                    <a:pt x="21283" y="33582"/>
                    <a:pt x="20482" y="33615"/>
                  </a:cubicBezTo>
                  <a:cubicBezTo>
                    <a:pt x="18214" y="33748"/>
                    <a:pt x="15946" y="33848"/>
                    <a:pt x="13711" y="33982"/>
                  </a:cubicBezTo>
                  <a:lnTo>
                    <a:pt x="13711" y="17704"/>
                  </a:lnTo>
                  <a:close/>
                  <a:moveTo>
                    <a:pt x="1535" y="16569"/>
                  </a:moveTo>
                  <a:cubicBezTo>
                    <a:pt x="4537" y="16736"/>
                    <a:pt x="7273" y="16870"/>
                    <a:pt x="10075" y="17003"/>
                  </a:cubicBezTo>
                  <a:lnTo>
                    <a:pt x="10075" y="34082"/>
                  </a:lnTo>
                  <a:cubicBezTo>
                    <a:pt x="7139" y="33782"/>
                    <a:pt x="4437" y="33481"/>
                    <a:pt x="1535" y="33181"/>
                  </a:cubicBezTo>
                  <a:lnTo>
                    <a:pt x="1535" y="16569"/>
                  </a:lnTo>
                  <a:close/>
                  <a:moveTo>
                    <a:pt x="12476" y="1"/>
                  </a:moveTo>
                  <a:cubicBezTo>
                    <a:pt x="11916" y="1"/>
                    <a:pt x="11349" y="39"/>
                    <a:pt x="10775" y="124"/>
                  </a:cubicBezTo>
                  <a:cubicBezTo>
                    <a:pt x="7573" y="658"/>
                    <a:pt x="4404" y="1158"/>
                    <a:pt x="2069" y="3627"/>
                  </a:cubicBezTo>
                  <a:cubicBezTo>
                    <a:pt x="1469" y="4294"/>
                    <a:pt x="835" y="5195"/>
                    <a:pt x="701" y="6028"/>
                  </a:cubicBezTo>
                  <a:cubicBezTo>
                    <a:pt x="401" y="7963"/>
                    <a:pt x="401" y="9931"/>
                    <a:pt x="368" y="11866"/>
                  </a:cubicBezTo>
                  <a:cubicBezTo>
                    <a:pt x="334" y="13100"/>
                    <a:pt x="601" y="14334"/>
                    <a:pt x="568" y="15569"/>
                  </a:cubicBezTo>
                  <a:cubicBezTo>
                    <a:pt x="501" y="18337"/>
                    <a:pt x="301" y="21139"/>
                    <a:pt x="168" y="23908"/>
                  </a:cubicBezTo>
                  <a:cubicBezTo>
                    <a:pt x="101" y="23908"/>
                    <a:pt x="68" y="23941"/>
                    <a:pt x="1" y="23941"/>
                  </a:cubicBezTo>
                  <a:cubicBezTo>
                    <a:pt x="134" y="26977"/>
                    <a:pt x="268" y="30046"/>
                    <a:pt x="368" y="33115"/>
                  </a:cubicBezTo>
                  <a:cubicBezTo>
                    <a:pt x="401" y="33815"/>
                    <a:pt x="668" y="34349"/>
                    <a:pt x="1469" y="34415"/>
                  </a:cubicBezTo>
                  <a:cubicBezTo>
                    <a:pt x="4171" y="34649"/>
                    <a:pt x="6872" y="35049"/>
                    <a:pt x="9574" y="35116"/>
                  </a:cubicBezTo>
                  <a:cubicBezTo>
                    <a:pt x="10675" y="35136"/>
                    <a:pt x="11779" y="35147"/>
                    <a:pt x="12885" y="35147"/>
                  </a:cubicBezTo>
                  <a:cubicBezTo>
                    <a:pt x="15432" y="35147"/>
                    <a:pt x="17991" y="35089"/>
                    <a:pt x="20549" y="34949"/>
                  </a:cubicBezTo>
                  <a:cubicBezTo>
                    <a:pt x="22584" y="34849"/>
                    <a:pt x="22951" y="34415"/>
                    <a:pt x="23084" y="32347"/>
                  </a:cubicBezTo>
                  <a:cubicBezTo>
                    <a:pt x="23351" y="28745"/>
                    <a:pt x="23551" y="25109"/>
                    <a:pt x="23518" y="21506"/>
                  </a:cubicBezTo>
                  <a:cubicBezTo>
                    <a:pt x="23451" y="16803"/>
                    <a:pt x="23117" y="12100"/>
                    <a:pt x="22917" y="7396"/>
                  </a:cubicBezTo>
                  <a:cubicBezTo>
                    <a:pt x="22784" y="4327"/>
                    <a:pt x="21349" y="2092"/>
                    <a:pt x="18481" y="1158"/>
                  </a:cubicBezTo>
                  <a:cubicBezTo>
                    <a:pt x="16537" y="528"/>
                    <a:pt x="14552" y="1"/>
                    <a:pt x="1247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6"/>
            <p:cNvSpPr/>
            <p:nvPr/>
          </p:nvSpPr>
          <p:spPr>
            <a:xfrm>
              <a:off x="2031875" y="3810000"/>
              <a:ext cx="499525" cy="298538"/>
            </a:xfrm>
            <a:custGeom>
              <a:rect b="b" l="l" r="r" t="t"/>
              <a:pathLst>
                <a:path extrusionOk="0" h="23883" w="39962">
                  <a:moveTo>
                    <a:pt x="13319" y="0"/>
                  </a:moveTo>
                  <a:cubicBezTo>
                    <a:pt x="12626" y="0"/>
                    <a:pt x="11913" y="508"/>
                    <a:pt x="11041" y="1507"/>
                  </a:cubicBezTo>
                  <a:cubicBezTo>
                    <a:pt x="10385" y="1162"/>
                    <a:pt x="9781" y="992"/>
                    <a:pt x="9232" y="992"/>
                  </a:cubicBezTo>
                  <a:cubicBezTo>
                    <a:pt x="8132" y="992"/>
                    <a:pt x="7250" y="1674"/>
                    <a:pt x="6605" y="3008"/>
                  </a:cubicBezTo>
                  <a:cubicBezTo>
                    <a:pt x="6505" y="3242"/>
                    <a:pt x="6305" y="3442"/>
                    <a:pt x="6071" y="3542"/>
                  </a:cubicBezTo>
                  <a:cubicBezTo>
                    <a:pt x="3970" y="4476"/>
                    <a:pt x="3870" y="4643"/>
                    <a:pt x="4170" y="6911"/>
                  </a:cubicBezTo>
                  <a:cubicBezTo>
                    <a:pt x="3036" y="7511"/>
                    <a:pt x="1835" y="8145"/>
                    <a:pt x="2435" y="9813"/>
                  </a:cubicBezTo>
                  <a:cubicBezTo>
                    <a:pt x="1368" y="10413"/>
                    <a:pt x="0" y="10780"/>
                    <a:pt x="401" y="12382"/>
                  </a:cubicBezTo>
                  <a:cubicBezTo>
                    <a:pt x="709" y="13553"/>
                    <a:pt x="2129" y="14468"/>
                    <a:pt x="3501" y="14468"/>
                  </a:cubicBezTo>
                  <a:cubicBezTo>
                    <a:pt x="3613" y="14468"/>
                    <a:pt x="3725" y="14462"/>
                    <a:pt x="3836" y="14450"/>
                  </a:cubicBezTo>
                  <a:cubicBezTo>
                    <a:pt x="3836" y="14516"/>
                    <a:pt x="3870" y="14550"/>
                    <a:pt x="3870" y="14583"/>
                  </a:cubicBezTo>
                  <a:lnTo>
                    <a:pt x="4303" y="14483"/>
                  </a:lnTo>
                  <a:cubicBezTo>
                    <a:pt x="4810" y="14458"/>
                    <a:pt x="5144" y="14394"/>
                    <a:pt x="5421" y="14394"/>
                  </a:cubicBezTo>
                  <a:cubicBezTo>
                    <a:pt x="5509" y="14394"/>
                    <a:pt x="5591" y="14400"/>
                    <a:pt x="5671" y="14416"/>
                  </a:cubicBezTo>
                  <a:cubicBezTo>
                    <a:pt x="8239" y="15052"/>
                    <a:pt x="10829" y="15226"/>
                    <a:pt x="13439" y="15226"/>
                  </a:cubicBezTo>
                  <a:cubicBezTo>
                    <a:pt x="16599" y="15226"/>
                    <a:pt x="19787" y="14971"/>
                    <a:pt x="22998" y="14971"/>
                  </a:cubicBezTo>
                  <a:cubicBezTo>
                    <a:pt x="24368" y="14971"/>
                    <a:pt x="25742" y="15017"/>
                    <a:pt x="27120" y="15150"/>
                  </a:cubicBezTo>
                  <a:cubicBezTo>
                    <a:pt x="26319" y="17552"/>
                    <a:pt x="25619" y="19653"/>
                    <a:pt x="24918" y="21722"/>
                  </a:cubicBezTo>
                  <a:cubicBezTo>
                    <a:pt x="24851" y="21922"/>
                    <a:pt x="24518" y="22122"/>
                    <a:pt x="24284" y="22155"/>
                  </a:cubicBezTo>
                  <a:cubicBezTo>
                    <a:pt x="20748" y="22322"/>
                    <a:pt x="17213" y="22522"/>
                    <a:pt x="13677" y="22589"/>
                  </a:cubicBezTo>
                  <a:cubicBezTo>
                    <a:pt x="11742" y="22589"/>
                    <a:pt x="9774" y="22355"/>
                    <a:pt x="7839" y="22155"/>
                  </a:cubicBezTo>
                  <a:cubicBezTo>
                    <a:pt x="7506" y="22088"/>
                    <a:pt x="6939" y="21855"/>
                    <a:pt x="6838" y="21555"/>
                  </a:cubicBezTo>
                  <a:cubicBezTo>
                    <a:pt x="6638" y="20988"/>
                    <a:pt x="6405" y="20387"/>
                    <a:pt x="6205" y="19820"/>
                  </a:cubicBezTo>
                  <a:lnTo>
                    <a:pt x="5271" y="20054"/>
                  </a:lnTo>
                  <a:cubicBezTo>
                    <a:pt x="5304" y="20287"/>
                    <a:pt x="5404" y="20854"/>
                    <a:pt x="5538" y="21388"/>
                  </a:cubicBezTo>
                  <a:cubicBezTo>
                    <a:pt x="5738" y="22322"/>
                    <a:pt x="6071" y="23189"/>
                    <a:pt x="7205" y="23289"/>
                  </a:cubicBezTo>
                  <a:cubicBezTo>
                    <a:pt x="9675" y="23577"/>
                    <a:pt x="12145" y="23882"/>
                    <a:pt x="14640" y="23882"/>
                  </a:cubicBezTo>
                  <a:cubicBezTo>
                    <a:pt x="15616" y="23882"/>
                    <a:pt x="16595" y="23835"/>
                    <a:pt x="17579" y="23723"/>
                  </a:cubicBezTo>
                  <a:cubicBezTo>
                    <a:pt x="18779" y="23582"/>
                    <a:pt x="19998" y="23543"/>
                    <a:pt x="21220" y="23543"/>
                  </a:cubicBezTo>
                  <a:cubicBezTo>
                    <a:pt x="22309" y="23543"/>
                    <a:pt x="23400" y="23574"/>
                    <a:pt x="24484" y="23590"/>
                  </a:cubicBezTo>
                  <a:cubicBezTo>
                    <a:pt x="24522" y="23591"/>
                    <a:pt x="24559" y="23592"/>
                    <a:pt x="24596" y="23592"/>
                  </a:cubicBezTo>
                  <a:cubicBezTo>
                    <a:pt x="25357" y="23592"/>
                    <a:pt x="25764" y="23257"/>
                    <a:pt x="26019" y="22589"/>
                  </a:cubicBezTo>
                  <a:cubicBezTo>
                    <a:pt x="26319" y="21755"/>
                    <a:pt x="26619" y="20854"/>
                    <a:pt x="26919" y="19987"/>
                  </a:cubicBezTo>
                  <a:cubicBezTo>
                    <a:pt x="30722" y="20120"/>
                    <a:pt x="34492" y="20254"/>
                    <a:pt x="38261" y="20387"/>
                  </a:cubicBezTo>
                  <a:cubicBezTo>
                    <a:pt x="38328" y="20521"/>
                    <a:pt x="38394" y="20654"/>
                    <a:pt x="38494" y="20788"/>
                  </a:cubicBezTo>
                  <a:lnTo>
                    <a:pt x="38828" y="20888"/>
                  </a:lnTo>
                  <a:cubicBezTo>
                    <a:pt x="39028" y="20220"/>
                    <a:pt x="39395" y="20020"/>
                    <a:pt x="39962" y="20020"/>
                  </a:cubicBezTo>
                  <a:lnTo>
                    <a:pt x="39962" y="19120"/>
                  </a:lnTo>
                  <a:lnTo>
                    <a:pt x="39095" y="19120"/>
                  </a:lnTo>
                  <a:cubicBezTo>
                    <a:pt x="39061" y="18119"/>
                    <a:pt x="38928" y="17252"/>
                    <a:pt x="38928" y="16418"/>
                  </a:cubicBezTo>
                  <a:lnTo>
                    <a:pt x="38027" y="16384"/>
                  </a:lnTo>
                  <a:cubicBezTo>
                    <a:pt x="38027" y="16651"/>
                    <a:pt x="38027" y="16885"/>
                    <a:pt x="37994" y="17118"/>
                  </a:cubicBezTo>
                  <a:cubicBezTo>
                    <a:pt x="37994" y="18510"/>
                    <a:pt x="38010" y="18950"/>
                    <a:pt x="37293" y="18950"/>
                  </a:cubicBezTo>
                  <a:cubicBezTo>
                    <a:pt x="36962" y="18950"/>
                    <a:pt x="36476" y="18856"/>
                    <a:pt x="35759" y="18719"/>
                  </a:cubicBezTo>
                  <a:lnTo>
                    <a:pt x="35192" y="18719"/>
                  </a:lnTo>
                  <a:lnTo>
                    <a:pt x="35192" y="18886"/>
                  </a:lnTo>
                  <a:lnTo>
                    <a:pt x="27120" y="18886"/>
                  </a:lnTo>
                  <a:cubicBezTo>
                    <a:pt x="27487" y="17652"/>
                    <a:pt x="27853" y="16351"/>
                    <a:pt x="28287" y="15050"/>
                  </a:cubicBezTo>
                  <a:cubicBezTo>
                    <a:pt x="28354" y="14850"/>
                    <a:pt x="28621" y="14750"/>
                    <a:pt x="28821" y="14650"/>
                  </a:cubicBezTo>
                  <a:cubicBezTo>
                    <a:pt x="30956" y="13349"/>
                    <a:pt x="31156" y="11347"/>
                    <a:pt x="29355" y="9680"/>
                  </a:cubicBezTo>
                  <a:cubicBezTo>
                    <a:pt x="29455" y="8946"/>
                    <a:pt x="29822" y="8078"/>
                    <a:pt x="29521" y="7578"/>
                  </a:cubicBezTo>
                  <a:cubicBezTo>
                    <a:pt x="28854" y="6344"/>
                    <a:pt x="28087" y="5043"/>
                    <a:pt x="26986" y="4276"/>
                  </a:cubicBezTo>
                  <a:cubicBezTo>
                    <a:pt x="26603" y="3993"/>
                    <a:pt x="26219" y="3876"/>
                    <a:pt x="25846" y="3876"/>
                  </a:cubicBezTo>
                  <a:cubicBezTo>
                    <a:pt x="24985" y="3876"/>
                    <a:pt x="24179" y="4502"/>
                    <a:pt x="23550" y="5176"/>
                  </a:cubicBezTo>
                  <a:lnTo>
                    <a:pt x="22550" y="5176"/>
                  </a:lnTo>
                  <a:lnTo>
                    <a:pt x="22550" y="5910"/>
                  </a:lnTo>
                  <a:cubicBezTo>
                    <a:pt x="22650" y="5977"/>
                    <a:pt x="22750" y="6044"/>
                    <a:pt x="22817" y="6110"/>
                  </a:cubicBezTo>
                  <a:cubicBezTo>
                    <a:pt x="23330" y="6807"/>
                    <a:pt x="23581" y="7149"/>
                    <a:pt x="23817" y="7149"/>
                  </a:cubicBezTo>
                  <a:cubicBezTo>
                    <a:pt x="24056" y="7149"/>
                    <a:pt x="24281" y="6798"/>
                    <a:pt x="24751" y="6110"/>
                  </a:cubicBezTo>
                  <a:cubicBezTo>
                    <a:pt x="24985" y="5743"/>
                    <a:pt x="25585" y="5443"/>
                    <a:pt x="26019" y="5443"/>
                  </a:cubicBezTo>
                  <a:cubicBezTo>
                    <a:pt x="26352" y="5443"/>
                    <a:pt x="26686" y="5977"/>
                    <a:pt x="26986" y="6311"/>
                  </a:cubicBezTo>
                  <a:cubicBezTo>
                    <a:pt x="27420" y="6778"/>
                    <a:pt x="27820" y="7311"/>
                    <a:pt x="28220" y="7845"/>
                  </a:cubicBezTo>
                  <a:cubicBezTo>
                    <a:pt x="28320" y="7778"/>
                    <a:pt x="28454" y="7712"/>
                    <a:pt x="28587" y="7645"/>
                  </a:cubicBezTo>
                  <a:lnTo>
                    <a:pt x="28587" y="7645"/>
                  </a:lnTo>
                  <a:cubicBezTo>
                    <a:pt x="28554" y="7945"/>
                    <a:pt x="28587" y="8279"/>
                    <a:pt x="28521" y="8579"/>
                  </a:cubicBezTo>
                  <a:cubicBezTo>
                    <a:pt x="28287" y="9446"/>
                    <a:pt x="27620" y="10347"/>
                    <a:pt x="28954" y="11047"/>
                  </a:cubicBezTo>
                  <a:cubicBezTo>
                    <a:pt x="29188" y="11147"/>
                    <a:pt x="29188" y="12382"/>
                    <a:pt x="28888" y="12615"/>
                  </a:cubicBezTo>
                  <a:cubicBezTo>
                    <a:pt x="28120" y="13215"/>
                    <a:pt x="27186" y="13883"/>
                    <a:pt x="26252" y="13916"/>
                  </a:cubicBezTo>
                  <a:cubicBezTo>
                    <a:pt x="25594" y="13958"/>
                    <a:pt x="24933" y="13972"/>
                    <a:pt x="24270" y="13972"/>
                  </a:cubicBezTo>
                  <a:cubicBezTo>
                    <a:pt x="22724" y="13972"/>
                    <a:pt x="21170" y="13893"/>
                    <a:pt x="19614" y="13893"/>
                  </a:cubicBezTo>
                  <a:cubicBezTo>
                    <a:pt x="19169" y="13893"/>
                    <a:pt x="18725" y="13899"/>
                    <a:pt x="18280" y="13916"/>
                  </a:cubicBezTo>
                  <a:cubicBezTo>
                    <a:pt x="17012" y="13960"/>
                    <a:pt x="15749" y="13997"/>
                    <a:pt x="14488" y="13997"/>
                  </a:cubicBezTo>
                  <a:cubicBezTo>
                    <a:pt x="11968" y="13997"/>
                    <a:pt x="9463" y="13849"/>
                    <a:pt x="6972" y="13316"/>
                  </a:cubicBezTo>
                  <a:cubicBezTo>
                    <a:pt x="6545" y="13219"/>
                    <a:pt x="6129" y="13157"/>
                    <a:pt x="5718" y="13157"/>
                  </a:cubicBezTo>
                  <a:cubicBezTo>
                    <a:pt x="5133" y="13157"/>
                    <a:pt x="4557" y="13283"/>
                    <a:pt x="3970" y="13616"/>
                  </a:cubicBezTo>
                  <a:cubicBezTo>
                    <a:pt x="3851" y="13688"/>
                    <a:pt x="3703" y="13720"/>
                    <a:pt x="3537" y="13720"/>
                  </a:cubicBezTo>
                  <a:cubicBezTo>
                    <a:pt x="2626" y="13720"/>
                    <a:pt x="1188" y="12748"/>
                    <a:pt x="1301" y="12015"/>
                  </a:cubicBezTo>
                  <a:cubicBezTo>
                    <a:pt x="1335" y="11581"/>
                    <a:pt x="2068" y="11014"/>
                    <a:pt x="2535" y="10947"/>
                  </a:cubicBezTo>
                  <a:cubicBezTo>
                    <a:pt x="3569" y="10847"/>
                    <a:pt x="3836" y="10580"/>
                    <a:pt x="3403" y="9613"/>
                  </a:cubicBezTo>
                  <a:cubicBezTo>
                    <a:pt x="3002" y="8679"/>
                    <a:pt x="3636" y="8212"/>
                    <a:pt x="4403" y="7945"/>
                  </a:cubicBezTo>
                  <a:cubicBezTo>
                    <a:pt x="5271" y="7678"/>
                    <a:pt x="5738" y="7411"/>
                    <a:pt x="5171" y="6344"/>
                  </a:cubicBezTo>
                  <a:cubicBezTo>
                    <a:pt x="4637" y="5410"/>
                    <a:pt x="5137" y="4709"/>
                    <a:pt x="6238" y="4709"/>
                  </a:cubicBezTo>
                  <a:cubicBezTo>
                    <a:pt x="6344" y="4713"/>
                    <a:pt x="6445" y="4715"/>
                    <a:pt x="6543" y="4715"/>
                  </a:cubicBezTo>
                  <a:cubicBezTo>
                    <a:pt x="7373" y="4715"/>
                    <a:pt x="7916" y="4542"/>
                    <a:pt x="8006" y="3408"/>
                  </a:cubicBezTo>
                  <a:cubicBezTo>
                    <a:pt x="8085" y="2641"/>
                    <a:pt x="9024" y="2000"/>
                    <a:pt x="9842" y="2000"/>
                  </a:cubicBezTo>
                  <a:cubicBezTo>
                    <a:pt x="10056" y="2000"/>
                    <a:pt x="10261" y="2044"/>
                    <a:pt x="10441" y="2141"/>
                  </a:cubicBezTo>
                  <a:cubicBezTo>
                    <a:pt x="10636" y="2243"/>
                    <a:pt x="10791" y="2285"/>
                    <a:pt x="10922" y="2285"/>
                  </a:cubicBezTo>
                  <a:cubicBezTo>
                    <a:pt x="11263" y="2285"/>
                    <a:pt x="11434" y="1996"/>
                    <a:pt x="11675" y="1707"/>
                  </a:cubicBezTo>
                  <a:cubicBezTo>
                    <a:pt x="12042" y="1307"/>
                    <a:pt x="12442" y="840"/>
                    <a:pt x="12909" y="673"/>
                  </a:cubicBezTo>
                  <a:cubicBezTo>
                    <a:pt x="13103" y="609"/>
                    <a:pt x="13297" y="572"/>
                    <a:pt x="13482" y="572"/>
                  </a:cubicBezTo>
                  <a:cubicBezTo>
                    <a:pt x="13584" y="572"/>
                    <a:pt x="13682" y="583"/>
                    <a:pt x="13777" y="606"/>
                  </a:cubicBezTo>
                  <a:lnTo>
                    <a:pt x="13944" y="139"/>
                  </a:lnTo>
                  <a:cubicBezTo>
                    <a:pt x="13735" y="47"/>
                    <a:pt x="13528" y="0"/>
                    <a:pt x="1331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Real Estate Infographics by Slidesgo">
  <a:themeElements>
    <a:clrScheme name="Simple Light">
      <a:dk1>
        <a:srgbClr val="000000"/>
      </a:dk1>
      <a:lt1>
        <a:srgbClr val="FFFFFF"/>
      </a:lt1>
      <a:dk2>
        <a:srgbClr val="595959"/>
      </a:dk2>
      <a:lt2>
        <a:srgbClr val="EEEEEE"/>
      </a:lt2>
      <a:accent1>
        <a:srgbClr val="EB7B7B"/>
      </a:accent1>
      <a:accent2>
        <a:srgbClr val="BE4626"/>
      </a:accent2>
      <a:accent3>
        <a:srgbClr val="E69138"/>
      </a:accent3>
      <a:accent4>
        <a:srgbClr val="EEB245"/>
      </a:accent4>
      <a:accent5>
        <a:srgbClr val="595959"/>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